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77" r:id="rId5"/>
    <p:sldMasterId id="2147483682" r:id="rId6"/>
    <p:sldMasterId id="2147483712" r:id="rId7"/>
    <p:sldMasterId id="2147483743" r:id="rId8"/>
  </p:sldMasterIdLst>
  <p:notesMasterIdLst>
    <p:notesMasterId r:id="rId9"/>
  </p:notesMasterIdLst>
  <p:sldIdLst>
    <p:sldId id="256" r:id="rIdAppSlide1"/>
    <p:sldId id="257" r:id="rIdAppSlide2"/>
    <p:sldId id="258" r:id="rIdAppSlide3"/>
    <p:sldId id="259" r:id="rIdAppSlide4"/>
    <p:sldId id="260" r:id="rIdAppSlide5"/>
    <p:sldId id="261" r:id="rIdAppSlide6"/>
    <p:sldId id="262" r:id="rIdAppSlide7"/>
    <p:sldId id="263" r:id="rIdAppSlide8"/>
  </p:sldIdLst>
  <p:sldSz cy="6858000" cx="12192000"/>
  <p:notesSz cx="6858000" cy="9144000"/>
  <p:embeddedFontLst>
    <p:embeddedFont>
      <p:font typeface="Robo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22" roundtripDataSignature="AMtx7mhN1Bj8S/v+IXxBz0OlGRkqOLtLP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22" Type="http://customschemas.google.com/relationships/presentationmetadata" Target="metadata"/><Relationship Id="rId21" Type="http://schemas.openxmlformats.org/officeDocument/2006/relationships/font" Target="fonts/Roboto-boldItalic.fntdata"/><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19" Type="http://schemas.openxmlformats.org/officeDocument/2006/relationships/font" Target="fonts/Roboto-bold.fntdata"/><Relationship Id="rId18" Type="http://schemas.openxmlformats.org/officeDocument/2006/relationships/font" Target="fonts/Roboto-regular.fntdata"/><Relationship Id="rIdAppSlide1" Type="http://schemas.openxmlformats.org/officeDocument/2006/relationships/slide" Target="slides/slide1.xml"/><Relationship Id="rIdAppSlide2" Type="http://schemas.openxmlformats.org/officeDocument/2006/relationships/slide" Target="slides/slide2.xml"/><Relationship Id="rIdAppSlide3" Type="http://schemas.openxmlformats.org/officeDocument/2006/relationships/slide" Target="slides/slide3.xml"/><Relationship Id="rIdAppSlide4" Type="http://schemas.openxmlformats.org/officeDocument/2006/relationships/slide" Target="slides/slide4.xml"/><Relationship Id="rIdAppSlide5" Type="http://schemas.openxmlformats.org/officeDocument/2006/relationships/slide" Target="slides/slide5.xml"/><Relationship Id="rIdAppSlide6" Type="http://schemas.openxmlformats.org/officeDocument/2006/relationships/slide" Target="slides/slide6.xml"/><Relationship Id="rIdAppSlide7" Type="http://schemas.openxmlformats.org/officeDocument/2006/relationships/slide" Target="slides/slide7.xml"/><Relationship Id="rIdAppSlide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0" name="Shape 2760"/>
        <p:cNvGrpSpPr/>
        <p:nvPr/>
      </p:nvGrpSpPr>
      <p:grpSpPr>
        <a:xfrm>
          <a:off x="0" y="0"/>
          <a:ext cx="0" cy="0"/>
          <a:chOff x="0" y="0"/>
          <a:chExt cx="0" cy="0"/>
        </a:xfrm>
      </p:grpSpPr>
      <p:sp>
        <p:nvSpPr>
          <p:cNvPr id="2761" name="Google Shape;2761;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Introduce the project as a local document assistant with a controlled comparison of three prompt-injection defenses. The main contribution is traceable evaluation: connect each question to source evidence, an expected behavior, the actual answer and a recorded judgment. Results are provisional, not proof of production security.</a:t>
            </a:r>
          </a:p>
        </p:txBody>
      </p:sp>
      <p:sp>
        <p:nvSpPr>
          <p:cNvPr id="2762" name="Google Shape;276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0" name="Shape 2760"/>
        <p:cNvGrpSpPr/>
        <p:nvPr/>
      </p:nvGrpSpPr>
      <p:grpSpPr>
        <a:xfrm>
          <a:off x="0" y="0"/>
          <a:ext cx="0" cy="0"/>
          <a:chOff x="0" y="0"/>
          <a:chExt cx="0" cy="0"/>
        </a:xfrm>
      </p:grpSpPr>
      <p:sp>
        <p:nvSpPr>
          <p:cNvPr id="2761" name="Google Shape;2761;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Parsing, embeddings, retrieval, storage, evaluation and reporting run locally. Azure is used for answering and C screening only within authorized allowance. The dashboard displays saved results; refreshing metrics does not call the model. The UI supports inspection, but the evaluation is the focus.</a:t>
            </a:r>
          </a:p>
        </p:txBody>
      </p:sp>
      <p:sp>
        <p:nvSpPr>
          <p:cNvPr id="2762" name="Google Shape;276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0" name="Shape 2760"/>
        <p:cNvGrpSpPr/>
        <p:nvPr/>
      </p:nvGrpSpPr>
      <p:grpSpPr>
        <a:xfrm>
          <a:off x="0" y="0"/>
          <a:ext cx="0" cy="0"/>
          <a:chOff x="0" y="0"/>
          <a:chExt cx="0" cy="0"/>
        </a:xfrm>
      </p:grpSpPr>
      <p:sp>
        <p:nvSpPr>
          <p:cNvPr id="2761" name="Google Shape;2761;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Read the top row as the interactive request path. Streamlit sends requests to FastAPI. Uploads go through parsing, chunking and local CPU embeddings; Chroma stores searchable vectors and SQLite tracks document state. Questions retrieve evidence and enter the shared RAG service. A uses grounding, B adds instruction separation and C screens before B. Only model answering and C screening use Azure. The returned JSON and source IDs are validated; C also checks full-card output. The answer and citations return through the API to the UI. The lower band is a separate controlled evaluation path: frozen fixtures and retrieval feed the same defenses, then local records, scoring, genuine human review and reports. Expected answers are grading metadata, never answer prompts. Refreshing metrics makes no provider calls. Diagram groups actual code responsibilities rather than proposing extra cloud services.</a:t>
            </a:r>
          </a:p>
        </p:txBody>
      </p:sp>
      <p:sp>
        <p:nvSpPr>
          <p:cNvPr id="2762" name="Google Shape;276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0" name="Shape 2760"/>
        <p:cNvGrpSpPr/>
        <p:nvPr/>
      </p:nvGrpSpPr>
      <p:grpSpPr>
        <a:xfrm>
          <a:off x="0" y="0"/>
          <a:ext cx="0" cy="0"/>
          <a:chOff x="0" y="0"/>
          <a:chExt cx="0" cy="0"/>
        </a:xfrm>
      </p:grpSpPr>
      <p:sp>
        <p:nvSpPr>
          <p:cNvPr id="2761" name="Google Shape;2761;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A document is the evidence source. A test case is a reproducible experiment asking a question about specified evidence and defining what correct behavior means. One document can support more than one case. Benign cases include normal answers, missing evidence, conflicts and instruction-like but legitimate content. Attack families include overt overrides, forged authority, paraphrasing, obfuscation, cross-chunk instructions, protected markers, answer manipulation and misinformation. The final split is exposed comparison data, not an unseen test set.</a:t>
            </a:r>
          </a:p>
        </p:txBody>
      </p:sp>
      <p:sp>
        <p:nvSpPr>
          <p:cNvPr id="2762" name="Google Shape;276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0" name="Shape 2760"/>
        <p:cNvGrpSpPr/>
        <p:nvPr/>
      </p:nvGrpSpPr>
      <p:grpSpPr>
        <a:xfrm>
          <a:off x="0" y="0"/>
          <a:ext cx="0" cy="0"/>
          <a:chOff x="0" y="0"/>
          <a:chExt cx="0" cy="0"/>
        </a:xfrm>
      </p:grpSpPr>
      <p:sp>
        <p:nvSpPr>
          <p:cNvPr id="2761" name="Google Shape;2761;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A is not an unrestricted model: it already has grounding, abstention, citation and sensitive-data instructions. B adds explicit trust separation. C adds screening before B and an output check. All answering configurations use the same model/settings. C normally adds a screening call. A screening failure or provider refusal is an operational error, not a successful defense. Display masking is not model resistance.</a:t>
            </a:r>
          </a:p>
        </p:txBody>
      </p:sp>
      <p:sp>
        <p:nvSpPr>
          <p:cNvPr id="2762" name="Google Shape;276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0" name="Shape 2760"/>
        <p:cNvGrpSpPr/>
        <p:nvPr/>
      </p:nvGrpSpPr>
      <p:grpSpPr>
        <a:xfrm>
          <a:off x="0" y="0"/>
          <a:ext cx="0" cy="0"/>
          <a:chOff x="0" y="0"/>
          <a:chExt cx="0" cy="0"/>
        </a:xfrm>
      </p:grpSpPr>
      <p:sp>
        <p:nvSpPr>
          <p:cNvPr id="2761" name="Google Shape;2761;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Explain every rate as numerator divided by denominator. The denominator is eligible graded cases, not automatically all 47 cases. C false positives on benign inputs differ from legitimate task loss on attack-containing inputs. Human quality cannot be filled by the model. Latency includes recorded error rows. Supporting diagnostics include citation accuracy, evidence removal, direct/indirect attack rates and task preservation under attack. Lower ASR is better, but must be interpreted with usability and coverage.</a:t>
            </a:r>
          </a:p>
        </p:txBody>
      </p:sp>
      <p:sp>
        <p:nvSpPr>
          <p:cNvPr id="2762" name="Google Shape;276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0" name="Shape 2760"/>
        <p:cNvGrpSpPr/>
        <p:nvPr/>
      </p:nvGrpSpPr>
      <p:grpSpPr>
        <a:xfrm>
          <a:off x="0" y="0"/>
          <a:ext cx="0" cy="0"/>
          <a:chOff x="0" y="0"/>
          <a:chExt cx="0" cy="0"/>
        </a:xfrm>
      </p:grpSpPr>
      <p:sp>
        <p:nvSpPr>
          <p:cNvPr id="2761" name="Google Shape;2761;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Source: results/summary.csv and docs/REPORT.md, snapshot 27 October 2026. Rates exclude operational errors and unresolved reviews. Different denominators limit direct ranking. All planned rows exist, but review coverage remains incomplete. A, B and C use the same answering settings, with extra C screening overhead. No security/usability winner is established. These are saved observations, not new model calls.</a:t>
            </a:r>
          </a:p>
        </p:txBody>
      </p:sp>
      <p:sp>
        <p:nvSpPr>
          <p:cNvPr id="2762" name="Google Shape;276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0" name="Shape 2760"/>
        <p:cNvGrpSpPr/>
        <p:nvPr/>
      </p:nvGrpSpPr>
      <p:grpSpPr>
        <a:xfrm>
          <a:off x="0" y="0"/>
          <a:ext cx="0" cy="0"/>
          <a:chOff x="0" y="0"/>
          <a:chExt cx="0" cy="0"/>
        </a:xfrm>
      </p:grpSpPr>
      <p:sp>
        <p:nvSpPr>
          <p:cNvPr id="2761" name="Google Shape;2761;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Limitations: small synthetic dataset, case-scoped retrieval, exposed final split, heuristic scoring and incomplete human review. Recorded results span documented corrections and continuations, not one completely unchanged execution. Preserve all historical answers and stops. The key conclusion is a measured trade-off: screening can reduce attack success while also removing useful answers. Complete review and quality coverage before a final recommendation. Reference docs/REPORT.md, docs/METRICS_EXPLAINED.md and results/CASE_EVALUATION.md for the audit trail.</a:t>
            </a:r>
          </a:p>
        </p:txBody>
      </p:sp>
      <p:sp>
        <p:nvSpPr>
          <p:cNvPr id="2762" name="Google Shape;276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4">
    <p:spTree>
      <p:nvGrpSpPr>
        <p:cNvPr id="10" name="Shape 10"/>
        <p:cNvGrpSpPr/>
        <p:nvPr/>
      </p:nvGrpSpPr>
      <p:grpSpPr>
        <a:xfrm>
          <a:off x="0" y="0"/>
          <a:ext cx="0" cy="0"/>
          <a:chOff x="0" y="0"/>
          <a:chExt cx="0" cy="0"/>
        </a:xfrm>
      </p:grpSpPr>
      <p:cxnSp>
        <p:nvCxnSpPr>
          <p:cNvPr id="11" name="Google Shape;11;p39"/>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2" name="Google Shape;12;p39"/>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3" name="Google Shape;13;p39"/>
          <p:cNvSpPr txBox="1"/>
          <p:nvPr>
            <p:ph idx="1" type="body"/>
          </p:nvPr>
        </p:nvSpPr>
        <p:spPr>
          <a:xfrm>
            <a:off x="245364" y="97790"/>
            <a:ext cx="11679936" cy="4270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4" name="Google Shape;14;p39"/>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5" name="Google Shape;15;p39"/>
          <p:cNvSpPr txBox="1"/>
          <p:nvPr>
            <p:ph idx="2" type="body"/>
          </p:nvPr>
        </p:nvSpPr>
        <p:spPr>
          <a:xfrm>
            <a:off x="334963" y="1305402"/>
            <a:ext cx="11679936" cy="4934531"/>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 name="Google Shape;16;p39"/>
          <p:cNvSpPr txBox="1"/>
          <p:nvPr>
            <p:ph idx="3" type="body"/>
          </p:nvPr>
        </p:nvSpPr>
        <p:spPr>
          <a:xfrm>
            <a:off x="334963" y="929442"/>
            <a:ext cx="11679936" cy="313731"/>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p:spTree>
      <p:nvGrpSpPr>
        <p:cNvPr id="17" name="Shape 17"/>
        <p:cNvGrpSpPr/>
        <p:nvPr/>
      </p:nvGrpSpPr>
      <p:grpSpPr>
        <a:xfrm>
          <a:off x="0" y="0"/>
          <a:ext cx="0" cy="0"/>
          <a:chOff x="0" y="0"/>
          <a:chExt cx="0" cy="0"/>
        </a:xfrm>
      </p:grpSpPr>
      <p:sp>
        <p:nvSpPr>
          <p:cNvPr id="18" name="Google Shape;18;p34"/>
          <p:cNvSpPr txBox="1"/>
          <p:nvPr/>
        </p:nvSpPr>
        <p:spPr>
          <a:xfrm>
            <a:off x="264160" y="6571964"/>
            <a:ext cx="531901" cy="2134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9" name="Google Shape;19;p34"/>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0" name="Google Shape;20;p34"/>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1" name="Google Shape;21;p34"/>
          <p:cNvSpPr txBox="1"/>
          <p:nvPr>
            <p:ph idx="1" type="body"/>
          </p:nvPr>
        </p:nvSpPr>
        <p:spPr>
          <a:xfrm>
            <a:off x="245364" y="97790"/>
            <a:ext cx="11679936" cy="4270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2" name="Google Shape;22;p34"/>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Tree>
  </p:cSld>
  <p:clrMapOvr>
    <a:masterClrMapping/>
  </p:clrMapOvr>
  <p:extLst>
    <p:ext uri="{DCECCB84-F9BA-43D5-87BE-67443E8EF086}">
      <p15:sldGuideLst>
        <p15:guide id="1" pos="7512">
          <p15:clr>
            <a:srgbClr val="FBAE40"/>
          </p15:clr>
        </p15:guide>
        <p15:guide id="2" pos="211">
          <p15:clr>
            <a:srgbClr val="FBAE40"/>
          </p15:clr>
        </p15:guide>
        <p15:guide id="3" orient="horz" pos="395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5">
    <p:spTree>
      <p:nvGrpSpPr>
        <p:cNvPr id="23" name="Shape 23"/>
        <p:cNvGrpSpPr/>
        <p:nvPr/>
      </p:nvGrpSpPr>
      <p:grpSpPr>
        <a:xfrm>
          <a:off x="0" y="0"/>
          <a:ext cx="0" cy="0"/>
          <a:chOff x="0" y="0"/>
          <a:chExt cx="0" cy="0"/>
        </a:xfrm>
      </p:grpSpPr>
      <p:sp>
        <p:nvSpPr>
          <p:cNvPr id="24" name="Google Shape;24;p40"/>
          <p:cNvSpPr txBox="1"/>
          <p:nvPr/>
        </p:nvSpPr>
        <p:spPr>
          <a:xfrm>
            <a:off x="264160" y="6571964"/>
            <a:ext cx="531901" cy="2134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5" name="Google Shape;25;p40"/>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6" name="Google Shape;26;p40"/>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7" name="Google Shape;27;p40"/>
          <p:cNvSpPr txBox="1"/>
          <p:nvPr>
            <p:ph idx="1" type="body"/>
          </p:nvPr>
        </p:nvSpPr>
        <p:spPr>
          <a:xfrm>
            <a:off x="245364" y="97790"/>
            <a:ext cx="11679936" cy="4270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8" name="Google Shape;28;p40"/>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9" name="Google Shape;29;p40"/>
          <p:cNvSpPr/>
          <p:nvPr>
            <p:ph idx="2" type="pic"/>
          </p:nvPr>
        </p:nvSpPr>
        <p:spPr>
          <a:xfrm>
            <a:off x="8572274" y="897775"/>
            <a:ext cx="3325812" cy="5160654"/>
          </a:xfrm>
          <a:prstGeom prst="rect">
            <a:avLst/>
          </a:prstGeom>
          <a:noFill/>
          <a:ln>
            <a:noFill/>
          </a:ln>
        </p:spPr>
      </p:sp>
      <p:sp>
        <p:nvSpPr>
          <p:cNvPr id="30" name="Google Shape;30;p40"/>
          <p:cNvSpPr txBox="1"/>
          <p:nvPr>
            <p:ph idx="3" type="body"/>
          </p:nvPr>
        </p:nvSpPr>
        <p:spPr>
          <a:xfrm>
            <a:off x="334963" y="1305402"/>
            <a:ext cx="8037512" cy="2052161"/>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1" name="Google Shape;31;p40"/>
          <p:cNvSpPr txBox="1"/>
          <p:nvPr>
            <p:ph idx="4" type="body"/>
          </p:nvPr>
        </p:nvSpPr>
        <p:spPr>
          <a:xfrm>
            <a:off x="334963" y="929443"/>
            <a:ext cx="8037512" cy="342145"/>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2" name="Google Shape;32;p40"/>
          <p:cNvSpPr txBox="1"/>
          <p:nvPr>
            <p:ph idx="5" type="body"/>
          </p:nvPr>
        </p:nvSpPr>
        <p:spPr>
          <a:xfrm>
            <a:off x="334963" y="4033559"/>
            <a:ext cx="8037512" cy="2052161"/>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3" name="Google Shape;33;p40"/>
          <p:cNvSpPr txBox="1"/>
          <p:nvPr>
            <p:ph idx="6" type="body"/>
          </p:nvPr>
        </p:nvSpPr>
        <p:spPr>
          <a:xfrm>
            <a:off x="334963" y="3657600"/>
            <a:ext cx="8037512" cy="342145"/>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
    <p:spTree>
      <p:nvGrpSpPr>
        <p:cNvPr id="34" name="Shape 34"/>
        <p:cNvGrpSpPr/>
        <p:nvPr/>
      </p:nvGrpSpPr>
      <p:grpSpPr>
        <a:xfrm>
          <a:off x="0" y="0"/>
          <a:ext cx="0" cy="0"/>
          <a:chOff x="0" y="0"/>
          <a:chExt cx="0" cy="0"/>
        </a:xfrm>
      </p:grpSpPr>
      <p:sp>
        <p:nvSpPr>
          <p:cNvPr id="35" name="Google Shape;35;p36"/>
          <p:cNvSpPr/>
          <p:nvPr/>
        </p:nvSpPr>
        <p:spPr>
          <a:xfrm>
            <a:off x="5462487" y="859798"/>
            <a:ext cx="2953904" cy="903996"/>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 name="Google Shape;36;p36"/>
          <p:cNvSpPr/>
          <p:nvPr/>
        </p:nvSpPr>
        <p:spPr>
          <a:xfrm>
            <a:off x="5571329" y="937776"/>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 name="Google Shape;37;p36"/>
          <p:cNvSpPr txBox="1"/>
          <p:nvPr/>
        </p:nvSpPr>
        <p:spPr>
          <a:xfrm>
            <a:off x="264160" y="6571964"/>
            <a:ext cx="531901" cy="2134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38" name="Google Shape;38;p36"/>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39" name="Google Shape;39;p36"/>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40" name="Google Shape;40;p36"/>
          <p:cNvSpPr txBox="1"/>
          <p:nvPr>
            <p:ph idx="1" type="body"/>
          </p:nvPr>
        </p:nvSpPr>
        <p:spPr>
          <a:xfrm>
            <a:off x="245364" y="97790"/>
            <a:ext cx="11679936" cy="4270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41" name="Google Shape;41;p36"/>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42" name="Google Shape;42;p36"/>
          <p:cNvSpPr/>
          <p:nvPr>
            <p:ph idx="2" type="pic"/>
          </p:nvPr>
        </p:nvSpPr>
        <p:spPr>
          <a:xfrm>
            <a:off x="5630332" y="998749"/>
            <a:ext cx="612000" cy="612000"/>
          </a:xfrm>
          <a:prstGeom prst="rect">
            <a:avLst/>
          </a:prstGeom>
          <a:noFill/>
          <a:ln>
            <a:noFill/>
          </a:ln>
        </p:spPr>
      </p:sp>
      <p:sp>
        <p:nvSpPr>
          <p:cNvPr id="43" name="Google Shape;43;p36"/>
          <p:cNvSpPr txBox="1"/>
          <p:nvPr>
            <p:ph idx="3" type="body"/>
          </p:nvPr>
        </p:nvSpPr>
        <p:spPr>
          <a:xfrm>
            <a:off x="6373541" y="95804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4" name="Google Shape;44;p36"/>
          <p:cNvSpPr txBox="1"/>
          <p:nvPr>
            <p:ph idx="4" type="body"/>
          </p:nvPr>
        </p:nvSpPr>
        <p:spPr>
          <a:xfrm>
            <a:off x="6373539" y="1337221"/>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5" name="Google Shape;45;p36"/>
          <p:cNvSpPr/>
          <p:nvPr/>
        </p:nvSpPr>
        <p:spPr>
          <a:xfrm>
            <a:off x="5462487" y="2269156"/>
            <a:ext cx="2953904" cy="903996"/>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 name="Google Shape;46;p36"/>
          <p:cNvSpPr/>
          <p:nvPr/>
        </p:nvSpPr>
        <p:spPr>
          <a:xfrm>
            <a:off x="5571329" y="2347134"/>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 name="Google Shape;47;p36"/>
          <p:cNvSpPr/>
          <p:nvPr>
            <p:ph idx="5" type="pic"/>
          </p:nvPr>
        </p:nvSpPr>
        <p:spPr>
          <a:xfrm>
            <a:off x="5630332" y="2408107"/>
            <a:ext cx="612000" cy="612000"/>
          </a:xfrm>
          <a:prstGeom prst="rect">
            <a:avLst/>
          </a:prstGeom>
          <a:noFill/>
          <a:ln>
            <a:noFill/>
          </a:ln>
        </p:spPr>
      </p:sp>
      <p:sp>
        <p:nvSpPr>
          <p:cNvPr id="48" name="Google Shape;48;p36"/>
          <p:cNvSpPr txBox="1"/>
          <p:nvPr>
            <p:ph idx="6" type="body"/>
          </p:nvPr>
        </p:nvSpPr>
        <p:spPr>
          <a:xfrm>
            <a:off x="6373541" y="2367401"/>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9" name="Google Shape;49;p36"/>
          <p:cNvSpPr txBox="1"/>
          <p:nvPr>
            <p:ph idx="7" type="body"/>
          </p:nvPr>
        </p:nvSpPr>
        <p:spPr>
          <a:xfrm>
            <a:off x="6373539" y="2746579"/>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36"/>
          <p:cNvSpPr/>
          <p:nvPr/>
        </p:nvSpPr>
        <p:spPr>
          <a:xfrm>
            <a:off x="2017663" y="2269156"/>
            <a:ext cx="2953904" cy="903996"/>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 name="Google Shape;51;p36"/>
          <p:cNvSpPr/>
          <p:nvPr/>
        </p:nvSpPr>
        <p:spPr>
          <a:xfrm>
            <a:off x="2126505" y="2347134"/>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 name="Google Shape;52;p36"/>
          <p:cNvSpPr/>
          <p:nvPr>
            <p:ph idx="8" type="pic"/>
          </p:nvPr>
        </p:nvSpPr>
        <p:spPr>
          <a:xfrm>
            <a:off x="2185508" y="2408107"/>
            <a:ext cx="612000" cy="612000"/>
          </a:xfrm>
          <a:prstGeom prst="rect">
            <a:avLst/>
          </a:prstGeom>
          <a:noFill/>
          <a:ln>
            <a:noFill/>
          </a:ln>
        </p:spPr>
      </p:sp>
      <p:sp>
        <p:nvSpPr>
          <p:cNvPr id="53" name="Google Shape;53;p36"/>
          <p:cNvSpPr txBox="1"/>
          <p:nvPr>
            <p:ph idx="9" type="body"/>
          </p:nvPr>
        </p:nvSpPr>
        <p:spPr>
          <a:xfrm>
            <a:off x="2928717" y="2367401"/>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4" name="Google Shape;54;p36"/>
          <p:cNvSpPr txBox="1"/>
          <p:nvPr>
            <p:ph idx="13" type="body"/>
          </p:nvPr>
        </p:nvSpPr>
        <p:spPr>
          <a:xfrm>
            <a:off x="2928715" y="2746579"/>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5" name="Google Shape;55;p36"/>
          <p:cNvSpPr/>
          <p:nvPr/>
        </p:nvSpPr>
        <p:spPr>
          <a:xfrm>
            <a:off x="8870742" y="2269156"/>
            <a:ext cx="2953904" cy="903996"/>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 name="Google Shape;56;p36"/>
          <p:cNvSpPr/>
          <p:nvPr/>
        </p:nvSpPr>
        <p:spPr>
          <a:xfrm>
            <a:off x="8977131" y="2347134"/>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 name="Google Shape;57;p36"/>
          <p:cNvSpPr/>
          <p:nvPr>
            <p:ph idx="14" type="pic"/>
          </p:nvPr>
        </p:nvSpPr>
        <p:spPr>
          <a:xfrm>
            <a:off x="9036134" y="2408107"/>
            <a:ext cx="612000" cy="612000"/>
          </a:xfrm>
          <a:prstGeom prst="rect">
            <a:avLst/>
          </a:prstGeom>
          <a:noFill/>
          <a:ln>
            <a:noFill/>
          </a:ln>
        </p:spPr>
      </p:sp>
      <p:sp>
        <p:nvSpPr>
          <p:cNvPr id="58" name="Google Shape;58;p36"/>
          <p:cNvSpPr txBox="1"/>
          <p:nvPr>
            <p:ph idx="15" type="body"/>
          </p:nvPr>
        </p:nvSpPr>
        <p:spPr>
          <a:xfrm>
            <a:off x="9779343" y="2367401"/>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9" name="Google Shape;59;p36"/>
          <p:cNvSpPr txBox="1"/>
          <p:nvPr>
            <p:ph idx="16" type="body"/>
          </p:nvPr>
        </p:nvSpPr>
        <p:spPr>
          <a:xfrm>
            <a:off x="9779341" y="2746579"/>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0" name="Google Shape;60;p36"/>
          <p:cNvSpPr/>
          <p:nvPr/>
        </p:nvSpPr>
        <p:spPr>
          <a:xfrm>
            <a:off x="308146" y="3864155"/>
            <a:ext cx="2953904" cy="903996"/>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 name="Google Shape;61;p36"/>
          <p:cNvSpPr/>
          <p:nvPr/>
        </p:nvSpPr>
        <p:spPr>
          <a:xfrm>
            <a:off x="416988" y="3942133"/>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 name="Google Shape;62;p36"/>
          <p:cNvSpPr/>
          <p:nvPr>
            <p:ph idx="17" type="pic"/>
          </p:nvPr>
        </p:nvSpPr>
        <p:spPr>
          <a:xfrm>
            <a:off x="475991" y="4003106"/>
            <a:ext cx="612000" cy="612000"/>
          </a:xfrm>
          <a:prstGeom prst="rect">
            <a:avLst/>
          </a:prstGeom>
          <a:noFill/>
          <a:ln>
            <a:noFill/>
          </a:ln>
        </p:spPr>
      </p:sp>
      <p:sp>
        <p:nvSpPr>
          <p:cNvPr id="63" name="Google Shape;63;p36"/>
          <p:cNvSpPr txBox="1"/>
          <p:nvPr>
            <p:ph idx="18" type="body"/>
          </p:nvPr>
        </p:nvSpPr>
        <p:spPr>
          <a:xfrm>
            <a:off x="1219200" y="3962400"/>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4" name="Google Shape;64;p36"/>
          <p:cNvSpPr txBox="1"/>
          <p:nvPr>
            <p:ph idx="19" type="body"/>
          </p:nvPr>
        </p:nvSpPr>
        <p:spPr>
          <a:xfrm>
            <a:off x="1219198" y="4341578"/>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5" name="Google Shape;65;p36"/>
          <p:cNvSpPr/>
          <p:nvPr/>
        </p:nvSpPr>
        <p:spPr>
          <a:xfrm>
            <a:off x="3584746" y="3864155"/>
            <a:ext cx="2953904" cy="903996"/>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6" name="Google Shape;66;p36"/>
          <p:cNvSpPr/>
          <p:nvPr/>
        </p:nvSpPr>
        <p:spPr>
          <a:xfrm>
            <a:off x="3693588" y="3942133"/>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7" name="Google Shape;67;p36"/>
          <p:cNvSpPr/>
          <p:nvPr>
            <p:ph idx="20" type="pic"/>
          </p:nvPr>
        </p:nvSpPr>
        <p:spPr>
          <a:xfrm>
            <a:off x="3752591" y="4003106"/>
            <a:ext cx="612000" cy="612000"/>
          </a:xfrm>
          <a:prstGeom prst="rect">
            <a:avLst/>
          </a:prstGeom>
          <a:noFill/>
          <a:ln>
            <a:noFill/>
          </a:ln>
        </p:spPr>
      </p:sp>
      <p:sp>
        <p:nvSpPr>
          <p:cNvPr id="68" name="Google Shape;68;p36"/>
          <p:cNvSpPr txBox="1"/>
          <p:nvPr>
            <p:ph idx="21" type="body"/>
          </p:nvPr>
        </p:nvSpPr>
        <p:spPr>
          <a:xfrm>
            <a:off x="4495800" y="3962400"/>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9" name="Google Shape;69;p36"/>
          <p:cNvSpPr txBox="1"/>
          <p:nvPr>
            <p:ph idx="22" type="body"/>
          </p:nvPr>
        </p:nvSpPr>
        <p:spPr>
          <a:xfrm>
            <a:off x="4495798" y="4341578"/>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0" name="Google Shape;70;p36"/>
          <p:cNvSpPr/>
          <p:nvPr/>
        </p:nvSpPr>
        <p:spPr>
          <a:xfrm>
            <a:off x="8870742" y="3864155"/>
            <a:ext cx="2953904" cy="903996"/>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1" name="Google Shape;71;p36"/>
          <p:cNvSpPr/>
          <p:nvPr/>
        </p:nvSpPr>
        <p:spPr>
          <a:xfrm>
            <a:off x="8982038" y="3942133"/>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2" name="Google Shape;72;p36"/>
          <p:cNvSpPr/>
          <p:nvPr>
            <p:ph idx="23" type="pic"/>
          </p:nvPr>
        </p:nvSpPr>
        <p:spPr>
          <a:xfrm>
            <a:off x="9041041" y="4003106"/>
            <a:ext cx="612000" cy="612000"/>
          </a:xfrm>
          <a:prstGeom prst="rect">
            <a:avLst/>
          </a:prstGeom>
          <a:noFill/>
          <a:ln>
            <a:noFill/>
          </a:ln>
        </p:spPr>
      </p:sp>
      <p:sp>
        <p:nvSpPr>
          <p:cNvPr id="73" name="Google Shape;73;p36"/>
          <p:cNvSpPr txBox="1"/>
          <p:nvPr>
            <p:ph idx="24" type="body"/>
          </p:nvPr>
        </p:nvSpPr>
        <p:spPr>
          <a:xfrm>
            <a:off x="9784250" y="3962400"/>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4" name="Google Shape;74;p36"/>
          <p:cNvSpPr txBox="1"/>
          <p:nvPr>
            <p:ph idx="25" type="body"/>
          </p:nvPr>
        </p:nvSpPr>
        <p:spPr>
          <a:xfrm>
            <a:off x="9784248" y="4341578"/>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75" name="Google Shape;75;p36"/>
          <p:cNvCxnSpPr>
            <a:stCxn id="35" idx="2"/>
            <a:endCxn id="45" idx="0"/>
          </p:cNvCxnSpPr>
          <p:nvPr/>
        </p:nvCxnSpPr>
        <p:spPr>
          <a:xfrm>
            <a:off x="6939439" y="1763794"/>
            <a:ext cx="0" cy="505500"/>
          </a:xfrm>
          <a:prstGeom prst="straightConnector1">
            <a:avLst/>
          </a:prstGeom>
          <a:noFill/>
          <a:ln cap="flat" cmpd="sng" w="12700">
            <a:solidFill>
              <a:srgbClr val="E24048"/>
            </a:solidFill>
            <a:prstDash val="solid"/>
            <a:miter lim="8000"/>
            <a:headEnd len="sm" w="sm" type="none"/>
            <a:tailEnd len="lg" w="lg" type="stealth"/>
          </a:ln>
        </p:spPr>
      </p:cxnSp>
      <p:cxnSp>
        <p:nvCxnSpPr>
          <p:cNvPr id="76" name="Google Shape;76;p36"/>
          <p:cNvCxnSpPr>
            <a:stCxn id="35" idx="2"/>
            <a:endCxn id="50" idx="0"/>
          </p:cNvCxnSpPr>
          <p:nvPr/>
        </p:nvCxnSpPr>
        <p:spPr>
          <a:xfrm rot="5400000">
            <a:off x="4964239" y="294094"/>
            <a:ext cx="505500" cy="3444900"/>
          </a:xfrm>
          <a:prstGeom prst="bentConnector3">
            <a:avLst>
              <a:gd fmla="val 50000" name="adj1"/>
            </a:avLst>
          </a:prstGeom>
          <a:noFill/>
          <a:ln cap="flat" cmpd="sng" w="12700">
            <a:solidFill>
              <a:srgbClr val="E24048"/>
            </a:solidFill>
            <a:prstDash val="solid"/>
            <a:miter lim="8000"/>
            <a:headEnd len="sm" w="sm" type="none"/>
            <a:tailEnd len="lg" w="lg" type="stealth"/>
          </a:ln>
        </p:spPr>
      </p:cxnSp>
      <p:cxnSp>
        <p:nvCxnSpPr>
          <p:cNvPr id="77" name="Google Shape;77;p36"/>
          <p:cNvCxnSpPr>
            <a:stCxn id="35" idx="2"/>
            <a:endCxn id="55" idx="0"/>
          </p:cNvCxnSpPr>
          <p:nvPr/>
        </p:nvCxnSpPr>
        <p:spPr>
          <a:xfrm flipH="1" rot="-5400000">
            <a:off x="8390839" y="312394"/>
            <a:ext cx="505500" cy="3408300"/>
          </a:xfrm>
          <a:prstGeom prst="bentConnector3">
            <a:avLst>
              <a:gd fmla="val 50000" name="adj1"/>
            </a:avLst>
          </a:prstGeom>
          <a:noFill/>
          <a:ln cap="flat" cmpd="sng" w="12700">
            <a:solidFill>
              <a:srgbClr val="E24048"/>
            </a:solidFill>
            <a:prstDash val="solid"/>
            <a:miter lim="8000"/>
            <a:headEnd len="sm" w="sm" type="none"/>
            <a:tailEnd len="lg" w="lg" type="stealth"/>
          </a:ln>
        </p:spPr>
      </p:cxnSp>
      <p:cxnSp>
        <p:nvCxnSpPr>
          <p:cNvPr id="78" name="Google Shape;78;p36"/>
          <p:cNvCxnSpPr>
            <a:stCxn id="50" idx="2"/>
            <a:endCxn id="60" idx="0"/>
          </p:cNvCxnSpPr>
          <p:nvPr/>
        </p:nvCxnSpPr>
        <p:spPr>
          <a:xfrm rot="5400000">
            <a:off x="2294465" y="2663902"/>
            <a:ext cx="690900" cy="1709400"/>
          </a:xfrm>
          <a:prstGeom prst="bentConnector3">
            <a:avLst>
              <a:gd fmla="val 50000" name="adj1"/>
            </a:avLst>
          </a:prstGeom>
          <a:noFill/>
          <a:ln cap="flat" cmpd="sng" w="12700">
            <a:solidFill>
              <a:srgbClr val="E24048"/>
            </a:solidFill>
            <a:prstDash val="solid"/>
            <a:miter lim="8000"/>
            <a:headEnd len="sm" w="sm" type="none"/>
            <a:tailEnd len="lg" w="lg" type="stealth"/>
          </a:ln>
        </p:spPr>
      </p:cxnSp>
      <p:cxnSp>
        <p:nvCxnSpPr>
          <p:cNvPr id="79" name="Google Shape;79;p36"/>
          <p:cNvCxnSpPr>
            <a:stCxn id="50" idx="2"/>
            <a:endCxn id="65" idx="0"/>
          </p:cNvCxnSpPr>
          <p:nvPr/>
        </p:nvCxnSpPr>
        <p:spPr>
          <a:xfrm flipH="1" rot="-5400000">
            <a:off x="3932765" y="2735002"/>
            <a:ext cx="690900" cy="1567200"/>
          </a:xfrm>
          <a:prstGeom prst="bentConnector3">
            <a:avLst>
              <a:gd fmla="val 50000" name="adj1"/>
            </a:avLst>
          </a:prstGeom>
          <a:noFill/>
          <a:ln cap="flat" cmpd="sng" w="12700">
            <a:solidFill>
              <a:srgbClr val="E24048"/>
            </a:solidFill>
            <a:prstDash val="solid"/>
            <a:miter lim="8000"/>
            <a:headEnd len="sm" w="sm" type="none"/>
            <a:tailEnd len="lg" w="lg" type="stealth"/>
          </a:ln>
        </p:spPr>
      </p:cxnSp>
      <p:cxnSp>
        <p:nvCxnSpPr>
          <p:cNvPr id="80" name="Google Shape;80;p36"/>
          <p:cNvCxnSpPr>
            <a:stCxn id="55" idx="2"/>
            <a:endCxn id="70" idx="0"/>
          </p:cNvCxnSpPr>
          <p:nvPr/>
        </p:nvCxnSpPr>
        <p:spPr>
          <a:xfrm>
            <a:off x="10347694" y="3173152"/>
            <a:ext cx="0" cy="690900"/>
          </a:xfrm>
          <a:prstGeom prst="straightConnector1">
            <a:avLst/>
          </a:prstGeom>
          <a:noFill/>
          <a:ln cap="flat" cmpd="sng" w="12700">
            <a:solidFill>
              <a:srgbClr val="E24048"/>
            </a:solidFill>
            <a:prstDash val="solid"/>
            <a:miter lim="8000"/>
            <a:headEnd len="sm" w="sm" type="none"/>
            <a:tailEnd len="lg" w="lg" type="stealth"/>
          </a:ln>
        </p:spPr>
      </p:cxnSp>
      <p:sp>
        <p:nvSpPr>
          <p:cNvPr id="81" name="Google Shape;81;p36"/>
          <p:cNvSpPr/>
          <p:nvPr/>
        </p:nvSpPr>
        <p:spPr>
          <a:xfrm>
            <a:off x="7134739" y="5274972"/>
            <a:ext cx="2953904" cy="903996"/>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2" name="Google Shape;82;p36"/>
          <p:cNvSpPr/>
          <p:nvPr/>
        </p:nvSpPr>
        <p:spPr>
          <a:xfrm>
            <a:off x="7243581" y="5352950"/>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3" name="Google Shape;83;p36"/>
          <p:cNvSpPr/>
          <p:nvPr>
            <p:ph idx="26" type="pic"/>
          </p:nvPr>
        </p:nvSpPr>
        <p:spPr>
          <a:xfrm>
            <a:off x="7302584" y="5413923"/>
            <a:ext cx="612000" cy="612000"/>
          </a:xfrm>
          <a:prstGeom prst="rect">
            <a:avLst/>
          </a:prstGeom>
          <a:noFill/>
          <a:ln>
            <a:noFill/>
          </a:ln>
        </p:spPr>
      </p:sp>
      <p:sp>
        <p:nvSpPr>
          <p:cNvPr id="84" name="Google Shape;84;p36"/>
          <p:cNvSpPr txBox="1"/>
          <p:nvPr>
            <p:ph idx="27" type="body"/>
          </p:nvPr>
        </p:nvSpPr>
        <p:spPr>
          <a:xfrm>
            <a:off x="8045793" y="5373217"/>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5" name="Google Shape;85;p36"/>
          <p:cNvSpPr txBox="1"/>
          <p:nvPr>
            <p:ph idx="28" type="body"/>
          </p:nvPr>
        </p:nvSpPr>
        <p:spPr>
          <a:xfrm>
            <a:off x="8045791" y="575239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6" name="Google Shape;86;p36"/>
          <p:cNvSpPr/>
          <p:nvPr/>
        </p:nvSpPr>
        <p:spPr>
          <a:xfrm>
            <a:off x="3961414" y="5274972"/>
            <a:ext cx="2953904" cy="903996"/>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7" name="Google Shape;87;p36"/>
          <p:cNvSpPr/>
          <p:nvPr/>
        </p:nvSpPr>
        <p:spPr>
          <a:xfrm>
            <a:off x="4070256" y="5352950"/>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8" name="Google Shape;88;p36"/>
          <p:cNvSpPr/>
          <p:nvPr>
            <p:ph idx="29" type="pic"/>
          </p:nvPr>
        </p:nvSpPr>
        <p:spPr>
          <a:xfrm>
            <a:off x="4129259" y="5413923"/>
            <a:ext cx="612000" cy="612000"/>
          </a:xfrm>
          <a:prstGeom prst="rect">
            <a:avLst/>
          </a:prstGeom>
          <a:noFill/>
          <a:ln>
            <a:noFill/>
          </a:ln>
        </p:spPr>
      </p:sp>
      <p:sp>
        <p:nvSpPr>
          <p:cNvPr id="89" name="Google Shape;89;p36"/>
          <p:cNvSpPr txBox="1"/>
          <p:nvPr>
            <p:ph idx="30" type="body"/>
          </p:nvPr>
        </p:nvSpPr>
        <p:spPr>
          <a:xfrm>
            <a:off x="4872468" y="5373217"/>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0" name="Google Shape;90;p36"/>
          <p:cNvSpPr txBox="1"/>
          <p:nvPr>
            <p:ph idx="31" type="body"/>
          </p:nvPr>
        </p:nvSpPr>
        <p:spPr>
          <a:xfrm>
            <a:off x="4872466" y="575239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91" name="Google Shape;91;p36"/>
          <p:cNvCxnSpPr>
            <a:stCxn id="45" idx="2"/>
            <a:endCxn id="86" idx="0"/>
          </p:cNvCxnSpPr>
          <p:nvPr/>
        </p:nvCxnSpPr>
        <p:spPr>
          <a:xfrm rot="5400000">
            <a:off x="5137939" y="3473452"/>
            <a:ext cx="2101800" cy="1501200"/>
          </a:xfrm>
          <a:prstGeom prst="bentConnector3">
            <a:avLst>
              <a:gd fmla="val 85255" name="adj1"/>
            </a:avLst>
          </a:prstGeom>
          <a:noFill/>
          <a:ln cap="flat" cmpd="sng" w="12700">
            <a:solidFill>
              <a:srgbClr val="E24048"/>
            </a:solidFill>
            <a:prstDash val="solid"/>
            <a:miter lim="8000"/>
            <a:headEnd len="sm" w="sm" type="none"/>
            <a:tailEnd len="lg" w="lg" type="stealth"/>
          </a:ln>
        </p:spPr>
      </p:cxnSp>
      <p:cxnSp>
        <p:nvCxnSpPr>
          <p:cNvPr id="92" name="Google Shape;92;p36"/>
          <p:cNvCxnSpPr>
            <a:stCxn id="45" idx="2"/>
            <a:endCxn id="81" idx="0"/>
          </p:cNvCxnSpPr>
          <p:nvPr/>
        </p:nvCxnSpPr>
        <p:spPr>
          <a:xfrm flipH="1" rot="-5400000">
            <a:off x="6724639" y="3387952"/>
            <a:ext cx="2101800" cy="1672200"/>
          </a:xfrm>
          <a:prstGeom prst="bentConnector3">
            <a:avLst>
              <a:gd fmla="val 85255" name="adj1"/>
            </a:avLst>
          </a:prstGeom>
          <a:noFill/>
          <a:ln cap="flat" cmpd="sng" w="12700">
            <a:solidFill>
              <a:srgbClr val="E24048"/>
            </a:solidFill>
            <a:prstDash val="solid"/>
            <a:miter lim="8000"/>
            <a:headEnd len="sm" w="sm" type="none"/>
            <a:tailEnd len="lg" w="lg" type="stealth"/>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3">
    <p:spTree>
      <p:nvGrpSpPr>
        <p:cNvPr id="93" name="Shape 93"/>
        <p:cNvGrpSpPr/>
        <p:nvPr/>
      </p:nvGrpSpPr>
      <p:grpSpPr>
        <a:xfrm>
          <a:off x="0" y="0"/>
          <a:ext cx="0" cy="0"/>
          <a:chOff x="0" y="0"/>
          <a:chExt cx="0" cy="0"/>
        </a:xfrm>
      </p:grpSpPr>
      <p:sp>
        <p:nvSpPr>
          <p:cNvPr id="94" name="Google Shape;94;p37"/>
          <p:cNvSpPr/>
          <p:nvPr/>
        </p:nvSpPr>
        <p:spPr>
          <a:xfrm>
            <a:off x="6288463" y="1528423"/>
            <a:ext cx="2697054" cy="709752"/>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5" name="Google Shape;95;p37"/>
          <p:cNvSpPr/>
          <p:nvPr/>
        </p:nvSpPr>
        <p:spPr>
          <a:xfrm>
            <a:off x="6329084" y="1569483"/>
            <a:ext cx="599592" cy="599592"/>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6" name="Google Shape;96;p37"/>
          <p:cNvSpPr txBox="1"/>
          <p:nvPr/>
        </p:nvSpPr>
        <p:spPr>
          <a:xfrm>
            <a:off x="264160" y="6571964"/>
            <a:ext cx="531901" cy="2134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97" name="Google Shape;97;p37"/>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98" name="Google Shape;98;p37"/>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99" name="Google Shape;99;p37"/>
          <p:cNvSpPr txBox="1"/>
          <p:nvPr>
            <p:ph idx="1" type="body"/>
          </p:nvPr>
        </p:nvSpPr>
        <p:spPr>
          <a:xfrm>
            <a:off x="245364" y="97790"/>
            <a:ext cx="11679936" cy="4270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00" name="Google Shape;100;p37"/>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01" name="Google Shape;101;p37"/>
          <p:cNvSpPr/>
          <p:nvPr>
            <p:ph idx="2" type="pic"/>
          </p:nvPr>
        </p:nvSpPr>
        <p:spPr>
          <a:xfrm>
            <a:off x="6383101" y="1625470"/>
            <a:ext cx="501564" cy="501564"/>
          </a:xfrm>
          <a:prstGeom prst="rect">
            <a:avLst/>
          </a:prstGeom>
          <a:noFill/>
          <a:ln>
            <a:noFill/>
          </a:ln>
        </p:spPr>
      </p:sp>
      <p:sp>
        <p:nvSpPr>
          <p:cNvPr id="102" name="Google Shape;102;p37"/>
          <p:cNvSpPr txBox="1"/>
          <p:nvPr>
            <p:ph idx="3" type="body"/>
          </p:nvPr>
        </p:nvSpPr>
        <p:spPr>
          <a:xfrm>
            <a:off x="6981151" y="1552034"/>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3" name="Google Shape;103;p37"/>
          <p:cNvSpPr txBox="1"/>
          <p:nvPr>
            <p:ph idx="4" type="body"/>
          </p:nvPr>
        </p:nvSpPr>
        <p:spPr>
          <a:xfrm>
            <a:off x="6981149" y="1886236"/>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37"/>
          <p:cNvSpPr/>
          <p:nvPr/>
        </p:nvSpPr>
        <p:spPr>
          <a:xfrm>
            <a:off x="383076" y="1528423"/>
            <a:ext cx="2697054" cy="709752"/>
          </a:xfrm>
          <a:prstGeom prst="roundRect">
            <a:avLst>
              <a:gd fmla="val 12331" name="adj"/>
            </a:avLst>
          </a:prstGeom>
          <a:solidFill>
            <a:srgbClr val="F2F2F2"/>
          </a:solidFill>
          <a:ln cap="flat" cmpd="sng" w="12700">
            <a:solidFill>
              <a:srgbClr val="6E8C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5" name="Google Shape;105;p37"/>
          <p:cNvSpPr/>
          <p:nvPr/>
        </p:nvSpPr>
        <p:spPr>
          <a:xfrm>
            <a:off x="423697" y="1569483"/>
            <a:ext cx="599592" cy="599592"/>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6" name="Google Shape;106;p37"/>
          <p:cNvSpPr/>
          <p:nvPr>
            <p:ph idx="5" type="pic"/>
          </p:nvPr>
        </p:nvSpPr>
        <p:spPr>
          <a:xfrm>
            <a:off x="477714" y="1625470"/>
            <a:ext cx="501564" cy="501564"/>
          </a:xfrm>
          <a:prstGeom prst="rect">
            <a:avLst/>
          </a:prstGeom>
          <a:noFill/>
          <a:ln>
            <a:noFill/>
          </a:ln>
        </p:spPr>
      </p:sp>
      <p:sp>
        <p:nvSpPr>
          <p:cNvPr id="107" name="Google Shape;107;p37"/>
          <p:cNvSpPr txBox="1"/>
          <p:nvPr>
            <p:ph idx="6" type="body"/>
          </p:nvPr>
        </p:nvSpPr>
        <p:spPr>
          <a:xfrm>
            <a:off x="1075764" y="1552034"/>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8" name="Google Shape;108;p37"/>
          <p:cNvSpPr txBox="1"/>
          <p:nvPr>
            <p:ph idx="7" type="body"/>
          </p:nvPr>
        </p:nvSpPr>
        <p:spPr>
          <a:xfrm>
            <a:off x="1075762" y="1886236"/>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9" name="Google Shape;109;p37"/>
          <p:cNvSpPr/>
          <p:nvPr/>
        </p:nvSpPr>
        <p:spPr>
          <a:xfrm>
            <a:off x="6288463" y="2529092"/>
            <a:ext cx="2697054" cy="709752"/>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0" name="Google Shape;110;p37"/>
          <p:cNvSpPr/>
          <p:nvPr/>
        </p:nvSpPr>
        <p:spPr>
          <a:xfrm>
            <a:off x="6329084" y="2570152"/>
            <a:ext cx="599592" cy="599592"/>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1" name="Google Shape;111;p37"/>
          <p:cNvSpPr/>
          <p:nvPr>
            <p:ph idx="8" type="pic"/>
          </p:nvPr>
        </p:nvSpPr>
        <p:spPr>
          <a:xfrm>
            <a:off x="6383101" y="2626139"/>
            <a:ext cx="501564" cy="501564"/>
          </a:xfrm>
          <a:prstGeom prst="rect">
            <a:avLst/>
          </a:prstGeom>
          <a:noFill/>
          <a:ln>
            <a:noFill/>
          </a:ln>
        </p:spPr>
      </p:sp>
      <p:sp>
        <p:nvSpPr>
          <p:cNvPr id="112" name="Google Shape;112;p37"/>
          <p:cNvSpPr txBox="1"/>
          <p:nvPr>
            <p:ph idx="9" type="body"/>
          </p:nvPr>
        </p:nvSpPr>
        <p:spPr>
          <a:xfrm>
            <a:off x="6981151" y="255270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3" name="Google Shape;113;p37"/>
          <p:cNvSpPr txBox="1"/>
          <p:nvPr>
            <p:ph idx="13" type="body"/>
          </p:nvPr>
        </p:nvSpPr>
        <p:spPr>
          <a:xfrm>
            <a:off x="6981149" y="288690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4" name="Google Shape;114;p37"/>
          <p:cNvSpPr/>
          <p:nvPr/>
        </p:nvSpPr>
        <p:spPr>
          <a:xfrm>
            <a:off x="3313410" y="2529092"/>
            <a:ext cx="2697054" cy="709752"/>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5" name="Google Shape;115;p37"/>
          <p:cNvSpPr/>
          <p:nvPr/>
        </p:nvSpPr>
        <p:spPr>
          <a:xfrm>
            <a:off x="3358810" y="2570152"/>
            <a:ext cx="599592" cy="599592"/>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6" name="Google Shape;116;p37"/>
          <p:cNvSpPr/>
          <p:nvPr>
            <p:ph idx="14" type="pic"/>
          </p:nvPr>
        </p:nvSpPr>
        <p:spPr>
          <a:xfrm>
            <a:off x="3412827" y="2626139"/>
            <a:ext cx="501564" cy="501564"/>
          </a:xfrm>
          <a:prstGeom prst="rect">
            <a:avLst/>
          </a:prstGeom>
          <a:noFill/>
          <a:ln>
            <a:noFill/>
          </a:ln>
        </p:spPr>
      </p:sp>
      <p:sp>
        <p:nvSpPr>
          <p:cNvPr id="117" name="Google Shape;117;p37"/>
          <p:cNvSpPr txBox="1"/>
          <p:nvPr>
            <p:ph idx="15" type="body"/>
          </p:nvPr>
        </p:nvSpPr>
        <p:spPr>
          <a:xfrm>
            <a:off x="4010877" y="255270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8" name="Google Shape;118;p37"/>
          <p:cNvSpPr txBox="1"/>
          <p:nvPr>
            <p:ph idx="16" type="body"/>
          </p:nvPr>
        </p:nvSpPr>
        <p:spPr>
          <a:xfrm>
            <a:off x="4010875" y="288690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9" name="Google Shape;119;p37"/>
          <p:cNvSpPr/>
          <p:nvPr/>
        </p:nvSpPr>
        <p:spPr>
          <a:xfrm>
            <a:off x="9244964" y="2529092"/>
            <a:ext cx="2697054" cy="709752"/>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0" name="Google Shape;120;p37"/>
          <p:cNvSpPr/>
          <p:nvPr/>
        </p:nvSpPr>
        <p:spPr>
          <a:xfrm>
            <a:off x="9285585" y="2570152"/>
            <a:ext cx="599592" cy="599592"/>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1" name="Google Shape;121;p37"/>
          <p:cNvSpPr/>
          <p:nvPr>
            <p:ph idx="17" type="pic"/>
          </p:nvPr>
        </p:nvSpPr>
        <p:spPr>
          <a:xfrm>
            <a:off x="9339602" y="2626139"/>
            <a:ext cx="501564" cy="501564"/>
          </a:xfrm>
          <a:prstGeom prst="rect">
            <a:avLst/>
          </a:prstGeom>
          <a:noFill/>
          <a:ln>
            <a:noFill/>
          </a:ln>
        </p:spPr>
      </p:sp>
      <p:sp>
        <p:nvSpPr>
          <p:cNvPr id="122" name="Google Shape;122;p37"/>
          <p:cNvSpPr txBox="1"/>
          <p:nvPr>
            <p:ph idx="18" type="body"/>
          </p:nvPr>
        </p:nvSpPr>
        <p:spPr>
          <a:xfrm>
            <a:off x="9937652" y="255270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3" name="Google Shape;123;p37"/>
          <p:cNvSpPr txBox="1"/>
          <p:nvPr>
            <p:ph idx="19" type="body"/>
          </p:nvPr>
        </p:nvSpPr>
        <p:spPr>
          <a:xfrm>
            <a:off x="9937650" y="288690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37"/>
          <p:cNvSpPr/>
          <p:nvPr/>
        </p:nvSpPr>
        <p:spPr>
          <a:xfrm>
            <a:off x="9244964" y="3510398"/>
            <a:ext cx="2697054" cy="709752"/>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5" name="Google Shape;125;p37"/>
          <p:cNvSpPr/>
          <p:nvPr/>
        </p:nvSpPr>
        <p:spPr>
          <a:xfrm>
            <a:off x="9285585" y="3551458"/>
            <a:ext cx="599592" cy="599592"/>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 name="Google Shape;126;p37"/>
          <p:cNvSpPr/>
          <p:nvPr>
            <p:ph idx="20" type="pic"/>
          </p:nvPr>
        </p:nvSpPr>
        <p:spPr>
          <a:xfrm>
            <a:off x="9339602" y="3607445"/>
            <a:ext cx="501564" cy="501564"/>
          </a:xfrm>
          <a:prstGeom prst="rect">
            <a:avLst/>
          </a:prstGeom>
          <a:noFill/>
          <a:ln>
            <a:noFill/>
          </a:ln>
        </p:spPr>
      </p:sp>
      <p:sp>
        <p:nvSpPr>
          <p:cNvPr id="127" name="Google Shape;127;p37"/>
          <p:cNvSpPr txBox="1"/>
          <p:nvPr>
            <p:ph idx="21" type="body"/>
          </p:nvPr>
        </p:nvSpPr>
        <p:spPr>
          <a:xfrm>
            <a:off x="9937652" y="3534009"/>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8" name="Google Shape;128;p37"/>
          <p:cNvSpPr txBox="1"/>
          <p:nvPr>
            <p:ph idx="22" type="body"/>
          </p:nvPr>
        </p:nvSpPr>
        <p:spPr>
          <a:xfrm>
            <a:off x="9937650" y="3868211"/>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9" name="Google Shape;129;p37"/>
          <p:cNvSpPr/>
          <p:nvPr/>
        </p:nvSpPr>
        <p:spPr>
          <a:xfrm>
            <a:off x="383076" y="2527033"/>
            <a:ext cx="2697054" cy="709752"/>
          </a:xfrm>
          <a:prstGeom prst="roundRect">
            <a:avLst>
              <a:gd fmla="val 12331" name="adj"/>
            </a:avLst>
          </a:prstGeom>
          <a:solidFill>
            <a:srgbClr val="F2F2F2"/>
          </a:solidFill>
          <a:ln cap="flat" cmpd="sng" w="12700">
            <a:solidFill>
              <a:srgbClr val="6E8C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0" name="Google Shape;130;p37"/>
          <p:cNvSpPr/>
          <p:nvPr/>
        </p:nvSpPr>
        <p:spPr>
          <a:xfrm>
            <a:off x="423697" y="2568093"/>
            <a:ext cx="599592" cy="599592"/>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1" name="Google Shape;131;p37"/>
          <p:cNvSpPr/>
          <p:nvPr>
            <p:ph idx="23" type="pic"/>
          </p:nvPr>
        </p:nvSpPr>
        <p:spPr>
          <a:xfrm>
            <a:off x="477714" y="2624080"/>
            <a:ext cx="501564" cy="501564"/>
          </a:xfrm>
          <a:prstGeom prst="rect">
            <a:avLst/>
          </a:prstGeom>
          <a:noFill/>
          <a:ln>
            <a:noFill/>
          </a:ln>
        </p:spPr>
      </p:sp>
      <p:sp>
        <p:nvSpPr>
          <p:cNvPr id="132" name="Google Shape;132;p37"/>
          <p:cNvSpPr txBox="1"/>
          <p:nvPr>
            <p:ph idx="24" type="body"/>
          </p:nvPr>
        </p:nvSpPr>
        <p:spPr>
          <a:xfrm>
            <a:off x="1075764" y="2550644"/>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3" name="Google Shape;133;p37"/>
          <p:cNvSpPr txBox="1"/>
          <p:nvPr>
            <p:ph idx="25" type="body"/>
          </p:nvPr>
        </p:nvSpPr>
        <p:spPr>
          <a:xfrm>
            <a:off x="1075762" y="2884846"/>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4" name="Google Shape;134;p37"/>
          <p:cNvSpPr/>
          <p:nvPr/>
        </p:nvSpPr>
        <p:spPr>
          <a:xfrm>
            <a:off x="383076" y="3503216"/>
            <a:ext cx="2697054" cy="709752"/>
          </a:xfrm>
          <a:prstGeom prst="roundRect">
            <a:avLst>
              <a:gd fmla="val 12331" name="adj"/>
            </a:avLst>
          </a:prstGeom>
          <a:solidFill>
            <a:srgbClr val="F2F2F2"/>
          </a:solidFill>
          <a:ln cap="flat" cmpd="sng" w="12700">
            <a:solidFill>
              <a:srgbClr val="6E8C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5" name="Google Shape;135;p37"/>
          <p:cNvSpPr/>
          <p:nvPr/>
        </p:nvSpPr>
        <p:spPr>
          <a:xfrm>
            <a:off x="423697" y="3544276"/>
            <a:ext cx="599592" cy="599592"/>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6" name="Google Shape;136;p37"/>
          <p:cNvSpPr/>
          <p:nvPr>
            <p:ph idx="26" type="pic"/>
          </p:nvPr>
        </p:nvSpPr>
        <p:spPr>
          <a:xfrm>
            <a:off x="477714" y="3600263"/>
            <a:ext cx="501564" cy="501564"/>
          </a:xfrm>
          <a:prstGeom prst="rect">
            <a:avLst/>
          </a:prstGeom>
          <a:noFill/>
          <a:ln>
            <a:noFill/>
          </a:ln>
        </p:spPr>
      </p:sp>
      <p:sp>
        <p:nvSpPr>
          <p:cNvPr id="137" name="Google Shape;137;p37"/>
          <p:cNvSpPr txBox="1"/>
          <p:nvPr>
            <p:ph idx="27" type="body"/>
          </p:nvPr>
        </p:nvSpPr>
        <p:spPr>
          <a:xfrm>
            <a:off x="1075764" y="3526827"/>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8" name="Google Shape;138;p37"/>
          <p:cNvSpPr txBox="1"/>
          <p:nvPr>
            <p:ph idx="28" type="body"/>
          </p:nvPr>
        </p:nvSpPr>
        <p:spPr>
          <a:xfrm>
            <a:off x="1075762" y="3861029"/>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9" name="Google Shape;139;p37"/>
          <p:cNvSpPr/>
          <p:nvPr/>
        </p:nvSpPr>
        <p:spPr>
          <a:xfrm>
            <a:off x="4672206" y="4738892"/>
            <a:ext cx="2697054" cy="709752"/>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0" name="Google Shape;140;p37"/>
          <p:cNvSpPr/>
          <p:nvPr/>
        </p:nvSpPr>
        <p:spPr>
          <a:xfrm>
            <a:off x="4712827" y="4779952"/>
            <a:ext cx="599592" cy="599592"/>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1" name="Google Shape;141;p37"/>
          <p:cNvSpPr/>
          <p:nvPr>
            <p:ph idx="29" type="pic"/>
          </p:nvPr>
        </p:nvSpPr>
        <p:spPr>
          <a:xfrm>
            <a:off x="4766844" y="4835939"/>
            <a:ext cx="501564" cy="501564"/>
          </a:xfrm>
          <a:prstGeom prst="rect">
            <a:avLst/>
          </a:prstGeom>
          <a:noFill/>
          <a:ln>
            <a:noFill/>
          </a:ln>
        </p:spPr>
      </p:sp>
      <p:sp>
        <p:nvSpPr>
          <p:cNvPr id="142" name="Google Shape;142;p37"/>
          <p:cNvSpPr txBox="1"/>
          <p:nvPr>
            <p:ph idx="30" type="body"/>
          </p:nvPr>
        </p:nvSpPr>
        <p:spPr>
          <a:xfrm>
            <a:off x="5364894" y="476250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3" name="Google Shape;143;p37"/>
          <p:cNvSpPr txBox="1"/>
          <p:nvPr>
            <p:ph idx="31" type="body"/>
          </p:nvPr>
        </p:nvSpPr>
        <p:spPr>
          <a:xfrm>
            <a:off x="5364892" y="509670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4" name="Google Shape;144;p37"/>
          <p:cNvSpPr/>
          <p:nvPr/>
        </p:nvSpPr>
        <p:spPr>
          <a:xfrm>
            <a:off x="7765512" y="4738892"/>
            <a:ext cx="2697054" cy="709752"/>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5" name="Google Shape;145;p37"/>
          <p:cNvSpPr/>
          <p:nvPr/>
        </p:nvSpPr>
        <p:spPr>
          <a:xfrm>
            <a:off x="7806133" y="4779952"/>
            <a:ext cx="599592" cy="599592"/>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6" name="Google Shape;146;p37"/>
          <p:cNvSpPr/>
          <p:nvPr>
            <p:ph idx="32" type="pic"/>
          </p:nvPr>
        </p:nvSpPr>
        <p:spPr>
          <a:xfrm>
            <a:off x="7860150" y="4835939"/>
            <a:ext cx="501564" cy="501564"/>
          </a:xfrm>
          <a:prstGeom prst="rect">
            <a:avLst/>
          </a:prstGeom>
          <a:noFill/>
          <a:ln>
            <a:noFill/>
          </a:ln>
        </p:spPr>
      </p:sp>
      <p:sp>
        <p:nvSpPr>
          <p:cNvPr id="147" name="Google Shape;147;p37"/>
          <p:cNvSpPr txBox="1"/>
          <p:nvPr>
            <p:ph idx="33" type="body"/>
          </p:nvPr>
        </p:nvSpPr>
        <p:spPr>
          <a:xfrm>
            <a:off x="8458200" y="476250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8" name="Google Shape;148;p37"/>
          <p:cNvSpPr txBox="1"/>
          <p:nvPr>
            <p:ph idx="34" type="body"/>
          </p:nvPr>
        </p:nvSpPr>
        <p:spPr>
          <a:xfrm>
            <a:off x="8458198" y="509670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9" name="Google Shape;149;p37"/>
          <p:cNvSpPr/>
          <p:nvPr/>
        </p:nvSpPr>
        <p:spPr>
          <a:xfrm>
            <a:off x="3313410" y="3510398"/>
            <a:ext cx="2697054" cy="709752"/>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0" name="Google Shape;150;p37"/>
          <p:cNvSpPr/>
          <p:nvPr/>
        </p:nvSpPr>
        <p:spPr>
          <a:xfrm>
            <a:off x="3349252" y="3551458"/>
            <a:ext cx="599592" cy="599592"/>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1" name="Google Shape;151;p37"/>
          <p:cNvSpPr/>
          <p:nvPr>
            <p:ph idx="35" type="pic"/>
          </p:nvPr>
        </p:nvSpPr>
        <p:spPr>
          <a:xfrm>
            <a:off x="3403269" y="3607445"/>
            <a:ext cx="501564" cy="501564"/>
          </a:xfrm>
          <a:prstGeom prst="rect">
            <a:avLst/>
          </a:prstGeom>
          <a:noFill/>
          <a:ln>
            <a:noFill/>
          </a:ln>
        </p:spPr>
      </p:sp>
      <p:sp>
        <p:nvSpPr>
          <p:cNvPr id="152" name="Google Shape;152;p37"/>
          <p:cNvSpPr txBox="1"/>
          <p:nvPr>
            <p:ph idx="36" type="body"/>
          </p:nvPr>
        </p:nvSpPr>
        <p:spPr>
          <a:xfrm>
            <a:off x="4001319" y="3534009"/>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3" name="Google Shape;153;p37"/>
          <p:cNvSpPr txBox="1"/>
          <p:nvPr>
            <p:ph idx="37" type="body"/>
          </p:nvPr>
        </p:nvSpPr>
        <p:spPr>
          <a:xfrm>
            <a:off x="4001317" y="3868211"/>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4" name="Google Shape;154;p37"/>
          <p:cNvSpPr/>
          <p:nvPr/>
        </p:nvSpPr>
        <p:spPr>
          <a:xfrm>
            <a:off x="6288463" y="3498699"/>
            <a:ext cx="2697054" cy="709752"/>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5" name="Google Shape;155;p37"/>
          <p:cNvSpPr/>
          <p:nvPr/>
        </p:nvSpPr>
        <p:spPr>
          <a:xfrm>
            <a:off x="6329084" y="3539759"/>
            <a:ext cx="599592" cy="599592"/>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6" name="Google Shape;156;p37"/>
          <p:cNvSpPr/>
          <p:nvPr>
            <p:ph idx="38" type="pic"/>
          </p:nvPr>
        </p:nvSpPr>
        <p:spPr>
          <a:xfrm>
            <a:off x="6383101" y="3595746"/>
            <a:ext cx="501564" cy="501564"/>
          </a:xfrm>
          <a:prstGeom prst="rect">
            <a:avLst/>
          </a:prstGeom>
          <a:noFill/>
          <a:ln>
            <a:noFill/>
          </a:ln>
        </p:spPr>
      </p:sp>
      <p:sp>
        <p:nvSpPr>
          <p:cNvPr id="157" name="Google Shape;157;p37"/>
          <p:cNvSpPr txBox="1"/>
          <p:nvPr>
            <p:ph idx="39" type="body"/>
          </p:nvPr>
        </p:nvSpPr>
        <p:spPr>
          <a:xfrm>
            <a:off x="6981151" y="3522310"/>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8" name="Google Shape;158;p37"/>
          <p:cNvSpPr txBox="1"/>
          <p:nvPr>
            <p:ph idx="40" type="body"/>
          </p:nvPr>
        </p:nvSpPr>
        <p:spPr>
          <a:xfrm>
            <a:off x="6981149" y="3856512"/>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159" name="Google Shape;159;p37"/>
          <p:cNvCxnSpPr>
            <a:stCxn id="94" idx="2"/>
            <a:endCxn id="109" idx="0"/>
          </p:cNvCxnSpPr>
          <p:nvPr/>
        </p:nvCxnSpPr>
        <p:spPr>
          <a:xfrm>
            <a:off x="7636990" y="2238175"/>
            <a:ext cx="0" cy="291000"/>
          </a:xfrm>
          <a:prstGeom prst="straightConnector1">
            <a:avLst/>
          </a:prstGeom>
          <a:noFill/>
          <a:ln cap="flat" cmpd="sng" w="9525">
            <a:solidFill>
              <a:srgbClr val="E24048"/>
            </a:solidFill>
            <a:prstDash val="solid"/>
            <a:miter lim="8000"/>
            <a:headEnd len="sm" w="sm" type="none"/>
            <a:tailEnd len="med" w="med" type="stealth"/>
          </a:ln>
        </p:spPr>
      </p:cxnSp>
      <p:cxnSp>
        <p:nvCxnSpPr>
          <p:cNvPr id="160" name="Google Shape;160;p37"/>
          <p:cNvCxnSpPr>
            <a:stCxn id="109" idx="2"/>
            <a:endCxn id="154" idx="0"/>
          </p:cNvCxnSpPr>
          <p:nvPr/>
        </p:nvCxnSpPr>
        <p:spPr>
          <a:xfrm>
            <a:off x="7636990" y="3238844"/>
            <a:ext cx="0" cy="259800"/>
          </a:xfrm>
          <a:prstGeom prst="straightConnector1">
            <a:avLst/>
          </a:prstGeom>
          <a:noFill/>
          <a:ln cap="flat" cmpd="sng" w="9525">
            <a:solidFill>
              <a:srgbClr val="E24048"/>
            </a:solidFill>
            <a:prstDash val="solid"/>
            <a:miter lim="8000"/>
            <a:headEnd len="sm" w="sm" type="none"/>
            <a:tailEnd len="med" w="med" type="stealth"/>
          </a:ln>
        </p:spPr>
      </p:cxnSp>
      <p:cxnSp>
        <p:nvCxnSpPr>
          <p:cNvPr id="161" name="Google Shape;161;p37"/>
          <p:cNvCxnSpPr>
            <a:stCxn id="119" idx="2"/>
            <a:endCxn id="124" idx="0"/>
          </p:cNvCxnSpPr>
          <p:nvPr/>
        </p:nvCxnSpPr>
        <p:spPr>
          <a:xfrm>
            <a:off x="10593491" y="3238844"/>
            <a:ext cx="0" cy="271500"/>
          </a:xfrm>
          <a:prstGeom prst="straightConnector1">
            <a:avLst/>
          </a:prstGeom>
          <a:noFill/>
          <a:ln cap="flat" cmpd="sng" w="9525">
            <a:solidFill>
              <a:srgbClr val="E24048"/>
            </a:solidFill>
            <a:prstDash val="solid"/>
            <a:miter lim="8000"/>
            <a:headEnd len="sm" w="sm" type="none"/>
            <a:tailEnd len="med" w="med" type="stealth"/>
          </a:ln>
        </p:spPr>
      </p:cxnSp>
      <p:cxnSp>
        <p:nvCxnSpPr>
          <p:cNvPr id="162" name="Google Shape;162;p37"/>
          <p:cNvCxnSpPr>
            <a:stCxn id="114" idx="2"/>
            <a:endCxn id="149" idx="0"/>
          </p:cNvCxnSpPr>
          <p:nvPr/>
        </p:nvCxnSpPr>
        <p:spPr>
          <a:xfrm>
            <a:off x="4661937" y="3238844"/>
            <a:ext cx="0" cy="271500"/>
          </a:xfrm>
          <a:prstGeom prst="straightConnector1">
            <a:avLst/>
          </a:prstGeom>
          <a:noFill/>
          <a:ln cap="flat" cmpd="sng" w="9525">
            <a:solidFill>
              <a:srgbClr val="E24048"/>
            </a:solidFill>
            <a:prstDash val="solid"/>
            <a:miter lim="8000"/>
            <a:headEnd len="sm" w="sm" type="none"/>
            <a:tailEnd len="med" w="med" type="stealth"/>
          </a:ln>
        </p:spPr>
      </p:cxnSp>
      <p:cxnSp>
        <p:nvCxnSpPr>
          <p:cNvPr id="163" name="Google Shape;163;p37"/>
          <p:cNvCxnSpPr>
            <a:stCxn id="94" idx="2"/>
            <a:endCxn id="114" idx="0"/>
          </p:cNvCxnSpPr>
          <p:nvPr/>
        </p:nvCxnSpPr>
        <p:spPr>
          <a:xfrm rot="5400000">
            <a:off x="6003940" y="896125"/>
            <a:ext cx="291000" cy="2975100"/>
          </a:xfrm>
          <a:prstGeom prst="bentConnector3">
            <a:avLst>
              <a:gd fmla="val 50000" name="adj1"/>
            </a:avLst>
          </a:prstGeom>
          <a:noFill/>
          <a:ln cap="flat" cmpd="sng" w="9525">
            <a:solidFill>
              <a:srgbClr val="E24048"/>
            </a:solidFill>
            <a:prstDash val="solid"/>
            <a:miter lim="8000"/>
            <a:headEnd len="sm" w="sm" type="none"/>
            <a:tailEnd len="med" w="med" type="stealth"/>
          </a:ln>
        </p:spPr>
      </p:cxnSp>
      <p:cxnSp>
        <p:nvCxnSpPr>
          <p:cNvPr id="164" name="Google Shape;164;p37"/>
          <p:cNvCxnSpPr>
            <a:stCxn id="94" idx="2"/>
            <a:endCxn id="119" idx="0"/>
          </p:cNvCxnSpPr>
          <p:nvPr/>
        </p:nvCxnSpPr>
        <p:spPr>
          <a:xfrm flipH="1" rot="-5400000">
            <a:off x="8969740" y="905425"/>
            <a:ext cx="291000" cy="2956500"/>
          </a:xfrm>
          <a:prstGeom prst="bentConnector3">
            <a:avLst>
              <a:gd fmla="val 50000" name="adj1"/>
            </a:avLst>
          </a:prstGeom>
          <a:noFill/>
          <a:ln cap="flat" cmpd="sng" w="9525">
            <a:solidFill>
              <a:srgbClr val="E24048"/>
            </a:solidFill>
            <a:prstDash val="solid"/>
            <a:miter lim="8000"/>
            <a:headEnd len="sm" w="sm" type="none"/>
            <a:tailEnd len="med" w="med" type="stealth"/>
          </a:ln>
        </p:spPr>
      </p:cxnSp>
      <p:cxnSp>
        <p:nvCxnSpPr>
          <p:cNvPr id="165" name="Google Shape;165;p37"/>
          <p:cNvCxnSpPr>
            <a:stCxn id="154" idx="2"/>
            <a:endCxn id="139" idx="0"/>
          </p:cNvCxnSpPr>
          <p:nvPr/>
        </p:nvCxnSpPr>
        <p:spPr>
          <a:xfrm rot="5400000">
            <a:off x="6563590" y="3665451"/>
            <a:ext cx="530400" cy="1616400"/>
          </a:xfrm>
          <a:prstGeom prst="bentConnector3">
            <a:avLst>
              <a:gd fmla="val 50000" name="adj1"/>
            </a:avLst>
          </a:prstGeom>
          <a:noFill/>
          <a:ln cap="flat" cmpd="sng" w="9525">
            <a:solidFill>
              <a:srgbClr val="E24048"/>
            </a:solidFill>
            <a:prstDash val="solid"/>
            <a:miter lim="8000"/>
            <a:headEnd len="sm" w="sm" type="none"/>
            <a:tailEnd len="med" w="med" type="stealth"/>
          </a:ln>
        </p:spPr>
      </p:cxnSp>
      <p:cxnSp>
        <p:nvCxnSpPr>
          <p:cNvPr id="166" name="Google Shape;166;p37"/>
          <p:cNvCxnSpPr>
            <a:stCxn id="154" idx="2"/>
            <a:endCxn id="144" idx="0"/>
          </p:cNvCxnSpPr>
          <p:nvPr/>
        </p:nvCxnSpPr>
        <p:spPr>
          <a:xfrm flipH="1" rot="-5400000">
            <a:off x="8110240" y="3735201"/>
            <a:ext cx="530400" cy="1476900"/>
          </a:xfrm>
          <a:prstGeom prst="bentConnector3">
            <a:avLst>
              <a:gd fmla="val 50000" name="adj1"/>
            </a:avLst>
          </a:prstGeom>
          <a:noFill/>
          <a:ln cap="flat" cmpd="sng" w="9525">
            <a:solidFill>
              <a:srgbClr val="E24048"/>
            </a:solidFill>
            <a:prstDash val="solid"/>
            <a:miter lim="8000"/>
            <a:headEnd len="sm" w="sm" type="none"/>
            <a:tailEnd len="med" w="med" type="stealth"/>
          </a:ln>
        </p:spPr>
      </p:cxnSp>
      <p:sp>
        <p:nvSpPr>
          <p:cNvPr id="167" name="Google Shape;167;p37"/>
          <p:cNvSpPr/>
          <p:nvPr/>
        </p:nvSpPr>
        <p:spPr>
          <a:xfrm>
            <a:off x="383076" y="4434092"/>
            <a:ext cx="2697054" cy="709752"/>
          </a:xfrm>
          <a:prstGeom prst="roundRect">
            <a:avLst>
              <a:gd fmla="val 12331" name="adj"/>
            </a:avLst>
          </a:prstGeom>
          <a:solidFill>
            <a:srgbClr val="F2F2F2"/>
          </a:solidFill>
          <a:ln cap="flat" cmpd="sng" w="12700">
            <a:solidFill>
              <a:srgbClr val="6E8C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8" name="Google Shape;168;p37"/>
          <p:cNvSpPr/>
          <p:nvPr/>
        </p:nvSpPr>
        <p:spPr>
          <a:xfrm>
            <a:off x="423697" y="4475152"/>
            <a:ext cx="599592" cy="599592"/>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9" name="Google Shape;169;p37"/>
          <p:cNvSpPr/>
          <p:nvPr>
            <p:ph idx="41" type="pic"/>
          </p:nvPr>
        </p:nvSpPr>
        <p:spPr>
          <a:xfrm>
            <a:off x="477714" y="4531139"/>
            <a:ext cx="501564" cy="501564"/>
          </a:xfrm>
          <a:prstGeom prst="rect">
            <a:avLst/>
          </a:prstGeom>
          <a:noFill/>
          <a:ln>
            <a:noFill/>
          </a:ln>
        </p:spPr>
      </p:sp>
      <p:sp>
        <p:nvSpPr>
          <p:cNvPr id="170" name="Google Shape;170;p37"/>
          <p:cNvSpPr txBox="1"/>
          <p:nvPr>
            <p:ph idx="42" type="body"/>
          </p:nvPr>
        </p:nvSpPr>
        <p:spPr>
          <a:xfrm>
            <a:off x="1075764" y="445770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1" name="Google Shape;171;p37"/>
          <p:cNvSpPr txBox="1"/>
          <p:nvPr>
            <p:ph idx="43" type="body"/>
          </p:nvPr>
        </p:nvSpPr>
        <p:spPr>
          <a:xfrm>
            <a:off x="1075762" y="479190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2" name="Google Shape;172;p37"/>
          <p:cNvSpPr/>
          <p:nvPr/>
        </p:nvSpPr>
        <p:spPr>
          <a:xfrm>
            <a:off x="383076" y="5348492"/>
            <a:ext cx="2697054" cy="709752"/>
          </a:xfrm>
          <a:prstGeom prst="roundRect">
            <a:avLst>
              <a:gd fmla="val 12331" name="adj"/>
            </a:avLst>
          </a:prstGeom>
          <a:solidFill>
            <a:srgbClr val="F2F2F2"/>
          </a:solidFill>
          <a:ln cap="flat" cmpd="sng" w="12700">
            <a:solidFill>
              <a:srgbClr val="6E8C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3" name="Google Shape;173;p37"/>
          <p:cNvSpPr/>
          <p:nvPr/>
        </p:nvSpPr>
        <p:spPr>
          <a:xfrm>
            <a:off x="423697" y="5389552"/>
            <a:ext cx="599592" cy="599592"/>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4" name="Google Shape;174;p37"/>
          <p:cNvSpPr/>
          <p:nvPr>
            <p:ph idx="44" type="pic"/>
          </p:nvPr>
        </p:nvSpPr>
        <p:spPr>
          <a:xfrm>
            <a:off x="477714" y="5445539"/>
            <a:ext cx="501564" cy="501564"/>
          </a:xfrm>
          <a:prstGeom prst="rect">
            <a:avLst/>
          </a:prstGeom>
          <a:noFill/>
          <a:ln>
            <a:noFill/>
          </a:ln>
        </p:spPr>
      </p:sp>
      <p:sp>
        <p:nvSpPr>
          <p:cNvPr id="175" name="Google Shape;175;p37"/>
          <p:cNvSpPr txBox="1"/>
          <p:nvPr>
            <p:ph idx="45" type="body"/>
          </p:nvPr>
        </p:nvSpPr>
        <p:spPr>
          <a:xfrm>
            <a:off x="1075764" y="537210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6" name="Google Shape;176;p37"/>
          <p:cNvSpPr txBox="1"/>
          <p:nvPr>
            <p:ph idx="46" type="body"/>
          </p:nvPr>
        </p:nvSpPr>
        <p:spPr>
          <a:xfrm>
            <a:off x="1075762" y="570630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177" name="Google Shape;177;p37"/>
          <p:cNvCxnSpPr>
            <a:stCxn id="104" idx="2"/>
            <a:endCxn id="129" idx="0"/>
          </p:cNvCxnSpPr>
          <p:nvPr/>
        </p:nvCxnSpPr>
        <p:spPr>
          <a:xfrm>
            <a:off x="1731603" y="2238175"/>
            <a:ext cx="0" cy="288900"/>
          </a:xfrm>
          <a:prstGeom prst="straightConnector1">
            <a:avLst/>
          </a:prstGeom>
          <a:noFill/>
          <a:ln cap="flat" cmpd="sng" w="9525">
            <a:solidFill>
              <a:srgbClr val="E24048"/>
            </a:solidFill>
            <a:prstDash val="solid"/>
            <a:miter lim="8000"/>
            <a:headEnd len="sm" w="sm" type="none"/>
            <a:tailEnd len="med" w="med" type="stealth"/>
          </a:ln>
        </p:spPr>
      </p:cxnSp>
      <p:cxnSp>
        <p:nvCxnSpPr>
          <p:cNvPr id="178" name="Google Shape;178;p37"/>
          <p:cNvCxnSpPr>
            <a:stCxn id="129" idx="2"/>
            <a:endCxn id="134" idx="0"/>
          </p:cNvCxnSpPr>
          <p:nvPr/>
        </p:nvCxnSpPr>
        <p:spPr>
          <a:xfrm>
            <a:off x="1731603" y="3236785"/>
            <a:ext cx="0" cy="266400"/>
          </a:xfrm>
          <a:prstGeom prst="straightConnector1">
            <a:avLst/>
          </a:prstGeom>
          <a:noFill/>
          <a:ln cap="flat" cmpd="sng" w="9525">
            <a:solidFill>
              <a:srgbClr val="E24048"/>
            </a:solidFill>
            <a:prstDash val="solid"/>
            <a:miter lim="8000"/>
            <a:headEnd len="sm" w="sm" type="none"/>
            <a:tailEnd len="med" w="med" type="stealth"/>
          </a:ln>
        </p:spPr>
      </p:cxnSp>
      <p:cxnSp>
        <p:nvCxnSpPr>
          <p:cNvPr id="179" name="Google Shape;179;p37"/>
          <p:cNvCxnSpPr>
            <a:stCxn id="134" idx="2"/>
            <a:endCxn id="172" idx="1"/>
          </p:cNvCxnSpPr>
          <p:nvPr/>
        </p:nvCxnSpPr>
        <p:spPr>
          <a:xfrm rot="5400000">
            <a:off x="312153" y="4283918"/>
            <a:ext cx="1490400" cy="1348500"/>
          </a:xfrm>
          <a:prstGeom prst="bentConnector4">
            <a:avLst>
              <a:gd fmla="val 8072" name="adj1"/>
              <a:gd fmla="val 116954" name="adj2"/>
            </a:avLst>
          </a:prstGeom>
          <a:noFill/>
          <a:ln cap="flat" cmpd="sng" w="9525">
            <a:solidFill>
              <a:srgbClr val="E24048"/>
            </a:solidFill>
            <a:prstDash val="solid"/>
            <a:miter lim="8000"/>
            <a:headEnd len="sm" w="sm" type="none"/>
            <a:tailEnd len="med" w="med" type="stealth"/>
          </a:ln>
        </p:spPr>
      </p:cxnSp>
      <p:cxnSp>
        <p:nvCxnSpPr>
          <p:cNvPr id="180" name="Google Shape;180;p37"/>
          <p:cNvCxnSpPr>
            <a:stCxn id="134" idx="2"/>
            <a:endCxn id="167" idx="1"/>
          </p:cNvCxnSpPr>
          <p:nvPr/>
        </p:nvCxnSpPr>
        <p:spPr>
          <a:xfrm rot="5400000">
            <a:off x="769353" y="3826718"/>
            <a:ext cx="576000" cy="1348500"/>
          </a:xfrm>
          <a:prstGeom prst="bentConnector4">
            <a:avLst>
              <a:gd fmla="val 20321" name="adj1"/>
              <a:gd fmla="val 116954" name="adj2"/>
            </a:avLst>
          </a:prstGeom>
          <a:noFill/>
          <a:ln cap="flat" cmpd="sng" w="9525">
            <a:solidFill>
              <a:srgbClr val="E24048"/>
            </a:solidFill>
            <a:prstDash val="solid"/>
            <a:miter lim="8000"/>
            <a:headEnd len="sm" w="sm" type="none"/>
            <a:tailEnd len="med" w="med" type="stealth"/>
          </a:ln>
        </p:spPr>
      </p:cxnSp>
      <p:cxnSp>
        <p:nvCxnSpPr>
          <p:cNvPr id="181" name="Google Shape;181;p37"/>
          <p:cNvCxnSpPr/>
          <p:nvPr/>
        </p:nvCxnSpPr>
        <p:spPr>
          <a:xfrm>
            <a:off x="3208713" y="898071"/>
            <a:ext cx="0" cy="5402976"/>
          </a:xfrm>
          <a:prstGeom prst="straightConnector1">
            <a:avLst/>
          </a:prstGeom>
          <a:noFill/>
          <a:ln cap="flat" cmpd="sng" w="12700">
            <a:solidFill>
              <a:srgbClr val="AEABAB"/>
            </a:solidFill>
            <a:prstDash val="dash"/>
            <a:miter lim="8000"/>
            <a:headEnd len="sm" w="sm" type="none"/>
            <a:tailEnd len="sm" w="sm" type="none"/>
          </a:ln>
        </p:spPr>
      </p:cxnSp>
      <p:sp>
        <p:nvSpPr>
          <p:cNvPr id="182" name="Google Shape;182;p37"/>
          <p:cNvSpPr txBox="1"/>
          <p:nvPr>
            <p:ph idx="47" type="body"/>
          </p:nvPr>
        </p:nvSpPr>
        <p:spPr>
          <a:xfrm>
            <a:off x="489179" y="930275"/>
            <a:ext cx="2498725" cy="441325"/>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3" name="Google Shape;183;p37"/>
          <p:cNvSpPr txBox="1"/>
          <p:nvPr>
            <p:ph idx="48" type="body"/>
          </p:nvPr>
        </p:nvSpPr>
        <p:spPr>
          <a:xfrm>
            <a:off x="6384472" y="930275"/>
            <a:ext cx="2498725" cy="441325"/>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84" name="Shape 184"/>
        <p:cNvGrpSpPr/>
        <p:nvPr/>
      </p:nvGrpSpPr>
      <p:grpSpPr>
        <a:xfrm>
          <a:off x="0" y="0"/>
          <a:ext cx="0" cy="0"/>
          <a:chOff x="0" y="0"/>
          <a:chExt cx="0" cy="0"/>
        </a:xfrm>
      </p:grpSpPr>
      <p:sp>
        <p:nvSpPr>
          <p:cNvPr id="185" name="Google Shape;185;p38"/>
          <p:cNvSpPr txBox="1"/>
          <p:nvPr/>
        </p:nvSpPr>
        <p:spPr>
          <a:xfrm>
            <a:off x="264160" y="6571964"/>
            <a:ext cx="531901" cy="2134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86" name="Google Shape;186;p38"/>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87" name="Google Shape;187;p38"/>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88" name="Google Shape;188;p38"/>
          <p:cNvSpPr txBox="1"/>
          <p:nvPr>
            <p:ph idx="1" type="body"/>
          </p:nvPr>
        </p:nvSpPr>
        <p:spPr>
          <a:xfrm>
            <a:off x="245364" y="97790"/>
            <a:ext cx="11679936" cy="4270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89" name="Google Shape;189;p38"/>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90" name="Google Shape;190;p38"/>
          <p:cNvSpPr/>
          <p:nvPr>
            <p:ph idx="2" type="pic"/>
          </p:nvPr>
        </p:nvSpPr>
        <p:spPr>
          <a:xfrm>
            <a:off x="234168" y="1131888"/>
            <a:ext cx="3885769" cy="5141912"/>
          </a:xfrm>
          <a:prstGeom prst="rect">
            <a:avLst/>
          </a:prstGeom>
          <a:noFill/>
          <a:ln>
            <a:noFill/>
          </a:ln>
        </p:spPr>
      </p:sp>
      <p:sp>
        <p:nvSpPr>
          <p:cNvPr id="191" name="Google Shape;191;p38"/>
          <p:cNvSpPr txBox="1"/>
          <p:nvPr>
            <p:ph idx="3" type="body"/>
          </p:nvPr>
        </p:nvSpPr>
        <p:spPr>
          <a:xfrm>
            <a:off x="4340225" y="1131888"/>
            <a:ext cx="7585075" cy="5141912"/>
          </a:xfrm>
          <a:prstGeom prst="rect">
            <a:avLst/>
          </a:prstGeom>
          <a:noFill/>
          <a:ln>
            <a:noFill/>
          </a:ln>
        </p:spPr>
        <p:txBody>
          <a:bodyPr anchorCtr="0" anchor="t" bIns="45700" lIns="0" spcFirstLastPara="1" rIns="91425" wrap="square" tIns="45700">
            <a:noAutofit/>
          </a:bodyPr>
          <a:lstStyle>
            <a:lvl1pPr indent="-355600" lvl="0" marL="457200" marR="0" rtl="0" algn="l">
              <a:lnSpc>
                <a:spcPct val="90000"/>
              </a:lnSpc>
              <a:spcBef>
                <a:spcPts val="10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6">
    <p:spTree>
      <p:nvGrpSpPr>
        <p:cNvPr id="192" name="Shape 192"/>
        <p:cNvGrpSpPr/>
        <p:nvPr/>
      </p:nvGrpSpPr>
      <p:grpSpPr>
        <a:xfrm>
          <a:off x="0" y="0"/>
          <a:ext cx="0" cy="0"/>
          <a:chOff x="0" y="0"/>
          <a:chExt cx="0" cy="0"/>
        </a:xfrm>
      </p:grpSpPr>
      <p:sp>
        <p:nvSpPr>
          <p:cNvPr id="193" name="Google Shape;193;p41"/>
          <p:cNvSpPr txBox="1"/>
          <p:nvPr/>
        </p:nvSpPr>
        <p:spPr>
          <a:xfrm>
            <a:off x="264160" y="6571964"/>
            <a:ext cx="531901" cy="2134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94" name="Google Shape;194;p41"/>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95" name="Google Shape;195;p41"/>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96" name="Google Shape;196;p41"/>
          <p:cNvSpPr txBox="1"/>
          <p:nvPr>
            <p:ph idx="1" type="body"/>
          </p:nvPr>
        </p:nvSpPr>
        <p:spPr>
          <a:xfrm>
            <a:off x="245364" y="97790"/>
            <a:ext cx="11679936" cy="4270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97" name="Google Shape;197;p41"/>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98" name="Google Shape;198;p41"/>
          <p:cNvSpPr/>
          <p:nvPr>
            <p:ph idx="2" type="pic"/>
          </p:nvPr>
        </p:nvSpPr>
        <p:spPr>
          <a:xfrm>
            <a:off x="10242061" y="1014733"/>
            <a:ext cx="900000" cy="900000"/>
          </a:xfrm>
          <a:prstGeom prst="rect">
            <a:avLst/>
          </a:prstGeom>
          <a:noFill/>
          <a:ln>
            <a:noFill/>
          </a:ln>
        </p:spPr>
      </p:sp>
      <p:sp>
        <p:nvSpPr>
          <p:cNvPr id="199" name="Google Shape;199;p41"/>
          <p:cNvSpPr txBox="1"/>
          <p:nvPr>
            <p:ph idx="3" type="body"/>
          </p:nvPr>
        </p:nvSpPr>
        <p:spPr>
          <a:xfrm>
            <a:off x="9630571" y="2121464"/>
            <a:ext cx="2122980" cy="334071"/>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0" name="Google Shape;200;p41"/>
          <p:cNvSpPr txBox="1"/>
          <p:nvPr>
            <p:ph idx="4" type="body"/>
          </p:nvPr>
        </p:nvSpPr>
        <p:spPr>
          <a:xfrm>
            <a:off x="9630571" y="2484176"/>
            <a:ext cx="2122980" cy="729593"/>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1" name="Google Shape;201;p41"/>
          <p:cNvSpPr/>
          <p:nvPr>
            <p:ph idx="5" type="pic"/>
          </p:nvPr>
        </p:nvSpPr>
        <p:spPr>
          <a:xfrm>
            <a:off x="10242061" y="3660587"/>
            <a:ext cx="900000" cy="900000"/>
          </a:xfrm>
          <a:prstGeom prst="rect">
            <a:avLst/>
          </a:prstGeom>
          <a:noFill/>
          <a:ln>
            <a:noFill/>
          </a:ln>
        </p:spPr>
      </p:sp>
      <p:sp>
        <p:nvSpPr>
          <p:cNvPr id="202" name="Google Shape;202;p41"/>
          <p:cNvSpPr txBox="1"/>
          <p:nvPr>
            <p:ph idx="6" type="body"/>
          </p:nvPr>
        </p:nvSpPr>
        <p:spPr>
          <a:xfrm>
            <a:off x="9630571" y="4767318"/>
            <a:ext cx="2122980" cy="334071"/>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3" name="Google Shape;203;p41"/>
          <p:cNvSpPr txBox="1"/>
          <p:nvPr>
            <p:ph idx="7" type="body"/>
          </p:nvPr>
        </p:nvSpPr>
        <p:spPr>
          <a:xfrm>
            <a:off x="9630571" y="5130030"/>
            <a:ext cx="2122980" cy="729593"/>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4" name="Google Shape;204;p41"/>
          <p:cNvSpPr txBox="1"/>
          <p:nvPr>
            <p:ph idx="8" type="body"/>
          </p:nvPr>
        </p:nvSpPr>
        <p:spPr>
          <a:xfrm>
            <a:off x="385796" y="4758766"/>
            <a:ext cx="2401809" cy="326581"/>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5" name="Google Shape;205;p41"/>
          <p:cNvSpPr txBox="1"/>
          <p:nvPr>
            <p:ph idx="9" type="body"/>
          </p:nvPr>
        </p:nvSpPr>
        <p:spPr>
          <a:xfrm>
            <a:off x="385796" y="5109185"/>
            <a:ext cx="2401809" cy="793257"/>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6" name="Google Shape;206;p41"/>
          <p:cNvSpPr txBox="1"/>
          <p:nvPr>
            <p:ph idx="13" type="body"/>
          </p:nvPr>
        </p:nvSpPr>
        <p:spPr>
          <a:xfrm>
            <a:off x="3648403" y="4758766"/>
            <a:ext cx="2401809" cy="326581"/>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7" name="Google Shape;207;p41"/>
          <p:cNvSpPr txBox="1"/>
          <p:nvPr>
            <p:ph idx="14" type="body"/>
          </p:nvPr>
        </p:nvSpPr>
        <p:spPr>
          <a:xfrm>
            <a:off x="3648403" y="5109185"/>
            <a:ext cx="2401809" cy="793257"/>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8" name="Google Shape;208;p41"/>
          <p:cNvSpPr txBox="1"/>
          <p:nvPr>
            <p:ph idx="15" type="body"/>
          </p:nvPr>
        </p:nvSpPr>
        <p:spPr>
          <a:xfrm>
            <a:off x="6911010" y="4758766"/>
            <a:ext cx="2401809" cy="326581"/>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9" name="Google Shape;209;p41"/>
          <p:cNvSpPr txBox="1"/>
          <p:nvPr>
            <p:ph idx="16" type="body"/>
          </p:nvPr>
        </p:nvSpPr>
        <p:spPr>
          <a:xfrm>
            <a:off x="6911010" y="5109185"/>
            <a:ext cx="2401809" cy="793257"/>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210" name="Google Shape;210;p41"/>
          <p:cNvCxnSpPr/>
          <p:nvPr/>
        </p:nvCxnSpPr>
        <p:spPr>
          <a:xfrm>
            <a:off x="3218004" y="4780547"/>
            <a:ext cx="0" cy="1235242"/>
          </a:xfrm>
          <a:prstGeom prst="straightConnector1">
            <a:avLst/>
          </a:prstGeom>
          <a:noFill/>
          <a:ln cap="flat" cmpd="sng" w="12700">
            <a:solidFill>
              <a:srgbClr val="BFBFBF"/>
            </a:solidFill>
            <a:prstDash val="solid"/>
            <a:miter lim="8000"/>
            <a:headEnd len="sm" w="sm" type="none"/>
            <a:tailEnd len="sm" w="sm" type="none"/>
          </a:ln>
        </p:spPr>
      </p:cxnSp>
      <p:cxnSp>
        <p:nvCxnSpPr>
          <p:cNvPr id="211" name="Google Shape;211;p41"/>
          <p:cNvCxnSpPr/>
          <p:nvPr/>
        </p:nvCxnSpPr>
        <p:spPr>
          <a:xfrm>
            <a:off x="6480611" y="4780547"/>
            <a:ext cx="0" cy="1235242"/>
          </a:xfrm>
          <a:prstGeom prst="straightConnector1">
            <a:avLst/>
          </a:prstGeom>
          <a:noFill/>
          <a:ln cap="flat" cmpd="sng" w="12700">
            <a:solidFill>
              <a:srgbClr val="BFBFBF"/>
            </a:solidFill>
            <a:prstDash val="solid"/>
            <a:miter lim="8000"/>
            <a:headEnd len="sm" w="sm" type="none"/>
            <a:tailEnd len="sm" w="sm" type="none"/>
          </a:ln>
        </p:spPr>
      </p:cxnSp>
      <p:cxnSp>
        <p:nvCxnSpPr>
          <p:cNvPr id="212" name="Google Shape;212;p41"/>
          <p:cNvCxnSpPr/>
          <p:nvPr/>
        </p:nvCxnSpPr>
        <p:spPr>
          <a:xfrm rot="10800000">
            <a:off x="10692061" y="2378963"/>
            <a:ext cx="0" cy="2188307"/>
          </a:xfrm>
          <a:prstGeom prst="straightConnector1">
            <a:avLst/>
          </a:prstGeom>
          <a:noFill/>
          <a:ln cap="flat" cmpd="sng" w="12700">
            <a:solidFill>
              <a:srgbClr val="BFBFBF"/>
            </a:solidFill>
            <a:prstDash val="solid"/>
            <a:miter lim="8000"/>
            <a:headEnd len="sm" w="sm" type="none"/>
            <a:tailEnd len="sm" w="sm" type="none"/>
          </a:ln>
        </p:spPr>
      </p:cxnSp>
      <p:sp>
        <p:nvSpPr>
          <p:cNvPr id="213" name="Google Shape;213;p41"/>
          <p:cNvSpPr txBox="1"/>
          <p:nvPr>
            <p:ph idx="17" type="body"/>
          </p:nvPr>
        </p:nvSpPr>
        <p:spPr>
          <a:xfrm>
            <a:off x="334962" y="1305402"/>
            <a:ext cx="8980488" cy="3223736"/>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4" name="Google Shape;214;p41"/>
          <p:cNvSpPr txBox="1"/>
          <p:nvPr>
            <p:ph idx="18" type="body"/>
          </p:nvPr>
        </p:nvSpPr>
        <p:spPr>
          <a:xfrm>
            <a:off x="334962" y="929443"/>
            <a:ext cx="8980488" cy="342145"/>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751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7">
    <p:spTree>
      <p:nvGrpSpPr>
        <p:cNvPr id="215" name="Shape 215"/>
        <p:cNvGrpSpPr/>
        <p:nvPr/>
      </p:nvGrpSpPr>
      <p:grpSpPr>
        <a:xfrm>
          <a:off x="0" y="0"/>
          <a:ext cx="0" cy="0"/>
          <a:chOff x="0" y="0"/>
          <a:chExt cx="0" cy="0"/>
        </a:xfrm>
      </p:grpSpPr>
      <p:sp>
        <p:nvSpPr>
          <p:cNvPr id="216" name="Google Shape;216;p42"/>
          <p:cNvSpPr txBox="1"/>
          <p:nvPr/>
        </p:nvSpPr>
        <p:spPr>
          <a:xfrm>
            <a:off x="264160" y="6571964"/>
            <a:ext cx="531901" cy="2134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17" name="Google Shape;217;p42"/>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18" name="Google Shape;218;p42"/>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19" name="Google Shape;219;p42"/>
          <p:cNvSpPr txBox="1"/>
          <p:nvPr>
            <p:ph idx="1" type="body"/>
          </p:nvPr>
        </p:nvSpPr>
        <p:spPr>
          <a:xfrm>
            <a:off x="245364" y="97790"/>
            <a:ext cx="11679936" cy="4270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20" name="Google Shape;220;p42"/>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21" name="Google Shape;221;p42"/>
          <p:cNvSpPr/>
          <p:nvPr>
            <p:ph idx="2" type="chart"/>
          </p:nvPr>
        </p:nvSpPr>
        <p:spPr>
          <a:xfrm>
            <a:off x="6974498" y="1355499"/>
            <a:ext cx="4912702" cy="4354226"/>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2" name="Google Shape;222;p42"/>
          <p:cNvSpPr txBox="1"/>
          <p:nvPr>
            <p:ph idx="3" type="body"/>
          </p:nvPr>
        </p:nvSpPr>
        <p:spPr>
          <a:xfrm>
            <a:off x="345585" y="1355713"/>
            <a:ext cx="6403558" cy="350255"/>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3" name="Google Shape;223;p42"/>
          <p:cNvSpPr txBox="1"/>
          <p:nvPr>
            <p:ph idx="4" type="body"/>
          </p:nvPr>
        </p:nvSpPr>
        <p:spPr>
          <a:xfrm>
            <a:off x="345585" y="1733265"/>
            <a:ext cx="6403558" cy="3983312"/>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8">
    <p:spTree>
      <p:nvGrpSpPr>
        <p:cNvPr id="224" name="Shape 224"/>
        <p:cNvGrpSpPr/>
        <p:nvPr/>
      </p:nvGrpSpPr>
      <p:grpSpPr>
        <a:xfrm>
          <a:off x="0" y="0"/>
          <a:ext cx="0" cy="0"/>
          <a:chOff x="0" y="0"/>
          <a:chExt cx="0" cy="0"/>
        </a:xfrm>
      </p:grpSpPr>
      <p:sp>
        <p:nvSpPr>
          <p:cNvPr id="225" name="Google Shape;225;p43"/>
          <p:cNvSpPr txBox="1"/>
          <p:nvPr/>
        </p:nvSpPr>
        <p:spPr>
          <a:xfrm>
            <a:off x="264160" y="6571964"/>
            <a:ext cx="531901" cy="2134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26" name="Google Shape;226;p43"/>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27" name="Google Shape;227;p43"/>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28" name="Google Shape;228;p43"/>
          <p:cNvSpPr txBox="1"/>
          <p:nvPr>
            <p:ph idx="1" type="body"/>
          </p:nvPr>
        </p:nvSpPr>
        <p:spPr>
          <a:xfrm>
            <a:off x="245364" y="97790"/>
            <a:ext cx="11679936" cy="4270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29" name="Google Shape;229;p43"/>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30" name="Google Shape;230;p43"/>
          <p:cNvSpPr txBox="1"/>
          <p:nvPr>
            <p:ph idx="2" type="body"/>
          </p:nvPr>
        </p:nvSpPr>
        <p:spPr>
          <a:xfrm>
            <a:off x="346962" y="1290688"/>
            <a:ext cx="11583781" cy="792111"/>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1" name="Google Shape;231;p43"/>
          <p:cNvSpPr/>
          <p:nvPr>
            <p:ph idx="3" type="tbl"/>
          </p:nvPr>
        </p:nvSpPr>
        <p:spPr>
          <a:xfrm>
            <a:off x="346962" y="2122311"/>
            <a:ext cx="11583781" cy="4018845"/>
          </a:xfrm>
          <a:prstGeom prst="rect">
            <a:avLst/>
          </a:prstGeom>
          <a:noFill/>
          <a:ln>
            <a:noFill/>
          </a:ln>
        </p:spPr>
        <p:txBody>
          <a:bodyPr anchorCtr="0" anchor="t" bIns="45700" lIns="0" spcFirstLastPara="1" rIns="91425" wrap="square" tIns="45700">
            <a:noAutofit/>
          </a:bodyPr>
          <a:lstStyle>
            <a:lvl1pPr lvl="0"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32" name="Google Shape;232;p43"/>
          <p:cNvSpPr txBox="1"/>
          <p:nvPr>
            <p:ph idx="4" type="body"/>
          </p:nvPr>
        </p:nvSpPr>
        <p:spPr>
          <a:xfrm>
            <a:off x="346962" y="929442"/>
            <a:ext cx="11583781" cy="340558"/>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9">
    <p:spTree>
      <p:nvGrpSpPr>
        <p:cNvPr id="233" name="Shape 233"/>
        <p:cNvGrpSpPr/>
        <p:nvPr/>
      </p:nvGrpSpPr>
      <p:grpSpPr>
        <a:xfrm>
          <a:off x="0" y="0"/>
          <a:ext cx="0" cy="0"/>
          <a:chOff x="0" y="0"/>
          <a:chExt cx="0" cy="0"/>
        </a:xfrm>
      </p:grpSpPr>
      <p:sp>
        <p:nvSpPr>
          <p:cNvPr id="234" name="Google Shape;234;p44"/>
          <p:cNvSpPr txBox="1"/>
          <p:nvPr/>
        </p:nvSpPr>
        <p:spPr>
          <a:xfrm>
            <a:off x="264160" y="6571964"/>
            <a:ext cx="531901" cy="2134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35" name="Google Shape;235;p44"/>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36" name="Google Shape;236;p44"/>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37" name="Google Shape;237;p44"/>
          <p:cNvSpPr txBox="1"/>
          <p:nvPr>
            <p:ph idx="1" type="body"/>
          </p:nvPr>
        </p:nvSpPr>
        <p:spPr>
          <a:xfrm>
            <a:off x="245364" y="97790"/>
            <a:ext cx="11679936" cy="4270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38" name="Google Shape;238;p44"/>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39" name="Google Shape;239;p44"/>
          <p:cNvSpPr txBox="1"/>
          <p:nvPr>
            <p:ph idx="2" type="body"/>
          </p:nvPr>
        </p:nvSpPr>
        <p:spPr>
          <a:xfrm>
            <a:off x="341885" y="2979362"/>
            <a:ext cx="3528000" cy="369076"/>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rgbClr val="1E3D7D"/>
              </a:buClr>
              <a:buSzPts val="1600"/>
              <a:buFont typeface="Arial"/>
              <a:buNone/>
              <a:defRPr b="1" i="0" sz="16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0" name="Google Shape;240;p44"/>
          <p:cNvSpPr txBox="1"/>
          <p:nvPr>
            <p:ph idx="3" type="body"/>
          </p:nvPr>
        </p:nvSpPr>
        <p:spPr>
          <a:xfrm>
            <a:off x="341885" y="3365288"/>
            <a:ext cx="3525914" cy="2761393"/>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1" name="Google Shape;241;p44"/>
          <p:cNvSpPr txBox="1"/>
          <p:nvPr>
            <p:ph idx="4" type="body"/>
          </p:nvPr>
        </p:nvSpPr>
        <p:spPr>
          <a:xfrm>
            <a:off x="4423178" y="2979362"/>
            <a:ext cx="3528000" cy="369076"/>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rgbClr val="1E3D7D"/>
              </a:buClr>
              <a:buSzPts val="1600"/>
              <a:buFont typeface="Arial"/>
              <a:buNone/>
              <a:defRPr b="1" i="0" sz="16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2" name="Google Shape;242;p44"/>
          <p:cNvSpPr txBox="1"/>
          <p:nvPr>
            <p:ph idx="5" type="body"/>
          </p:nvPr>
        </p:nvSpPr>
        <p:spPr>
          <a:xfrm>
            <a:off x="4425264" y="3365288"/>
            <a:ext cx="3525914" cy="2761393"/>
          </a:xfrm>
          <a:prstGeom prst="rect">
            <a:avLst/>
          </a:prstGeom>
          <a:noFill/>
          <a:ln>
            <a:noFill/>
          </a:ln>
        </p:spPr>
        <p:txBody>
          <a:bodyPr anchorCtr="0" anchor="t" bIns="45700" lIns="0" spcFirstLastPara="1" rIns="91425" wrap="square" tIns="45700">
            <a:noAutofit/>
          </a:bodyPr>
          <a:lstStyle>
            <a:lvl1pPr indent="-317500" lvl="0" marL="457200" marR="0" rtl="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1pPr>
            <a:lvl2pPr indent="-317500" lvl="1" marL="9144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2pPr>
            <a:lvl3pPr indent="-317500" lvl="2" marL="13716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317500" lvl="3" marL="18288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3" name="Google Shape;243;p44"/>
          <p:cNvSpPr txBox="1"/>
          <p:nvPr>
            <p:ph idx="6" type="body"/>
          </p:nvPr>
        </p:nvSpPr>
        <p:spPr>
          <a:xfrm>
            <a:off x="8504470" y="2979362"/>
            <a:ext cx="3528000" cy="369076"/>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rgbClr val="1E3D7D"/>
              </a:buClr>
              <a:buSzPts val="1600"/>
              <a:buFont typeface="Arial"/>
              <a:buNone/>
              <a:defRPr b="1" i="0" sz="16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4" name="Google Shape;244;p44"/>
          <p:cNvSpPr txBox="1"/>
          <p:nvPr>
            <p:ph idx="7" type="body"/>
          </p:nvPr>
        </p:nvSpPr>
        <p:spPr>
          <a:xfrm>
            <a:off x="8504470" y="3365288"/>
            <a:ext cx="3525914" cy="2761393"/>
          </a:xfrm>
          <a:prstGeom prst="rect">
            <a:avLst/>
          </a:prstGeom>
          <a:noFill/>
          <a:ln>
            <a:noFill/>
          </a:ln>
        </p:spPr>
        <p:txBody>
          <a:bodyPr anchorCtr="0" anchor="t" bIns="45700" lIns="0" spcFirstLastPara="1" rIns="91425" wrap="square" tIns="45700">
            <a:noAutofit/>
          </a:bodyPr>
          <a:lstStyle>
            <a:lvl1pPr indent="-317500" lvl="0" marL="457200" marR="0" rtl="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1pPr>
            <a:lvl2pPr indent="-317500" lvl="1" marL="9144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2pPr>
            <a:lvl3pPr indent="-317500" lvl="2" marL="13716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317500" lvl="3" marL="18288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5" name="Google Shape;245;p44"/>
          <p:cNvSpPr txBox="1"/>
          <p:nvPr>
            <p:ph idx="8" type="body"/>
          </p:nvPr>
        </p:nvSpPr>
        <p:spPr>
          <a:xfrm>
            <a:off x="346962" y="929442"/>
            <a:ext cx="11679936" cy="411326"/>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6" name="Google Shape;246;p44"/>
          <p:cNvSpPr/>
          <p:nvPr>
            <p:ph idx="9" type="pic"/>
          </p:nvPr>
        </p:nvSpPr>
        <p:spPr>
          <a:xfrm>
            <a:off x="360015" y="1794196"/>
            <a:ext cx="720000" cy="720000"/>
          </a:xfrm>
          <a:prstGeom prst="rect">
            <a:avLst/>
          </a:prstGeom>
          <a:noFill/>
          <a:ln>
            <a:noFill/>
          </a:ln>
        </p:spPr>
      </p:sp>
      <p:sp>
        <p:nvSpPr>
          <p:cNvPr id="247" name="Google Shape;247;p44"/>
          <p:cNvSpPr/>
          <p:nvPr>
            <p:ph idx="13" type="pic"/>
          </p:nvPr>
        </p:nvSpPr>
        <p:spPr>
          <a:xfrm>
            <a:off x="4429065" y="1794196"/>
            <a:ext cx="720000" cy="720000"/>
          </a:xfrm>
          <a:prstGeom prst="rect">
            <a:avLst/>
          </a:prstGeom>
          <a:noFill/>
          <a:ln>
            <a:noFill/>
          </a:ln>
        </p:spPr>
      </p:sp>
      <p:sp>
        <p:nvSpPr>
          <p:cNvPr id="248" name="Google Shape;248;p44"/>
          <p:cNvSpPr/>
          <p:nvPr>
            <p:ph idx="14" type="pic"/>
          </p:nvPr>
        </p:nvSpPr>
        <p:spPr>
          <a:xfrm>
            <a:off x="8498114" y="1794196"/>
            <a:ext cx="720000" cy="720000"/>
          </a:xfrm>
          <a:prstGeom prst="rect">
            <a:avLst/>
          </a:prstGeom>
          <a:noFill/>
          <a:ln>
            <a:noFill/>
          </a:ln>
        </p:spPr>
      </p:sp>
      <p:cxnSp>
        <p:nvCxnSpPr>
          <p:cNvPr id="249" name="Google Shape;249;p44"/>
          <p:cNvCxnSpPr/>
          <p:nvPr/>
        </p:nvCxnSpPr>
        <p:spPr>
          <a:xfrm>
            <a:off x="4147505" y="2998382"/>
            <a:ext cx="0" cy="3169093"/>
          </a:xfrm>
          <a:prstGeom prst="straightConnector1">
            <a:avLst/>
          </a:prstGeom>
          <a:noFill/>
          <a:ln cap="flat" cmpd="sng" w="12700">
            <a:solidFill>
              <a:srgbClr val="BFBFBF"/>
            </a:solidFill>
            <a:prstDash val="solid"/>
            <a:miter lim="8000"/>
            <a:headEnd len="sm" w="sm" type="none"/>
            <a:tailEnd len="sm" w="sm" type="none"/>
          </a:ln>
        </p:spPr>
      </p:cxnSp>
      <p:cxnSp>
        <p:nvCxnSpPr>
          <p:cNvPr id="250" name="Google Shape;250;p44"/>
          <p:cNvCxnSpPr/>
          <p:nvPr/>
        </p:nvCxnSpPr>
        <p:spPr>
          <a:xfrm>
            <a:off x="8216376" y="2794761"/>
            <a:ext cx="0" cy="3330184"/>
          </a:xfrm>
          <a:prstGeom prst="straightConnector1">
            <a:avLst/>
          </a:prstGeom>
          <a:noFill/>
          <a:ln cap="flat" cmpd="sng" w="12700">
            <a:solidFill>
              <a:srgbClr val="BFBFBF"/>
            </a:solidFill>
            <a:prstDash val="solid"/>
            <a:miter lim="8000"/>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0">
    <p:spTree>
      <p:nvGrpSpPr>
        <p:cNvPr id="251" name="Shape 251"/>
        <p:cNvGrpSpPr/>
        <p:nvPr/>
      </p:nvGrpSpPr>
      <p:grpSpPr>
        <a:xfrm>
          <a:off x="0" y="0"/>
          <a:ext cx="0" cy="0"/>
          <a:chOff x="0" y="0"/>
          <a:chExt cx="0" cy="0"/>
        </a:xfrm>
      </p:grpSpPr>
      <p:sp>
        <p:nvSpPr>
          <p:cNvPr id="252" name="Google Shape;252;p45"/>
          <p:cNvSpPr txBox="1"/>
          <p:nvPr/>
        </p:nvSpPr>
        <p:spPr>
          <a:xfrm>
            <a:off x="264160" y="6571964"/>
            <a:ext cx="531901" cy="2134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53" name="Google Shape;253;p45"/>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54" name="Google Shape;254;p45"/>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55" name="Google Shape;255;p45"/>
          <p:cNvSpPr txBox="1"/>
          <p:nvPr>
            <p:ph idx="1" type="body"/>
          </p:nvPr>
        </p:nvSpPr>
        <p:spPr>
          <a:xfrm>
            <a:off x="245364" y="97790"/>
            <a:ext cx="11679936" cy="4270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56" name="Google Shape;256;p45"/>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57" name="Google Shape;257;p45"/>
          <p:cNvSpPr txBox="1"/>
          <p:nvPr>
            <p:ph idx="2" type="body"/>
          </p:nvPr>
        </p:nvSpPr>
        <p:spPr>
          <a:xfrm>
            <a:off x="341883" y="1587519"/>
            <a:ext cx="3642640" cy="35908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8" name="Google Shape;258;p45"/>
          <p:cNvSpPr txBox="1"/>
          <p:nvPr>
            <p:ph idx="3" type="body"/>
          </p:nvPr>
        </p:nvSpPr>
        <p:spPr>
          <a:xfrm>
            <a:off x="341884" y="1961193"/>
            <a:ext cx="3642640" cy="1850043"/>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9" name="Google Shape;259;p45"/>
          <p:cNvSpPr txBox="1"/>
          <p:nvPr>
            <p:ph idx="4" type="body"/>
          </p:nvPr>
        </p:nvSpPr>
        <p:spPr>
          <a:xfrm>
            <a:off x="346962" y="929442"/>
            <a:ext cx="11583781" cy="411326"/>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0" name="Google Shape;260;p45"/>
          <p:cNvSpPr txBox="1"/>
          <p:nvPr>
            <p:ph idx="5" type="body"/>
          </p:nvPr>
        </p:nvSpPr>
        <p:spPr>
          <a:xfrm>
            <a:off x="4293221" y="1587519"/>
            <a:ext cx="3642640" cy="35908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1" name="Google Shape;261;p45"/>
          <p:cNvSpPr txBox="1"/>
          <p:nvPr>
            <p:ph idx="6" type="body"/>
          </p:nvPr>
        </p:nvSpPr>
        <p:spPr>
          <a:xfrm>
            <a:off x="4293222" y="1961193"/>
            <a:ext cx="3642640" cy="1850043"/>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2" name="Google Shape;262;p45"/>
          <p:cNvSpPr txBox="1"/>
          <p:nvPr>
            <p:ph idx="7" type="body"/>
          </p:nvPr>
        </p:nvSpPr>
        <p:spPr>
          <a:xfrm>
            <a:off x="8244559" y="1587519"/>
            <a:ext cx="3642640" cy="35908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3" name="Google Shape;263;p45"/>
          <p:cNvSpPr txBox="1"/>
          <p:nvPr>
            <p:ph idx="8" type="body"/>
          </p:nvPr>
        </p:nvSpPr>
        <p:spPr>
          <a:xfrm>
            <a:off x="8244560" y="1961193"/>
            <a:ext cx="3642640" cy="1850043"/>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4" name="Google Shape;264;p45"/>
          <p:cNvSpPr txBox="1"/>
          <p:nvPr>
            <p:ph idx="9" type="body"/>
          </p:nvPr>
        </p:nvSpPr>
        <p:spPr>
          <a:xfrm>
            <a:off x="341883" y="4050082"/>
            <a:ext cx="3642640" cy="35908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5" name="Google Shape;265;p45"/>
          <p:cNvSpPr txBox="1"/>
          <p:nvPr>
            <p:ph idx="13" type="body"/>
          </p:nvPr>
        </p:nvSpPr>
        <p:spPr>
          <a:xfrm>
            <a:off x="341884" y="4423756"/>
            <a:ext cx="3642640" cy="1850043"/>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6" name="Google Shape;266;p45"/>
          <p:cNvSpPr txBox="1"/>
          <p:nvPr>
            <p:ph idx="14" type="body"/>
          </p:nvPr>
        </p:nvSpPr>
        <p:spPr>
          <a:xfrm>
            <a:off x="4293221" y="4050082"/>
            <a:ext cx="3642640" cy="35908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7" name="Google Shape;267;p45"/>
          <p:cNvSpPr txBox="1"/>
          <p:nvPr>
            <p:ph idx="15" type="body"/>
          </p:nvPr>
        </p:nvSpPr>
        <p:spPr>
          <a:xfrm>
            <a:off x="4293222" y="4423756"/>
            <a:ext cx="3642640" cy="1850043"/>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8" name="Google Shape;268;p45"/>
          <p:cNvSpPr txBox="1"/>
          <p:nvPr>
            <p:ph idx="16" type="body"/>
          </p:nvPr>
        </p:nvSpPr>
        <p:spPr>
          <a:xfrm>
            <a:off x="8244559" y="4050082"/>
            <a:ext cx="3642640" cy="35908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9" name="Google Shape;269;p45"/>
          <p:cNvSpPr txBox="1"/>
          <p:nvPr>
            <p:ph idx="17" type="body"/>
          </p:nvPr>
        </p:nvSpPr>
        <p:spPr>
          <a:xfrm>
            <a:off x="8244560" y="4423756"/>
            <a:ext cx="3642640" cy="1850043"/>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270" name="Google Shape;270;p45"/>
          <p:cNvCxnSpPr/>
          <p:nvPr/>
        </p:nvCxnSpPr>
        <p:spPr>
          <a:xfrm>
            <a:off x="4139553" y="1565753"/>
            <a:ext cx="0" cy="2254685"/>
          </a:xfrm>
          <a:prstGeom prst="straightConnector1">
            <a:avLst/>
          </a:prstGeom>
          <a:noFill/>
          <a:ln cap="flat" cmpd="sng" w="12700">
            <a:solidFill>
              <a:srgbClr val="BFBFBF"/>
            </a:solidFill>
            <a:prstDash val="solid"/>
            <a:miter lim="8000"/>
            <a:headEnd len="sm" w="sm" type="none"/>
            <a:tailEnd len="sm" w="sm" type="none"/>
          </a:ln>
        </p:spPr>
      </p:cxnSp>
      <p:cxnSp>
        <p:nvCxnSpPr>
          <p:cNvPr id="271" name="Google Shape;271;p45"/>
          <p:cNvCxnSpPr/>
          <p:nvPr/>
        </p:nvCxnSpPr>
        <p:spPr>
          <a:xfrm>
            <a:off x="4139553" y="4038600"/>
            <a:ext cx="0" cy="2254685"/>
          </a:xfrm>
          <a:prstGeom prst="straightConnector1">
            <a:avLst/>
          </a:prstGeom>
          <a:noFill/>
          <a:ln cap="flat" cmpd="sng" w="12700">
            <a:solidFill>
              <a:srgbClr val="BFBFBF"/>
            </a:solidFill>
            <a:prstDash val="solid"/>
            <a:miter lim="8000"/>
            <a:headEnd len="sm" w="sm" type="none"/>
            <a:tailEnd len="sm" w="sm" type="none"/>
          </a:ln>
        </p:spPr>
      </p:cxnSp>
      <p:cxnSp>
        <p:nvCxnSpPr>
          <p:cNvPr id="272" name="Google Shape;272;p45"/>
          <p:cNvCxnSpPr/>
          <p:nvPr/>
        </p:nvCxnSpPr>
        <p:spPr>
          <a:xfrm>
            <a:off x="8095690" y="1565753"/>
            <a:ext cx="0" cy="2254685"/>
          </a:xfrm>
          <a:prstGeom prst="straightConnector1">
            <a:avLst/>
          </a:prstGeom>
          <a:noFill/>
          <a:ln cap="flat" cmpd="sng" w="12700">
            <a:solidFill>
              <a:srgbClr val="BFBFBF"/>
            </a:solidFill>
            <a:prstDash val="solid"/>
            <a:miter lim="8000"/>
            <a:headEnd len="sm" w="sm" type="none"/>
            <a:tailEnd len="sm" w="sm" type="none"/>
          </a:ln>
        </p:spPr>
      </p:cxnSp>
      <p:cxnSp>
        <p:nvCxnSpPr>
          <p:cNvPr id="273" name="Google Shape;273;p45"/>
          <p:cNvCxnSpPr/>
          <p:nvPr/>
        </p:nvCxnSpPr>
        <p:spPr>
          <a:xfrm flipH="1" rot="10800000">
            <a:off x="436560" y="3938391"/>
            <a:ext cx="3467457" cy="3"/>
          </a:xfrm>
          <a:prstGeom prst="straightConnector1">
            <a:avLst/>
          </a:prstGeom>
          <a:noFill/>
          <a:ln cap="flat" cmpd="sng" w="12700">
            <a:solidFill>
              <a:srgbClr val="BFBFBF"/>
            </a:solidFill>
            <a:prstDash val="solid"/>
            <a:miter lim="8000"/>
            <a:headEnd len="sm" w="sm" type="none"/>
            <a:tailEnd len="sm" w="sm" type="none"/>
          </a:ln>
        </p:spPr>
      </p:cxnSp>
      <p:cxnSp>
        <p:nvCxnSpPr>
          <p:cNvPr id="274" name="Google Shape;274;p45"/>
          <p:cNvCxnSpPr/>
          <p:nvPr/>
        </p:nvCxnSpPr>
        <p:spPr>
          <a:xfrm>
            <a:off x="8095690" y="4038600"/>
            <a:ext cx="0" cy="2254685"/>
          </a:xfrm>
          <a:prstGeom prst="straightConnector1">
            <a:avLst/>
          </a:prstGeom>
          <a:noFill/>
          <a:ln cap="flat" cmpd="sng" w="12700">
            <a:solidFill>
              <a:srgbClr val="BFBFBF"/>
            </a:solidFill>
            <a:prstDash val="solid"/>
            <a:miter lim="8000"/>
            <a:headEnd len="sm" w="sm" type="none"/>
            <a:tailEnd len="sm" w="sm" type="none"/>
          </a:ln>
        </p:spPr>
      </p:cxnSp>
      <p:cxnSp>
        <p:nvCxnSpPr>
          <p:cNvPr id="275" name="Google Shape;275;p45"/>
          <p:cNvCxnSpPr/>
          <p:nvPr/>
        </p:nvCxnSpPr>
        <p:spPr>
          <a:xfrm flipH="1" rot="10800000">
            <a:off x="4383879" y="3938391"/>
            <a:ext cx="3429682" cy="3"/>
          </a:xfrm>
          <a:prstGeom prst="straightConnector1">
            <a:avLst/>
          </a:prstGeom>
          <a:noFill/>
          <a:ln cap="flat" cmpd="sng" w="12700">
            <a:solidFill>
              <a:srgbClr val="BFBFBF"/>
            </a:solidFill>
            <a:prstDash val="solid"/>
            <a:miter lim="8000"/>
            <a:headEnd len="sm" w="sm" type="none"/>
            <a:tailEnd len="sm" w="sm" type="none"/>
          </a:ln>
        </p:spPr>
      </p:cxnSp>
      <p:cxnSp>
        <p:nvCxnSpPr>
          <p:cNvPr id="276" name="Google Shape;276;p45"/>
          <p:cNvCxnSpPr/>
          <p:nvPr/>
        </p:nvCxnSpPr>
        <p:spPr>
          <a:xfrm flipH="1" rot="10800000">
            <a:off x="8331198" y="3938391"/>
            <a:ext cx="3452263" cy="3"/>
          </a:xfrm>
          <a:prstGeom prst="straightConnector1">
            <a:avLst/>
          </a:prstGeom>
          <a:noFill/>
          <a:ln cap="flat" cmpd="sng" w="12700">
            <a:solidFill>
              <a:srgbClr val="BFBFBF"/>
            </a:solidFill>
            <a:prstDash val="solid"/>
            <a:miter lim="8000"/>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1">
    <p:spTree>
      <p:nvGrpSpPr>
        <p:cNvPr id="277" name="Shape 277"/>
        <p:cNvGrpSpPr/>
        <p:nvPr/>
      </p:nvGrpSpPr>
      <p:grpSpPr>
        <a:xfrm>
          <a:off x="0" y="0"/>
          <a:ext cx="0" cy="0"/>
          <a:chOff x="0" y="0"/>
          <a:chExt cx="0" cy="0"/>
        </a:xfrm>
      </p:grpSpPr>
      <p:sp>
        <p:nvSpPr>
          <p:cNvPr id="278" name="Google Shape;278;p46"/>
          <p:cNvSpPr txBox="1"/>
          <p:nvPr/>
        </p:nvSpPr>
        <p:spPr>
          <a:xfrm>
            <a:off x="264160" y="6571964"/>
            <a:ext cx="531901" cy="2134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79" name="Google Shape;279;p46"/>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80" name="Google Shape;280;p46"/>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81" name="Google Shape;281;p46"/>
          <p:cNvSpPr txBox="1"/>
          <p:nvPr>
            <p:ph idx="1" type="body"/>
          </p:nvPr>
        </p:nvSpPr>
        <p:spPr>
          <a:xfrm>
            <a:off x="245364" y="97790"/>
            <a:ext cx="11679936" cy="4270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82" name="Google Shape;282;p46"/>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83" name="Google Shape;283;p46"/>
          <p:cNvSpPr/>
          <p:nvPr>
            <p:ph idx="2" type="pic"/>
          </p:nvPr>
        </p:nvSpPr>
        <p:spPr>
          <a:xfrm>
            <a:off x="345080" y="1173023"/>
            <a:ext cx="900000" cy="900482"/>
          </a:xfrm>
          <a:prstGeom prst="rect">
            <a:avLst/>
          </a:prstGeom>
          <a:noFill/>
          <a:ln>
            <a:noFill/>
          </a:ln>
        </p:spPr>
      </p:sp>
      <p:sp>
        <p:nvSpPr>
          <p:cNvPr id="284" name="Google Shape;284;p46"/>
          <p:cNvSpPr txBox="1"/>
          <p:nvPr>
            <p:ph idx="3" type="body"/>
          </p:nvPr>
        </p:nvSpPr>
        <p:spPr>
          <a:xfrm>
            <a:off x="345080" y="2284264"/>
            <a:ext cx="3495070" cy="332217"/>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85" name="Google Shape;285;p46"/>
          <p:cNvSpPr txBox="1"/>
          <p:nvPr>
            <p:ph idx="4" type="body"/>
          </p:nvPr>
        </p:nvSpPr>
        <p:spPr>
          <a:xfrm>
            <a:off x="369794" y="2660714"/>
            <a:ext cx="3495070" cy="599575"/>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86" name="Google Shape;286;p46"/>
          <p:cNvSpPr/>
          <p:nvPr>
            <p:ph idx="5" type="pic"/>
          </p:nvPr>
        </p:nvSpPr>
        <p:spPr>
          <a:xfrm>
            <a:off x="4400602" y="1173023"/>
            <a:ext cx="900000" cy="900000"/>
          </a:xfrm>
          <a:prstGeom prst="rect">
            <a:avLst/>
          </a:prstGeom>
          <a:noFill/>
          <a:ln>
            <a:noFill/>
          </a:ln>
        </p:spPr>
      </p:sp>
      <p:sp>
        <p:nvSpPr>
          <p:cNvPr id="287" name="Google Shape;287;p46"/>
          <p:cNvSpPr txBox="1"/>
          <p:nvPr>
            <p:ph idx="6" type="body"/>
          </p:nvPr>
        </p:nvSpPr>
        <p:spPr>
          <a:xfrm>
            <a:off x="4370255" y="2284264"/>
            <a:ext cx="3385342" cy="332217"/>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88" name="Google Shape;288;p46"/>
          <p:cNvSpPr txBox="1"/>
          <p:nvPr>
            <p:ph idx="7" type="body"/>
          </p:nvPr>
        </p:nvSpPr>
        <p:spPr>
          <a:xfrm>
            <a:off x="4370255" y="2660714"/>
            <a:ext cx="3385342" cy="599575"/>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89" name="Google Shape;289;p46"/>
          <p:cNvSpPr/>
          <p:nvPr>
            <p:ph idx="8" type="pic"/>
          </p:nvPr>
        </p:nvSpPr>
        <p:spPr>
          <a:xfrm>
            <a:off x="8251776" y="1173023"/>
            <a:ext cx="900000" cy="900000"/>
          </a:xfrm>
          <a:prstGeom prst="rect">
            <a:avLst/>
          </a:prstGeom>
          <a:noFill/>
          <a:ln>
            <a:noFill/>
          </a:ln>
        </p:spPr>
      </p:sp>
      <p:sp>
        <p:nvSpPr>
          <p:cNvPr id="290" name="Google Shape;290;p46"/>
          <p:cNvSpPr txBox="1"/>
          <p:nvPr>
            <p:ph idx="9" type="body"/>
          </p:nvPr>
        </p:nvSpPr>
        <p:spPr>
          <a:xfrm>
            <a:off x="8221428" y="2284264"/>
            <a:ext cx="3705807" cy="332217"/>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91" name="Google Shape;291;p46"/>
          <p:cNvSpPr txBox="1"/>
          <p:nvPr>
            <p:ph idx="13" type="body"/>
          </p:nvPr>
        </p:nvSpPr>
        <p:spPr>
          <a:xfrm>
            <a:off x="8221428" y="2660714"/>
            <a:ext cx="3705807" cy="599575"/>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92" name="Google Shape;292;p46"/>
          <p:cNvSpPr/>
          <p:nvPr>
            <p:ph idx="14" type="pic"/>
          </p:nvPr>
        </p:nvSpPr>
        <p:spPr>
          <a:xfrm>
            <a:off x="345080" y="3856368"/>
            <a:ext cx="900000" cy="900000"/>
          </a:xfrm>
          <a:prstGeom prst="rect">
            <a:avLst/>
          </a:prstGeom>
          <a:noFill/>
          <a:ln>
            <a:noFill/>
          </a:ln>
        </p:spPr>
      </p:sp>
      <p:sp>
        <p:nvSpPr>
          <p:cNvPr id="293" name="Google Shape;293;p46"/>
          <p:cNvSpPr txBox="1"/>
          <p:nvPr>
            <p:ph idx="15" type="body"/>
          </p:nvPr>
        </p:nvSpPr>
        <p:spPr>
          <a:xfrm>
            <a:off x="345080" y="4950983"/>
            <a:ext cx="3495070" cy="332217"/>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94" name="Google Shape;294;p46"/>
          <p:cNvSpPr txBox="1"/>
          <p:nvPr>
            <p:ph idx="16" type="body"/>
          </p:nvPr>
        </p:nvSpPr>
        <p:spPr>
          <a:xfrm>
            <a:off x="345080" y="5327433"/>
            <a:ext cx="3495070" cy="749796"/>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95" name="Google Shape;295;p46"/>
          <p:cNvSpPr/>
          <p:nvPr>
            <p:ph idx="17" type="pic"/>
          </p:nvPr>
        </p:nvSpPr>
        <p:spPr>
          <a:xfrm>
            <a:off x="4400602" y="3856368"/>
            <a:ext cx="900000" cy="900000"/>
          </a:xfrm>
          <a:prstGeom prst="rect">
            <a:avLst/>
          </a:prstGeom>
          <a:noFill/>
          <a:ln>
            <a:noFill/>
          </a:ln>
        </p:spPr>
      </p:sp>
      <p:sp>
        <p:nvSpPr>
          <p:cNvPr id="296" name="Google Shape;296;p46"/>
          <p:cNvSpPr txBox="1"/>
          <p:nvPr>
            <p:ph idx="18" type="body"/>
          </p:nvPr>
        </p:nvSpPr>
        <p:spPr>
          <a:xfrm>
            <a:off x="4370255" y="4950983"/>
            <a:ext cx="3385342" cy="332217"/>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97" name="Google Shape;297;p46"/>
          <p:cNvSpPr txBox="1"/>
          <p:nvPr>
            <p:ph idx="19" type="body"/>
          </p:nvPr>
        </p:nvSpPr>
        <p:spPr>
          <a:xfrm>
            <a:off x="4370255" y="5327433"/>
            <a:ext cx="3385342" cy="749796"/>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98" name="Google Shape;298;p46"/>
          <p:cNvSpPr/>
          <p:nvPr>
            <p:ph idx="20" type="pic"/>
          </p:nvPr>
        </p:nvSpPr>
        <p:spPr>
          <a:xfrm>
            <a:off x="8251776" y="3856368"/>
            <a:ext cx="900000" cy="900000"/>
          </a:xfrm>
          <a:prstGeom prst="rect">
            <a:avLst/>
          </a:prstGeom>
          <a:noFill/>
          <a:ln>
            <a:noFill/>
          </a:ln>
        </p:spPr>
      </p:sp>
      <p:sp>
        <p:nvSpPr>
          <p:cNvPr id="299" name="Google Shape;299;p46"/>
          <p:cNvSpPr txBox="1"/>
          <p:nvPr>
            <p:ph idx="21" type="body"/>
          </p:nvPr>
        </p:nvSpPr>
        <p:spPr>
          <a:xfrm>
            <a:off x="8221428" y="4950983"/>
            <a:ext cx="3705807" cy="332217"/>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0" name="Google Shape;300;p46"/>
          <p:cNvSpPr txBox="1"/>
          <p:nvPr>
            <p:ph idx="22" type="body"/>
          </p:nvPr>
        </p:nvSpPr>
        <p:spPr>
          <a:xfrm>
            <a:off x="8221428" y="5327433"/>
            <a:ext cx="3705807" cy="749796"/>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2">
    <p:spTree>
      <p:nvGrpSpPr>
        <p:cNvPr id="301" name="Shape 301"/>
        <p:cNvGrpSpPr/>
        <p:nvPr/>
      </p:nvGrpSpPr>
      <p:grpSpPr>
        <a:xfrm>
          <a:off x="0" y="0"/>
          <a:ext cx="0" cy="0"/>
          <a:chOff x="0" y="0"/>
          <a:chExt cx="0" cy="0"/>
        </a:xfrm>
      </p:grpSpPr>
      <p:sp>
        <p:nvSpPr>
          <p:cNvPr id="302" name="Google Shape;302;p47"/>
          <p:cNvSpPr txBox="1"/>
          <p:nvPr/>
        </p:nvSpPr>
        <p:spPr>
          <a:xfrm>
            <a:off x="264160" y="6571964"/>
            <a:ext cx="531901" cy="2134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303" name="Google Shape;303;p47"/>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304" name="Google Shape;304;p47"/>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305" name="Google Shape;305;p47"/>
          <p:cNvSpPr txBox="1"/>
          <p:nvPr>
            <p:ph idx="1" type="body"/>
          </p:nvPr>
        </p:nvSpPr>
        <p:spPr>
          <a:xfrm>
            <a:off x="245364" y="97790"/>
            <a:ext cx="11679936" cy="4270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306" name="Google Shape;306;p47"/>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307" name="Google Shape;307;p47"/>
          <p:cNvSpPr/>
          <p:nvPr>
            <p:ph idx="2" type="pic"/>
          </p:nvPr>
        </p:nvSpPr>
        <p:spPr>
          <a:xfrm>
            <a:off x="340785" y="1826100"/>
            <a:ext cx="720000" cy="720000"/>
          </a:xfrm>
          <a:prstGeom prst="rect">
            <a:avLst/>
          </a:prstGeom>
          <a:noFill/>
          <a:ln>
            <a:noFill/>
          </a:ln>
        </p:spPr>
      </p:sp>
      <p:sp>
        <p:nvSpPr>
          <p:cNvPr id="308" name="Google Shape;308;p47"/>
          <p:cNvSpPr txBox="1"/>
          <p:nvPr>
            <p:ph idx="3" type="body"/>
          </p:nvPr>
        </p:nvSpPr>
        <p:spPr>
          <a:xfrm>
            <a:off x="1227476" y="1826100"/>
            <a:ext cx="4694353" cy="325429"/>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9" name="Google Shape;309;p47"/>
          <p:cNvSpPr txBox="1"/>
          <p:nvPr>
            <p:ph idx="4" type="body"/>
          </p:nvPr>
        </p:nvSpPr>
        <p:spPr>
          <a:xfrm>
            <a:off x="1227476" y="2163271"/>
            <a:ext cx="4694353" cy="1162255"/>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10" name="Google Shape;310;p47"/>
          <p:cNvSpPr/>
          <p:nvPr>
            <p:ph idx="5" type="pic"/>
          </p:nvPr>
        </p:nvSpPr>
        <p:spPr>
          <a:xfrm>
            <a:off x="340785" y="4221088"/>
            <a:ext cx="720000" cy="720000"/>
          </a:xfrm>
          <a:prstGeom prst="rect">
            <a:avLst/>
          </a:prstGeom>
          <a:noFill/>
          <a:ln>
            <a:noFill/>
          </a:ln>
        </p:spPr>
      </p:sp>
      <p:sp>
        <p:nvSpPr>
          <p:cNvPr id="311" name="Google Shape;311;p47"/>
          <p:cNvSpPr txBox="1"/>
          <p:nvPr>
            <p:ph idx="6" type="body"/>
          </p:nvPr>
        </p:nvSpPr>
        <p:spPr>
          <a:xfrm>
            <a:off x="1227476" y="4221088"/>
            <a:ext cx="4694353" cy="325429"/>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12" name="Google Shape;312;p47"/>
          <p:cNvSpPr txBox="1"/>
          <p:nvPr>
            <p:ph idx="7" type="body"/>
          </p:nvPr>
        </p:nvSpPr>
        <p:spPr>
          <a:xfrm>
            <a:off x="1227476" y="4558259"/>
            <a:ext cx="4694353" cy="1162255"/>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13" name="Google Shape;313;p47"/>
          <p:cNvSpPr txBox="1"/>
          <p:nvPr>
            <p:ph idx="8" type="body"/>
          </p:nvPr>
        </p:nvSpPr>
        <p:spPr>
          <a:xfrm>
            <a:off x="346962" y="929442"/>
            <a:ext cx="11569267" cy="411326"/>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14" name="Google Shape;314;p47"/>
          <p:cNvSpPr/>
          <p:nvPr>
            <p:ph idx="9" type="pic"/>
          </p:nvPr>
        </p:nvSpPr>
        <p:spPr>
          <a:xfrm>
            <a:off x="6324600" y="1826100"/>
            <a:ext cx="720000" cy="720000"/>
          </a:xfrm>
          <a:prstGeom prst="rect">
            <a:avLst/>
          </a:prstGeom>
          <a:noFill/>
          <a:ln>
            <a:noFill/>
          </a:ln>
        </p:spPr>
      </p:sp>
      <p:sp>
        <p:nvSpPr>
          <p:cNvPr id="315" name="Google Shape;315;p47"/>
          <p:cNvSpPr txBox="1"/>
          <p:nvPr>
            <p:ph idx="13" type="body"/>
          </p:nvPr>
        </p:nvSpPr>
        <p:spPr>
          <a:xfrm>
            <a:off x="7211291" y="1826100"/>
            <a:ext cx="4694353" cy="325429"/>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16" name="Google Shape;316;p47"/>
          <p:cNvSpPr txBox="1"/>
          <p:nvPr>
            <p:ph idx="14" type="body"/>
          </p:nvPr>
        </p:nvSpPr>
        <p:spPr>
          <a:xfrm>
            <a:off x="7211291" y="2163271"/>
            <a:ext cx="4694353" cy="1162255"/>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17" name="Google Shape;317;p47"/>
          <p:cNvSpPr/>
          <p:nvPr>
            <p:ph idx="15" type="pic"/>
          </p:nvPr>
        </p:nvSpPr>
        <p:spPr>
          <a:xfrm>
            <a:off x="6324600" y="4221088"/>
            <a:ext cx="720000" cy="720000"/>
          </a:xfrm>
          <a:prstGeom prst="rect">
            <a:avLst/>
          </a:prstGeom>
          <a:noFill/>
          <a:ln>
            <a:noFill/>
          </a:ln>
        </p:spPr>
      </p:sp>
      <p:sp>
        <p:nvSpPr>
          <p:cNvPr id="318" name="Google Shape;318;p47"/>
          <p:cNvSpPr txBox="1"/>
          <p:nvPr>
            <p:ph idx="16" type="body"/>
          </p:nvPr>
        </p:nvSpPr>
        <p:spPr>
          <a:xfrm>
            <a:off x="7211291" y="4221088"/>
            <a:ext cx="4694353" cy="325429"/>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19" name="Google Shape;319;p47"/>
          <p:cNvSpPr txBox="1"/>
          <p:nvPr>
            <p:ph idx="17" type="body"/>
          </p:nvPr>
        </p:nvSpPr>
        <p:spPr>
          <a:xfrm>
            <a:off x="7211291" y="4558259"/>
            <a:ext cx="4694353" cy="1162255"/>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3">
    <p:spTree>
      <p:nvGrpSpPr>
        <p:cNvPr id="320" name="Shape 320"/>
        <p:cNvGrpSpPr/>
        <p:nvPr/>
      </p:nvGrpSpPr>
      <p:grpSpPr>
        <a:xfrm>
          <a:off x="0" y="0"/>
          <a:ext cx="0" cy="0"/>
          <a:chOff x="0" y="0"/>
          <a:chExt cx="0" cy="0"/>
        </a:xfrm>
      </p:grpSpPr>
      <p:sp>
        <p:nvSpPr>
          <p:cNvPr id="321" name="Google Shape;321;p48"/>
          <p:cNvSpPr txBox="1"/>
          <p:nvPr/>
        </p:nvSpPr>
        <p:spPr>
          <a:xfrm>
            <a:off x="264160" y="6571964"/>
            <a:ext cx="531901" cy="2134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322" name="Google Shape;322;p48"/>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323" name="Google Shape;323;p48"/>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324" name="Google Shape;324;p48"/>
          <p:cNvSpPr txBox="1"/>
          <p:nvPr>
            <p:ph idx="1" type="body"/>
          </p:nvPr>
        </p:nvSpPr>
        <p:spPr>
          <a:xfrm>
            <a:off x="245364" y="97790"/>
            <a:ext cx="11679936" cy="4270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325" name="Google Shape;325;p48"/>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326" name="Google Shape;326;p48"/>
          <p:cNvSpPr/>
          <p:nvPr>
            <p:ph idx="2" type="pic"/>
          </p:nvPr>
        </p:nvSpPr>
        <p:spPr>
          <a:xfrm>
            <a:off x="344220" y="1809387"/>
            <a:ext cx="900000" cy="900000"/>
          </a:xfrm>
          <a:prstGeom prst="rect">
            <a:avLst/>
          </a:prstGeom>
          <a:noFill/>
          <a:ln>
            <a:noFill/>
          </a:ln>
        </p:spPr>
      </p:sp>
      <p:sp>
        <p:nvSpPr>
          <p:cNvPr id="327" name="Google Shape;327;p48"/>
          <p:cNvSpPr txBox="1"/>
          <p:nvPr>
            <p:ph idx="3" type="body"/>
          </p:nvPr>
        </p:nvSpPr>
        <p:spPr>
          <a:xfrm>
            <a:off x="362676" y="3247687"/>
            <a:ext cx="2463800" cy="286346"/>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28" name="Google Shape;328;p48"/>
          <p:cNvSpPr/>
          <p:nvPr>
            <p:ph idx="4" type="pic"/>
          </p:nvPr>
        </p:nvSpPr>
        <p:spPr>
          <a:xfrm>
            <a:off x="3354959" y="1797030"/>
            <a:ext cx="900000" cy="900000"/>
          </a:xfrm>
          <a:prstGeom prst="rect">
            <a:avLst/>
          </a:prstGeom>
          <a:noFill/>
          <a:ln>
            <a:noFill/>
          </a:ln>
        </p:spPr>
      </p:sp>
      <p:sp>
        <p:nvSpPr>
          <p:cNvPr id="329" name="Google Shape;329;p48"/>
          <p:cNvSpPr txBox="1"/>
          <p:nvPr>
            <p:ph idx="5" type="body"/>
          </p:nvPr>
        </p:nvSpPr>
        <p:spPr>
          <a:xfrm>
            <a:off x="3369473" y="3247687"/>
            <a:ext cx="2463800" cy="286346"/>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30" name="Google Shape;330;p48"/>
          <p:cNvSpPr/>
          <p:nvPr>
            <p:ph idx="6" type="pic"/>
          </p:nvPr>
        </p:nvSpPr>
        <p:spPr>
          <a:xfrm>
            <a:off x="9455053" y="1797030"/>
            <a:ext cx="900000" cy="900000"/>
          </a:xfrm>
          <a:prstGeom prst="rect">
            <a:avLst/>
          </a:prstGeom>
          <a:noFill/>
          <a:ln>
            <a:noFill/>
          </a:ln>
        </p:spPr>
      </p:sp>
      <p:sp>
        <p:nvSpPr>
          <p:cNvPr id="331" name="Google Shape;331;p48"/>
          <p:cNvSpPr txBox="1"/>
          <p:nvPr>
            <p:ph idx="7" type="body"/>
          </p:nvPr>
        </p:nvSpPr>
        <p:spPr>
          <a:xfrm>
            <a:off x="9469567" y="3247687"/>
            <a:ext cx="2463800" cy="286346"/>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32" name="Google Shape;332;p48"/>
          <p:cNvSpPr/>
          <p:nvPr>
            <p:ph idx="8" type="pic"/>
          </p:nvPr>
        </p:nvSpPr>
        <p:spPr>
          <a:xfrm>
            <a:off x="6398829" y="1797030"/>
            <a:ext cx="900000" cy="900000"/>
          </a:xfrm>
          <a:prstGeom prst="rect">
            <a:avLst/>
          </a:prstGeom>
          <a:noFill/>
          <a:ln>
            <a:noFill/>
          </a:ln>
        </p:spPr>
      </p:sp>
      <p:sp>
        <p:nvSpPr>
          <p:cNvPr id="333" name="Google Shape;333;p48"/>
          <p:cNvSpPr txBox="1"/>
          <p:nvPr>
            <p:ph idx="9" type="body"/>
          </p:nvPr>
        </p:nvSpPr>
        <p:spPr>
          <a:xfrm>
            <a:off x="6413343" y="3247687"/>
            <a:ext cx="2463800" cy="286346"/>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34" name="Google Shape;334;p48"/>
          <p:cNvSpPr txBox="1"/>
          <p:nvPr>
            <p:ph idx="13" type="body"/>
          </p:nvPr>
        </p:nvSpPr>
        <p:spPr>
          <a:xfrm>
            <a:off x="362676" y="3572062"/>
            <a:ext cx="2463800" cy="2062619"/>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35" name="Google Shape;335;p48"/>
          <p:cNvSpPr txBox="1"/>
          <p:nvPr>
            <p:ph idx="14" type="body"/>
          </p:nvPr>
        </p:nvSpPr>
        <p:spPr>
          <a:xfrm>
            <a:off x="3369473" y="3572062"/>
            <a:ext cx="2463800" cy="2062619"/>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36" name="Google Shape;336;p48"/>
          <p:cNvSpPr txBox="1"/>
          <p:nvPr>
            <p:ph idx="15" type="body"/>
          </p:nvPr>
        </p:nvSpPr>
        <p:spPr>
          <a:xfrm>
            <a:off x="9469567" y="3572062"/>
            <a:ext cx="2463800" cy="2062619"/>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37" name="Google Shape;337;p48"/>
          <p:cNvSpPr txBox="1"/>
          <p:nvPr>
            <p:ph idx="16" type="body"/>
          </p:nvPr>
        </p:nvSpPr>
        <p:spPr>
          <a:xfrm>
            <a:off x="6413343" y="3572062"/>
            <a:ext cx="2463800" cy="2062619"/>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338" name="Google Shape;338;p48"/>
          <p:cNvCxnSpPr/>
          <p:nvPr/>
        </p:nvCxnSpPr>
        <p:spPr>
          <a:xfrm rot="10800000">
            <a:off x="9162458" y="3211033"/>
            <a:ext cx="0" cy="2466753"/>
          </a:xfrm>
          <a:prstGeom prst="straightConnector1">
            <a:avLst/>
          </a:prstGeom>
          <a:noFill/>
          <a:ln cap="flat" cmpd="sng" w="12700">
            <a:solidFill>
              <a:srgbClr val="BFBFBF"/>
            </a:solidFill>
            <a:prstDash val="solid"/>
            <a:miter lim="8000"/>
            <a:headEnd len="sm" w="sm" type="none"/>
            <a:tailEnd len="sm" w="sm" type="none"/>
          </a:ln>
        </p:spPr>
      </p:cxnSp>
      <p:cxnSp>
        <p:nvCxnSpPr>
          <p:cNvPr id="339" name="Google Shape;339;p48"/>
          <p:cNvCxnSpPr/>
          <p:nvPr/>
        </p:nvCxnSpPr>
        <p:spPr>
          <a:xfrm rot="10800000">
            <a:off x="6125028" y="3211033"/>
            <a:ext cx="0" cy="2466753"/>
          </a:xfrm>
          <a:prstGeom prst="straightConnector1">
            <a:avLst/>
          </a:prstGeom>
          <a:noFill/>
          <a:ln cap="flat" cmpd="sng" w="12700">
            <a:solidFill>
              <a:srgbClr val="BFBFBF"/>
            </a:solidFill>
            <a:prstDash val="solid"/>
            <a:miter lim="8000"/>
            <a:headEnd len="sm" w="sm" type="none"/>
            <a:tailEnd len="sm" w="sm" type="none"/>
          </a:ln>
        </p:spPr>
      </p:cxnSp>
      <p:cxnSp>
        <p:nvCxnSpPr>
          <p:cNvPr id="340" name="Google Shape;340;p48"/>
          <p:cNvCxnSpPr/>
          <p:nvPr/>
        </p:nvCxnSpPr>
        <p:spPr>
          <a:xfrm rot="10800000">
            <a:off x="3090530" y="3211033"/>
            <a:ext cx="0" cy="2466753"/>
          </a:xfrm>
          <a:prstGeom prst="straightConnector1">
            <a:avLst/>
          </a:prstGeom>
          <a:noFill/>
          <a:ln cap="flat" cmpd="sng" w="12700">
            <a:solidFill>
              <a:srgbClr val="BFBFBF"/>
            </a:solidFill>
            <a:prstDash val="solid"/>
            <a:miter lim="8000"/>
            <a:headEnd len="sm" w="sm" type="none"/>
            <a:tailEnd len="sm" w="sm" type="none"/>
          </a:ln>
        </p:spPr>
      </p:cxnSp>
      <p:sp>
        <p:nvSpPr>
          <p:cNvPr id="341" name="Google Shape;341;p48"/>
          <p:cNvSpPr txBox="1"/>
          <p:nvPr>
            <p:ph idx="17" type="body"/>
          </p:nvPr>
        </p:nvSpPr>
        <p:spPr>
          <a:xfrm>
            <a:off x="346962" y="929442"/>
            <a:ext cx="11569267" cy="411326"/>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4">
    <p:spTree>
      <p:nvGrpSpPr>
        <p:cNvPr id="342" name="Shape 342"/>
        <p:cNvGrpSpPr/>
        <p:nvPr/>
      </p:nvGrpSpPr>
      <p:grpSpPr>
        <a:xfrm>
          <a:off x="0" y="0"/>
          <a:ext cx="0" cy="0"/>
          <a:chOff x="0" y="0"/>
          <a:chExt cx="0" cy="0"/>
        </a:xfrm>
      </p:grpSpPr>
      <p:sp>
        <p:nvSpPr>
          <p:cNvPr id="343" name="Google Shape;343;p49"/>
          <p:cNvSpPr txBox="1"/>
          <p:nvPr/>
        </p:nvSpPr>
        <p:spPr>
          <a:xfrm>
            <a:off x="264160" y="6571964"/>
            <a:ext cx="531901" cy="2134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344" name="Google Shape;344;p49"/>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345" name="Google Shape;345;p49"/>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346" name="Google Shape;346;p49"/>
          <p:cNvSpPr txBox="1"/>
          <p:nvPr>
            <p:ph idx="1" type="body"/>
          </p:nvPr>
        </p:nvSpPr>
        <p:spPr>
          <a:xfrm>
            <a:off x="245364" y="97790"/>
            <a:ext cx="11679936" cy="4270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347" name="Google Shape;347;p49"/>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348" name="Google Shape;348;p49"/>
          <p:cNvSpPr/>
          <p:nvPr>
            <p:ph idx="2" type="pic"/>
          </p:nvPr>
        </p:nvSpPr>
        <p:spPr>
          <a:xfrm>
            <a:off x="1217160" y="4332766"/>
            <a:ext cx="719681" cy="720000"/>
          </a:xfrm>
          <a:prstGeom prst="rect">
            <a:avLst/>
          </a:prstGeom>
          <a:noFill/>
          <a:ln>
            <a:noFill/>
          </a:ln>
        </p:spPr>
      </p:sp>
      <p:sp>
        <p:nvSpPr>
          <p:cNvPr id="349" name="Google Shape;349;p49"/>
          <p:cNvSpPr txBox="1"/>
          <p:nvPr>
            <p:ph idx="3" type="body"/>
          </p:nvPr>
        </p:nvSpPr>
        <p:spPr>
          <a:xfrm>
            <a:off x="345100" y="5315053"/>
            <a:ext cx="2463800" cy="516122"/>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50" name="Google Shape;350;p49"/>
          <p:cNvSpPr/>
          <p:nvPr>
            <p:ph idx="4" type="pic"/>
          </p:nvPr>
        </p:nvSpPr>
        <p:spPr>
          <a:xfrm>
            <a:off x="4257331" y="4332766"/>
            <a:ext cx="720319" cy="720000"/>
          </a:xfrm>
          <a:prstGeom prst="rect">
            <a:avLst/>
          </a:prstGeom>
          <a:noFill/>
          <a:ln>
            <a:noFill/>
          </a:ln>
        </p:spPr>
      </p:sp>
      <p:sp>
        <p:nvSpPr>
          <p:cNvPr id="351" name="Google Shape;351;p49"/>
          <p:cNvSpPr txBox="1"/>
          <p:nvPr>
            <p:ph idx="5" type="body"/>
          </p:nvPr>
        </p:nvSpPr>
        <p:spPr>
          <a:xfrm>
            <a:off x="3385590" y="5315053"/>
            <a:ext cx="2463800" cy="516122"/>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52" name="Google Shape;352;p49"/>
          <p:cNvSpPr/>
          <p:nvPr>
            <p:ph idx="6" type="pic"/>
          </p:nvPr>
        </p:nvSpPr>
        <p:spPr>
          <a:xfrm>
            <a:off x="10338470" y="4332766"/>
            <a:ext cx="720000" cy="720000"/>
          </a:xfrm>
          <a:prstGeom prst="rect">
            <a:avLst/>
          </a:prstGeom>
          <a:noFill/>
          <a:ln>
            <a:noFill/>
          </a:ln>
        </p:spPr>
      </p:sp>
      <p:sp>
        <p:nvSpPr>
          <p:cNvPr id="353" name="Google Shape;353;p49"/>
          <p:cNvSpPr txBox="1"/>
          <p:nvPr>
            <p:ph idx="7" type="body"/>
          </p:nvPr>
        </p:nvSpPr>
        <p:spPr>
          <a:xfrm>
            <a:off x="9466570" y="5315053"/>
            <a:ext cx="2463800" cy="516122"/>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54" name="Google Shape;354;p49"/>
          <p:cNvSpPr/>
          <p:nvPr>
            <p:ph idx="8" type="pic"/>
          </p:nvPr>
        </p:nvSpPr>
        <p:spPr>
          <a:xfrm>
            <a:off x="7297980" y="4332766"/>
            <a:ext cx="720000" cy="720000"/>
          </a:xfrm>
          <a:prstGeom prst="rect">
            <a:avLst/>
          </a:prstGeom>
          <a:noFill/>
          <a:ln>
            <a:noFill/>
          </a:ln>
        </p:spPr>
      </p:sp>
      <p:sp>
        <p:nvSpPr>
          <p:cNvPr id="355" name="Google Shape;355;p49"/>
          <p:cNvSpPr txBox="1"/>
          <p:nvPr>
            <p:ph idx="9" type="body"/>
          </p:nvPr>
        </p:nvSpPr>
        <p:spPr>
          <a:xfrm>
            <a:off x="6426080" y="5315053"/>
            <a:ext cx="2463800" cy="516122"/>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56" name="Google Shape;356;p49"/>
          <p:cNvSpPr txBox="1"/>
          <p:nvPr>
            <p:ph idx="13" type="body"/>
          </p:nvPr>
        </p:nvSpPr>
        <p:spPr>
          <a:xfrm>
            <a:off x="353154" y="1352814"/>
            <a:ext cx="11577590" cy="2544083"/>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357" name="Google Shape;357;p49"/>
          <p:cNvCxnSpPr/>
          <p:nvPr/>
        </p:nvCxnSpPr>
        <p:spPr>
          <a:xfrm rot="10800000">
            <a:off x="9178225" y="4316820"/>
            <a:ext cx="0" cy="1743738"/>
          </a:xfrm>
          <a:prstGeom prst="straightConnector1">
            <a:avLst/>
          </a:prstGeom>
          <a:noFill/>
          <a:ln cap="flat" cmpd="sng" w="12700">
            <a:solidFill>
              <a:srgbClr val="BFBFBF"/>
            </a:solidFill>
            <a:prstDash val="solid"/>
            <a:miter lim="8000"/>
            <a:headEnd len="sm" w="sm" type="none"/>
            <a:tailEnd len="sm" w="sm" type="none"/>
          </a:ln>
        </p:spPr>
      </p:cxnSp>
      <p:cxnSp>
        <p:nvCxnSpPr>
          <p:cNvPr id="358" name="Google Shape;358;p49"/>
          <p:cNvCxnSpPr/>
          <p:nvPr/>
        </p:nvCxnSpPr>
        <p:spPr>
          <a:xfrm rot="10800000">
            <a:off x="6137735" y="4316820"/>
            <a:ext cx="0" cy="1743738"/>
          </a:xfrm>
          <a:prstGeom prst="straightConnector1">
            <a:avLst/>
          </a:prstGeom>
          <a:noFill/>
          <a:ln cap="flat" cmpd="sng" w="12700">
            <a:solidFill>
              <a:srgbClr val="BFBFBF"/>
            </a:solidFill>
            <a:prstDash val="solid"/>
            <a:miter lim="8000"/>
            <a:headEnd len="sm" w="sm" type="none"/>
            <a:tailEnd len="sm" w="sm" type="none"/>
          </a:ln>
        </p:spPr>
      </p:cxnSp>
      <p:cxnSp>
        <p:nvCxnSpPr>
          <p:cNvPr id="359" name="Google Shape;359;p49"/>
          <p:cNvCxnSpPr/>
          <p:nvPr/>
        </p:nvCxnSpPr>
        <p:spPr>
          <a:xfrm rot="10800000">
            <a:off x="3097245" y="4316820"/>
            <a:ext cx="0" cy="1743738"/>
          </a:xfrm>
          <a:prstGeom prst="straightConnector1">
            <a:avLst/>
          </a:prstGeom>
          <a:noFill/>
          <a:ln cap="flat" cmpd="sng" w="12700">
            <a:solidFill>
              <a:srgbClr val="BFBFBF"/>
            </a:solidFill>
            <a:prstDash val="solid"/>
            <a:miter lim="8000"/>
            <a:headEnd len="sm" w="sm" type="none"/>
            <a:tailEnd len="sm" w="sm" type="none"/>
          </a:ln>
        </p:spPr>
      </p:cxnSp>
      <p:sp>
        <p:nvSpPr>
          <p:cNvPr id="360" name="Google Shape;360;p49"/>
          <p:cNvSpPr txBox="1"/>
          <p:nvPr>
            <p:ph idx="14" type="body"/>
          </p:nvPr>
        </p:nvSpPr>
        <p:spPr>
          <a:xfrm>
            <a:off x="346962" y="929442"/>
            <a:ext cx="11569267" cy="411326"/>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5">
    <p:spTree>
      <p:nvGrpSpPr>
        <p:cNvPr id="361" name="Shape 361"/>
        <p:cNvGrpSpPr/>
        <p:nvPr/>
      </p:nvGrpSpPr>
      <p:grpSpPr>
        <a:xfrm>
          <a:off x="0" y="0"/>
          <a:ext cx="0" cy="0"/>
          <a:chOff x="0" y="0"/>
          <a:chExt cx="0" cy="0"/>
        </a:xfrm>
      </p:grpSpPr>
      <p:sp>
        <p:nvSpPr>
          <p:cNvPr id="362" name="Google Shape;362;p50"/>
          <p:cNvSpPr txBox="1"/>
          <p:nvPr/>
        </p:nvSpPr>
        <p:spPr>
          <a:xfrm>
            <a:off x="264160" y="6571964"/>
            <a:ext cx="531901" cy="2134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363" name="Google Shape;363;p50"/>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364" name="Google Shape;364;p50"/>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365" name="Google Shape;365;p50"/>
          <p:cNvSpPr txBox="1"/>
          <p:nvPr>
            <p:ph idx="1" type="body"/>
          </p:nvPr>
        </p:nvSpPr>
        <p:spPr>
          <a:xfrm>
            <a:off x="245364" y="97790"/>
            <a:ext cx="11679936" cy="4270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366" name="Google Shape;366;p50"/>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367" name="Google Shape;367;p50"/>
          <p:cNvSpPr txBox="1"/>
          <p:nvPr>
            <p:ph idx="2" type="body"/>
          </p:nvPr>
        </p:nvSpPr>
        <p:spPr>
          <a:xfrm>
            <a:off x="7679766" y="1817983"/>
            <a:ext cx="4245534" cy="350121"/>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68" name="Google Shape;368;p50"/>
          <p:cNvSpPr txBox="1"/>
          <p:nvPr>
            <p:ph idx="3" type="body"/>
          </p:nvPr>
        </p:nvSpPr>
        <p:spPr>
          <a:xfrm>
            <a:off x="7679766" y="2211632"/>
            <a:ext cx="4245534" cy="489872"/>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69" name="Google Shape;369;p50"/>
          <p:cNvSpPr txBox="1"/>
          <p:nvPr>
            <p:ph idx="4" type="body"/>
          </p:nvPr>
        </p:nvSpPr>
        <p:spPr>
          <a:xfrm>
            <a:off x="346962" y="929442"/>
            <a:ext cx="11583781" cy="36773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70" name="Google Shape;370;p50"/>
          <p:cNvSpPr/>
          <p:nvPr>
            <p:ph idx="5" type="pic"/>
          </p:nvPr>
        </p:nvSpPr>
        <p:spPr>
          <a:xfrm>
            <a:off x="6721292" y="1899968"/>
            <a:ext cx="720000" cy="720000"/>
          </a:xfrm>
          <a:prstGeom prst="rect">
            <a:avLst/>
          </a:prstGeom>
          <a:noFill/>
          <a:ln>
            <a:noFill/>
          </a:ln>
        </p:spPr>
      </p:sp>
      <p:sp>
        <p:nvSpPr>
          <p:cNvPr id="371" name="Google Shape;371;p50"/>
          <p:cNvSpPr txBox="1"/>
          <p:nvPr>
            <p:ph idx="6" type="body"/>
          </p:nvPr>
        </p:nvSpPr>
        <p:spPr>
          <a:xfrm>
            <a:off x="7679766" y="3375920"/>
            <a:ext cx="4245534" cy="350121"/>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72" name="Google Shape;372;p50"/>
          <p:cNvSpPr txBox="1"/>
          <p:nvPr>
            <p:ph idx="7" type="body"/>
          </p:nvPr>
        </p:nvSpPr>
        <p:spPr>
          <a:xfrm>
            <a:off x="7679766" y="3769569"/>
            <a:ext cx="4245534" cy="489872"/>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73" name="Google Shape;373;p50"/>
          <p:cNvSpPr/>
          <p:nvPr>
            <p:ph idx="8" type="pic"/>
          </p:nvPr>
        </p:nvSpPr>
        <p:spPr>
          <a:xfrm>
            <a:off x="6721292" y="3467676"/>
            <a:ext cx="720000" cy="720000"/>
          </a:xfrm>
          <a:prstGeom prst="rect">
            <a:avLst/>
          </a:prstGeom>
          <a:noFill/>
          <a:ln>
            <a:noFill/>
          </a:ln>
        </p:spPr>
      </p:sp>
      <p:sp>
        <p:nvSpPr>
          <p:cNvPr id="374" name="Google Shape;374;p50"/>
          <p:cNvSpPr txBox="1"/>
          <p:nvPr>
            <p:ph idx="9" type="body"/>
          </p:nvPr>
        </p:nvSpPr>
        <p:spPr>
          <a:xfrm>
            <a:off x="7679766" y="4953399"/>
            <a:ext cx="4245534" cy="350121"/>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75" name="Google Shape;375;p50"/>
          <p:cNvSpPr txBox="1"/>
          <p:nvPr>
            <p:ph idx="13" type="body"/>
          </p:nvPr>
        </p:nvSpPr>
        <p:spPr>
          <a:xfrm>
            <a:off x="7679766" y="5347048"/>
            <a:ext cx="4245534" cy="489872"/>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76" name="Google Shape;376;p50"/>
          <p:cNvSpPr/>
          <p:nvPr>
            <p:ph idx="14" type="pic"/>
          </p:nvPr>
        </p:nvSpPr>
        <p:spPr>
          <a:xfrm>
            <a:off x="6721292" y="5035384"/>
            <a:ext cx="720000" cy="720000"/>
          </a:xfrm>
          <a:prstGeom prst="rect">
            <a:avLst/>
          </a:prstGeom>
          <a:noFill/>
          <a:ln>
            <a:noFill/>
          </a:ln>
        </p:spPr>
      </p:sp>
      <p:sp>
        <p:nvSpPr>
          <p:cNvPr id="377" name="Google Shape;377;p50"/>
          <p:cNvSpPr txBox="1"/>
          <p:nvPr>
            <p:ph idx="15" type="body"/>
          </p:nvPr>
        </p:nvSpPr>
        <p:spPr>
          <a:xfrm>
            <a:off x="346962" y="1341478"/>
            <a:ext cx="6073793" cy="465008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6">
    <p:spTree>
      <p:nvGrpSpPr>
        <p:cNvPr id="378" name="Shape 378"/>
        <p:cNvGrpSpPr/>
        <p:nvPr/>
      </p:nvGrpSpPr>
      <p:grpSpPr>
        <a:xfrm>
          <a:off x="0" y="0"/>
          <a:ext cx="0" cy="0"/>
          <a:chOff x="0" y="0"/>
          <a:chExt cx="0" cy="0"/>
        </a:xfrm>
      </p:grpSpPr>
      <p:sp>
        <p:nvSpPr>
          <p:cNvPr id="379" name="Google Shape;379;p51"/>
          <p:cNvSpPr txBox="1"/>
          <p:nvPr/>
        </p:nvSpPr>
        <p:spPr>
          <a:xfrm>
            <a:off x="264160" y="6571964"/>
            <a:ext cx="531901" cy="2134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380" name="Google Shape;380;p51"/>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381" name="Google Shape;381;p51"/>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382" name="Google Shape;382;p51"/>
          <p:cNvSpPr txBox="1"/>
          <p:nvPr>
            <p:ph idx="1" type="body"/>
          </p:nvPr>
        </p:nvSpPr>
        <p:spPr>
          <a:xfrm>
            <a:off x="245364" y="97790"/>
            <a:ext cx="11679936" cy="4270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383" name="Google Shape;383;p51"/>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384" name="Google Shape;384;p51"/>
          <p:cNvSpPr/>
          <p:nvPr>
            <p:ph idx="2" type="pic"/>
          </p:nvPr>
        </p:nvSpPr>
        <p:spPr>
          <a:xfrm>
            <a:off x="416537" y="3300715"/>
            <a:ext cx="720000" cy="720000"/>
          </a:xfrm>
          <a:prstGeom prst="rect">
            <a:avLst/>
          </a:prstGeom>
          <a:noFill/>
          <a:ln>
            <a:noFill/>
          </a:ln>
        </p:spPr>
      </p:sp>
      <p:sp>
        <p:nvSpPr>
          <p:cNvPr id="385" name="Google Shape;385;p51"/>
          <p:cNvSpPr txBox="1"/>
          <p:nvPr>
            <p:ph idx="3" type="body"/>
          </p:nvPr>
        </p:nvSpPr>
        <p:spPr>
          <a:xfrm>
            <a:off x="1373741" y="3164698"/>
            <a:ext cx="7351852" cy="303672"/>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86" name="Google Shape;386;p51"/>
          <p:cNvSpPr txBox="1"/>
          <p:nvPr>
            <p:ph idx="4" type="body"/>
          </p:nvPr>
        </p:nvSpPr>
        <p:spPr>
          <a:xfrm>
            <a:off x="1373741" y="3493719"/>
            <a:ext cx="7351852" cy="729593"/>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87" name="Google Shape;387;p51"/>
          <p:cNvSpPr/>
          <p:nvPr>
            <p:ph idx="5" type="pic"/>
          </p:nvPr>
        </p:nvSpPr>
        <p:spPr>
          <a:xfrm>
            <a:off x="416537" y="4983466"/>
            <a:ext cx="720000" cy="720000"/>
          </a:xfrm>
          <a:prstGeom prst="rect">
            <a:avLst/>
          </a:prstGeom>
          <a:noFill/>
          <a:ln>
            <a:noFill/>
          </a:ln>
        </p:spPr>
      </p:sp>
      <p:sp>
        <p:nvSpPr>
          <p:cNvPr id="388" name="Google Shape;388;p51"/>
          <p:cNvSpPr txBox="1"/>
          <p:nvPr>
            <p:ph idx="6" type="body"/>
          </p:nvPr>
        </p:nvSpPr>
        <p:spPr>
          <a:xfrm>
            <a:off x="1373741" y="4847449"/>
            <a:ext cx="7351852" cy="303672"/>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89" name="Google Shape;389;p51"/>
          <p:cNvSpPr txBox="1"/>
          <p:nvPr>
            <p:ph idx="7" type="body"/>
          </p:nvPr>
        </p:nvSpPr>
        <p:spPr>
          <a:xfrm>
            <a:off x="1373741" y="5176470"/>
            <a:ext cx="7351852" cy="729593"/>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90" name="Google Shape;390;p51"/>
          <p:cNvSpPr txBox="1"/>
          <p:nvPr>
            <p:ph idx="8" type="body"/>
          </p:nvPr>
        </p:nvSpPr>
        <p:spPr>
          <a:xfrm>
            <a:off x="335921" y="1354135"/>
            <a:ext cx="11565794" cy="1514153"/>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91" name="Google Shape;391;p51"/>
          <p:cNvSpPr txBox="1"/>
          <p:nvPr>
            <p:ph idx="9" type="body"/>
          </p:nvPr>
        </p:nvSpPr>
        <p:spPr>
          <a:xfrm>
            <a:off x="9552536" y="3153538"/>
            <a:ext cx="1971848" cy="323104"/>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92" name="Google Shape;392;p51"/>
          <p:cNvSpPr txBox="1"/>
          <p:nvPr>
            <p:ph idx="13" type="body"/>
          </p:nvPr>
        </p:nvSpPr>
        <p:spPr>
          <a:xfrm>
            <a:off x="9552536" y="3508694"/>
            <a:ext cx="1971848" cy="793257"/>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93" name="Google Shape;393;p51"/>
          <p:cNvSpPr txBox="1"/>
          <p:nvPr>
            <p:ph idx="14" type="body"/>
          </p:nvPr>
        </p:nvSpPr>
        <p:spPr>
          <a:xfrm>
            <a:off x="9552536" y="4849402"/>
            <a:ext cx="1971848" cy="323104"/>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94" name="Google Shape;394;p51"/>
          <p:cNvSpPr txBox="1"/>
          <p:nvPr>
            <p:ph idx="15" type="body"/>
          </p:nvPr>
        </p:nvSpPr>
        <p:spPr>
          <a:xfrm>
            <a:off x="9552536" y="5204558"/>
            <a:ext cx="1971848" cy="793257"/>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395" name="Google Shape;395;p51"/>
          <p:cNvCxnSpPr/>
          <p:nvPr/>
        </p:nvCxnSpPr>
        <p:spPr>
          <a:xfrm>
            <a:off x="9525000" y="4589323"/>
            <a:ext cx="2026920" cy="0"/>
          </a:xfrm>
          <a:prstGeom prst="straightConnector1">
            <a:avLst/>
          </a:prstGeom>
          <a:noFill/>
          <a:ln cap="flat" cmpd="sng" w="12700">
            <a:solidFill>
              <a:srgbClr val="BFBFBF"/>
            </a:solidFill>
            <a:prstDash val="solid"/>
            <a:miter lim="8000"/>
            <a:headEnd len="sm" w="sm" type="none"/>
            <a:tailEnd len="sm" w="sm" type="none"/>
          </a:ln>
        </p:spPr>
      </p:cxnSp>
      <p:cxnSp>
        <p:nvCxnSpPr>
          <p:cNvPr id="396" name="Google Shape;396;p51"/>
          <p:cNvCxnSpPr/>
          <p:nvPr/>
        </p:nvCxnSpPr>
        <p:spPr>
          <a:xfrm rot="-5400000">
            <a:off x="7543773" y="4632539"/>
            <a:ext cx="3264374" cy="0"/>
          </a:xfrm>
          <a:prstGeom prst="straightConnector1">
            <a:avLst/>
          </a:prstGeom>
          <a:noFill/>
          <a:ln cap="flat" cmpd="sng" w="12700">
            <a:solidFill>
              <a:srgbClr val="BFBFBF"/>
            </a:solidFill>
            <a:prstDash val="solid"/>
            <a:miter lim="8000"/>
            <a:headEnd len="sm" w="sm" type="none"/>
            <a:tailEnd len="sm" w="sm" type="none"/>
          </a:ln>
        </p:spPr>
      </p:cxnSp>
      <p:sp>
        <p:nvSpPr>
          <p:cNvPr id="397" name="Google Shape;397;p51"/>
          <p:cNvSpPr txBox="1"/>
          <p:nvPr>
            <p:ph idx="16" type="body"/>
          </p:nvPr>
        </p:nvSpPr>
        <p:spPr>
          <a:xfrm>
            <a:off x="346962" y="929442"/>
            <a:ext cx="11569267" cy="411326"/>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7">
    <p:spTree>
      <p:nvGrpSpPr>
        <p:cNvPr id="398" name="Shape 398"/>
        <p:cNvGrpSpPr/>
        <p:nvPr/>
      </p:nvGrpSpPr>
      <p:grpSpPr>
        <a:xfrm>
          <a:off x="0" y="0"/>
          <a:ext cx="0" cy="0"/>
          <a:chOff x="0" y="0"/>
          <a:chExt cx="0" cy="0"/>
        </a:xfrm>
      </p:grpSpPr>
      <p:sp>
        <p:nvSpPr>
          <p:cNvPr id="399" name="Google Shape;399;p52"/>
          <p:cNvSpPr txBox="1"/>
          <p:nvPr/>
        </p:nvSpPr>
        <p:spPr>
          <a:xfrm>
            <a:off x="264160" y="6571964"/>
            <a:ext cx="531901" cy="2134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400" name="Google Shape;400;p52"/>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401" name="Google Shape;401;p52"/>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402" name="Google Shape;402;p52"/>
          <p:cNvSpPr txBox="1"/>
          <p:nvPr>
            <p:ph idx="1" type="body"/>
          </p:nvPr>
        </p:nvSpPr>
        <p:spPr>
          <a:xfrm>
            <a:off x="245364" y="97790"/>
            <a:ext cx="11679936" cy="4270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403" name="Google Shape;403;p52"/>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404" name="Google Shape;404;p52"/>
          <p:cNvSpPr txBox="1"/>
          <p:nvPr>
            <p:ph idx="2" type="body"/>
          </p:nvPr>
        </p:nvSpPr>
        <p:spPr>
          <a:xfrm>
            <a:off x="3654201" y="4181759"/>
            <a:ext cx="2530470" cy="349299"/>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05" name="Google Shape;405;p52"/>
          <p:cNvSpPr txBox="1"/>
          <p:nvPr>
            <p:ph idx="3" type="body"/>
          </p:nvPr>
        </p:nvSpPr>
        <p:spPr>
          <a:xfrm>
            <a:off x="3654201" y="4566737"/>
            <a:ext cx="2530470" cy="1707063"/>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06" name="Google Shape;406;p52"/>
          <p:cNvSpPr txBox="1"/>
          <p:nvPr>
            <p:ph idx="4" type="body"/>
          </p:nvPr>
        </p:nvSpPr>
        <p:spPr>
          <a:xfrm>
            <a:off x="335923" y="979649"/>
            <a:ext cx="3144866" cy="371482"/>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07" name="Google Shape;407;p52"/>
          <p:cNvSpPr/>
          <p:nvPr>
            <p:ph idx="5" type="pic"/>
          </p:nvPr>
        </p:nvSpPr>
        <p:spPr>
          <a:xfrm>
            <a:off x="3746455" y="979679"/>
            <a:ext cx="2345962" cy="2942689"/>
          </a:xfrm>
          <a:prstGeom prst="rect">
            <a:avLst/>
          </a:prstGeom>
          <a:noFill/>
          <a:ln>
            <a:noFill/>
          </a:ln>
        </p:spPr>
      </p:sp>
      <p:sp>
        <p:nvSpPr>
          <p:cNvPr id="408" name="Google Shape;408;p52"/>
          <p:cNvSpPr txBox="1"/>
          <p:nvPr>
            <p:ph idx="6" type="body"/>
          </p:nvPr>
        </p:nvSpPr>
        <p:spPr>
          <a:xfrm>
            <a:off x="6596334" y="4181759"/>
            <a:ext cx="2530470" cy="349299"/>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09" name="Google Shape;409;p52"/>
          <p:cNvSpPr txBox="1"/>
          <p:nvPr>
            <p:ph idx="7" type="body"/>
          </p:nvPr>
        </p:nvSpPr>
        <p:spPr>
          <a:xfrm>
            <a:off x="6596334" y="4566737"/>
            <a:ext cx="2530470" cy="1707063"/>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10" name="Google Shape;410;p52"/>
          <p:cNvSpPr/>
          <p:nvPr>
            <p:ph idx="8" type="pic"/>
          </p:nvPr>
        </p:nvSpPr>
        <p:spPr>
          <a:xfrm>
            <a:off x="6688588" y="979679"/>
            <a:ext cx="2345962" cy="2942689"/>
          </a:xfrm>
          <a:prstGeom prst="rect">
            <a:avLst/>
          </a:prstGeom>
          <a:noFill/>
          <a:ln>
            <a:noFill/>
          </a:ln>
        </p:spPr>
      </p:sp>
      <p:sp>
        <p:nvSpPr>
          <p:cNvPr id="411" name="Google Shape;411;p52"/>
          <p:cNvSpPr txBox="1"/>
          <p:nvPr>
            <p:ph idx="9" type="body"/>
          </p:nvPr>
        </p:nvSpPr>
        <p:spPr>
          <a:xfrm>
            <a:off x="9460130" y="4181759"/>
            <a:ext cx="2530470" cy="349299"/>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12" name="Google Shape;412;p52"/>
          <p:cNvSpPr txBox="1"/>
          <p:nvPr>
            <p:ph idx="13" type="body"/>
          </p:nvPr>
        </p:nvSpPr>
        <p:spPr>
          <a:xfrm>
            <a:off x="9460130" y="4566737"/>
            <a:ext cx="2530470" cy="1707063"/>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13" name="Google Shape;413;p52"/>
          <p:cNvSpPr/>
          <p:nvPr>
            <p:ph idx="14" type="pic"/>
          </p:nvPr>
        </p:nvSpPr>
        <p:spPr>
          <a:xfrm>
            <a:off x="9552384" y="979679"/>
            <a:ext cx="2345962" cy="2942689"/>
          </a:xfrm>
          <a:prstGeom prst="rect">
            <a:avLst/>
          </a:prstGeom>
          <a:noFill/>
          <a:ln>
            <a:noFill/>
          </a:ln>
        </p:spPr>
      </p:sp>
      <p:sp>
        <p:nvSpPr>
          <p:cNvPr id="414" name="Google Shape;414;p52"/>
          <p:cNvSpPr txBox="1"/>
          <p:nvPr>
            <p:ph idx="15" type="body"/>
          </p:nvPr>
        </p:nvSpPr>
        <p:spPr>
          <a:xfrm>
            <a:off x="335923" y="1396395"/>
            <a:ext cx="3144866" cy="4877405"/>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415" name="Google Shape;415;p52"/>
          <p:cNvCxnSpPr/>
          <p:nvPr/>
        </p:nvCxnSpPr>
        <p:spPr>
          <a:xfrm rot="10800000">
            <a:off x="6385868" y="4114801"/>
            <a:ext cx="0" cy="2203937"/>
          </a:xfrm>
          <a:prstGeom prst="straightConnector1">
            <a:avLst/>
          </a:prstGeom>
          <a:noFill/>
          <a:ln cap="flat" cmpd="sng" w="12700">
            <a:solidFill>
              <a:srgbClr val="BFBFBF"/>
            </a:solidFill>
            <a:prstDash val="solid"/>
            <a:miter lim="8000"/>
            <a:headEnd len="sm" w="sm" type="none"/>
            <a:tailEnd len="sm" w="sm" type="none"/>
          </a:ln>
        </p:spPr>
      </p:cxnSp>
      <p:cxnSp>
        <p:nvCxnSpPr>
          <p:cNvPr id="416" name="Google Shape;416;p52"/>
          <p:cNvCxnSpPr/>
          <p:nvPr/>
        </p:nvCxnSpPr>
        <p:spPr>
          <a:xfrm rot="10800000">
            <a:off x="9296400" y="4114801"/>
            <a:ext cx="0" cy="2203937"/>
          </a:xfrm>
          <a:prstGeom prst="straightConnector1">
            <a:avLst/>
          </a:prstGeom>
          <a:noFill/>
          <a:ln cap="flat" cmpd="sng" w="12700">
            <a:solidFill>
              <a:srgbClr val="BFBFBF"/>
            </a:solidFill>
            <a:prstDash val="solid"/>
            <a:miter lim="8000"/>
            <a:headEnd len="sm" w="sm" type="none"/>
            <a:tailEnd len="sm" w="sm"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8">
    <p:spTree>
      <p:nvGrpSpPr>
        <p:cNvPr id="417" name="Shape 417"/>
        <p:cNvGrpSpPr/>
        <p:nvPr/>
      </p:nvGrpSpPr>
      <p:grpSpPr>
        <a:xfrm>
          <a:off x="0" y="0"/>
          <a:ext cx="0" cy="0"/>
          <a:chOff x="0" y="0"/>
          <a:chExt cx="0" cy="0"/>
        </a:xfrm>
      </p:grpSpPr>
      <p:sp>
        <p:nvSpPr>
          <p:cNvPr id="418" name="Google Shape;418;p53"/>
          <p:cNvSpPr txBox="1"/>
          <p:nvPr/>
        </p:nvSpPr>
        <p:spPr>
          <a:xfrm>
            <a:off x="264160" y="6571964"/>
            <a:ext cx="531901" cy="2134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419" name="Google Shape;419;p53"/>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420" name="Google Shape;420;p53"/>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421" name="Google Shape;421;p53"/>
          <p:cNvSpPr txBox="1"/>
          <p:nvPr>
            <p:ph idx="1" type="body"/>
          </p:nvPr>
        </p:nvSpPr>
        <p:spPr>
          <a:xfrm>
            <a:off x="245364" y="97790"/>
            <a:ext cx="11679936" cy="4270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422" name="Google Shape;422;p53"/>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423" name="Google Shape;423;p53"/>
          <p:cNvSpPr txBox="1"/>
          <p:nvPr>
            <p:ph idx="2" type="body"/>
          </p:nvPr>
        </p:nvSpPr>
        <p:spPr>
          <a:xfrm>
            <a:off x="4227616" y="929442"/>
            <a:ext cx="7721576" cy="374425"/>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4" name="Google Shape;424;p53"/>
          <p:cNvSpPr txBox="1"/>
          <p:nvPr>
            <p:ph idx="3" type="body"/>
          </p:nvPr>
        </p:nvSpPr>
        <p:spPr>
          <a:xfrm>
            <a:off x="4227616" y="1354667"/>
            <a:ext cx="7721576" cy="1519162"/>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5" name="Google Shape;425;p53"/>
          <p:cNvSpPr/>
          <p:nvPr>
            <p:ph idx="4" type="pic"/>
          </p:nvPr>
        </p:nvSpPr>
        <p:spPr>
          <a:xfrm>
            <a:off x="355600" y="914400"/>
            <a:ext cx="3575050" cy="5379522"/>
          </a:xfrm>
          <a:prstGeom prst="rect">
            <a:avLst/>
          </a:prstGeom>
          <a:noFill/>
          <a:ln>
            <a:noFill/>
          </a:ln>
        </p:spPr>
      </p:sp>
      <p:sp>
        <p:nvSpPr>
          <p:cNvPr id="426" name="Google Shape;426;p53"/>
          <p:cNvSpPr/>
          <p:nvPr>
            <p:ph idx="5" type="pic"/>
          </p:nvPr>
        </p:nvSpPr>
        <p:spPr>
          <a:xfrm>
            <a:off x="4688969" y="3006721"/>
            <a:ext cx="900000" cy="900000"/>
          </a:xfrm>
          <a:prstGeom prst="rect">
            <a:avLst/>
          </a:prstGeom>
          <a:noFill/>
          <a:ln>
            <a:noFill/>
          </a:ln>
        </p:spPr>
      </p:sp>
      <p:sp>
        <p:nvSpPr>
          <p:cNvPr id="427" name="Google Shape;427;p53"/>
          <p:cNvSpPr txBox="1"/>
          <p:nvPr>
            <p:ph idx="6" type="body"/>
          </p:nvPr>
        </p:nvSpPr>
        <p:spPr>
          <a:xfrm>
            <a:off x="4191990" y="3980826"/>
            <a:ext cx="1893958" cy="461979"/>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8" name="Google Shape;428;p53"/>
          <p:cNvSpPr/>
          <p:nvPr>
            <p:ph idx="7" type="pic"/>
          </p:nvPr>
        </p:nvSpPr>
        <p:spPr>
          <a:xfrm>
            <a:off x="7633206" y="3006721"/>
            <a:ext cx="900000" cy="900000"/>
          </a:xfrm>
          <a:prstGeom prst="rect">
            <a:avLst/>
          </a:prstGeom>
          <a:noFill/>
          <a:ln>
            <a:noFill/>
          </a:ln>
        </p:spPr>
      </p:sp>
      <p:sp>
        <p:nvSpPr>
          <p:cNvPr id="429" name="Google Shape;429;p53"/>
          <p:cNvSpPr txBox="1"/>
          <p:nvPr>
            <p:ph idx="8" type="body"/>
          </p:nvPr>
        </p:nvSpPr>
        <p:spPr>
          <a:xfrm>
            <a:off x="7136227" y="3980826"/>
            <a:ext cx="1893958" cy="461979"/>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0" name="Google Shape;430;p53"/>
          <p:cNvSpPr/>
          <p:nvPr>
            <p:ph idx="9" type="pic"/>
          </p:nvPr>
        </p:nvSpPr>
        <p:spPr>
          <a:xfrm>
            <a:off x="10577442" y="3006721"/>
            <a:ext cx="900000" cy="900000"/>
          </a:xfrm>
          <a:prstGeom prst="rect">
            <a:avLst/>
          </a:prstGeom>
          <a:noFill/>
          <a:ln>
            <a:noFill/>
          </a:ln>
        </p:spPr>
      </p:sp>
      <p:sp>
        <p:nvSpPr>
          <p:cNvPr id="431" name="Google Shape;431;p53"/>
          <p:cNvSpPr txBox="1"/>
          <p:nvPr>
            <p:ph idx="13" type="body"/>
          </p:nvPr>
        </p:nvSpPr>
        <p:spPr>
          <a:xfrm>
            <a:off x="10080463" y="3980826"/>
            <a:ext cx="1893958" cy="461979"/>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2" name="Google Shape;432;p53"/>
          <p:cNvSpPr/>
          <p:nvPr>
            <p:ph idx="14" type="pic"/>
          </p:nvPr>
        </p:nvSpPr>
        <p:spPr>
          <a:xfrm>
            <a:off x="4688969" y="4737019"/>
            <a:ext cx="900000" cy="900000"/>
          </a:xfrm>
          <a:prstGeom prst="rect">
            <a:avLst/>
          </a:prstGeom>
          <a:noFill/>
          <a:ln>
            <a:noFill/>
          </a:ln>
        </p:spPr>
      </p:sp>
      <p:sp>
        <p:nvSpPr>
          <p:cNvPr id="433" name="Google Shape;433;p53"/>
          <p:cNvSpPr txBox="1"/>
          <p:nvPr>
            <p:ph idx="15" type="body"/>
          </p:nvPr>
        </p:nvSpPr>
        <p:spPr>
          <a:xfrm>
            <a:off x="4191990" y="5711124"/>
            <a:ext cx="1893958" cy="461979"/>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4" name="Google Shape;434;p53"/>
          <p:cNvSpPr/>
          <p:nvPr>
            <p:ph idx="16" type="pic"/>
          </p:nvPr>
        </p:nvSpPr>
        <p:spPr>
          <a:xfrm>
            <a:off x="7633206" y="4737019"/>
            <a:ext cx="900000" cy="900000"/>
          </a:xfrm>
          <a:prstGeom prst="rect">
            <a:avLst/>
          </a:prstGeom>
          <a:noFill/>
          <a:ln>
            <a:noFill/>
          </a:ln>
        </p:spPr>
      </p:sp>
      <p:sp>
        <p:nvSpPr>
          <p:cNvPr id="435" name="Google Shape;435;p53"/>
          <p:cNvSpPr txBox="1"/>
          <p:nvPr>
            <p:ph idx="17" type="body"/>
          </p:nvPr>
        </p:nvSpPr>
        <p:spPr>
          <a:xfrm>
            <a:off x="7136227" y="5711124"/>
            <a:ext cx="1893958" cy="461979"/>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6" name="Google Shape;436;p53"/>
          <p:cNvSpPr/>
          <p:nvPr>
            <p:ph idx="18" type="pic"/>
          </p:nvPr>
        </p:nvSpPr>
        <p:spPr>
          <a:xfrm>
            <a:off x="10577442" y="4737019"/>
            <a:ext cx="900000" cy="900000"/>
          </a:xfrm>
          <a:prstGeom prst="rect">
            <a:avLst/>
          </a:prstGeom>
          <a:noFill/>
          <a:ln>
            <a:noFill/>
          </a:ln>
        </p:spPr>
      </p:sp>
      <p:sp>
        <p:nvSpPr>
          <p:cNvPr id="437" name="Google Shape;437;p53"/>
          <p:cNvSpPr txBox="1"/>
          <p:nvPr>
            <p:ph idx="19" type="body"/>
          </p:nvPr>
        </p:nvSpPr>
        <p:spPr>
          <a:xfrm>
            <a:off x="10080463" y="5711124"/>
            <a:ext cx="1893958" cy="461979"/>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438" name="Google Shape;438;p53"/>
          <p:cNvCxnSpPr/>
          <p:nvPr/>
        </p:nvCxnSpPr>
        <p:spPr>
          <a:xfrm rot="-5400000">
            <a:off x="5861338" y="3646892"/>
            <a:ext cx="1522855" cy="0"/>
          </a:xfrm>
          <a:prstGeom prst="straightConnector1">
            <a:avLst/>
          </a:prstGeom>
          <a:noFill/>
          <a:ln cap="flat" cmpd="sng" w="12700">
            <a:solidFill>
              <a:srgbClr val="BFBFBF"/>
            </a:solidFill>
            <a:prstDash val="solid"/>
            <a:miter lim="8000"/>
            <a:headEnd len="sm" w="sm" type="none"/>
            <a:tailEnd len="sm" w="sm" type="none"/>
          </a:ln>
        </p:spPr>
      </p:cxnSp>
      <p:cxnSp>
        <p:nvCxnSpPr>
          <p:cNvPr id="439" name="Google Shape;439;p53"/>
          <p:cNvCxnSpPr/>
          <p:nvPr/>
        </p:nvCxnSpPr>
        <p:spPr>
          <a:xfrm rot="-5400000">
            <a:off x="5861339" y="5485827"/>
            <a:ext cx="1522855" cy="0"/>
          </a:xfrm>
          <a:prstGeom prst="straightConnector1">
            <a:avLst/>
          </a:prstGeom>
          <a:noFill/>
          <a:ln cap="flat" cmpd="sng" w="12700">
            <a:solidFill>
              <a:srgbClr val="BFBFBF"/>
            </a:solidFill>
            <a:prstDash val="solid"/>
            <a:miter lim="8000"/>
            <a:headEnd len="sm" w="sm" type="none"/>
            <a:tailEnd len="sm" w="sm" type="none"/>
          </a:ln>
        </p:spPr>
      </p:cxnSp>
      <p:cxnSp>
        <p:nvCxnSpPr>
          <p:cNvPr id="440" name="Google Shape;440;p53"/>
          <p:cNvCxnSpPr/>
          <p:nvPr/>
        </p:nvCxnSpPr>
        <p:spPr>
          <a:xfrm rot="-5400000">
            <a:off x="8772478" y="3646893"/>
            <a:ext cx="1522855" cy="0"/>
          </a:xfrm>
          <a:prstGeom prst="straightConnector1">
            <a:avLst/>
          </a:prstGeom>
          <a:noFill/>
          <a:ln cap="flat" cmpd="sng" w="12700">
            <a:solidFill>
              <a:srgbClr val="BFBFBF"/>
            </a:solidFill>
            <a:prstDash val="solid"/>
            <a:miter lim="8000"/>
            <a:headEnd len="sm" w="sm" type="none"/>
            <a:tailEnd len="sm" w="sm" type="none"/>
          </a:ln>
        </p:spPr>
      </p:cxnSp>
      <p:cxnSp>
        <p:nvCxnSpPr>
          <p:cNvPr id="441" name="Google Shape;441;p53"/>
          <p:cNvCxnSpPr/>
          <p:nvPr/>
        </p:nvCxnSpPr>
        <p:spPr>
          <a:xfrm rot="-5400000">
            <a:off x="8772479" y="5485828"/>
            <a:ext cx="1522855" cy="0"/>
          </a:xfrm>
          <a:prstGeom prst="straightConnector1">
            <a:avLst/>
          </a:prstGeom>
          <a:noFill/>
          <a:ln cap="flat" cmpd="sng" w="12700">
            <a:solidFill>
              <a:srgbClr val="BFBFBF"/>
            </a:solidFill>
            <a:prstDash val="solid"/>
            <a:miter lim="8000"/>
            <a:headEnd len="sm" w="sm" type="none"/>
            <a:tailEnd len="sm" w="sm" type="none"/>
          </a:ln>
        </p:spPr>
      </p:cxnSp>
      <p:cxnSp>
        <p:nvCxnSpPr>
          <p:cNvPr id="442" name="Google Shape;442;p53"/>
          <p:cNvCxnSpPr/>
          <p:nvPr/>
        </p:nvCxnSpPr>
        <p:spPr>
          <a:xfrm rot="10800000">
            <a:off x="4142292" y="4585039"/>
            <a:ext cx="1980000" cy="0"/>
          </a:xfrm>
          <a:prstGeom prst="straightConnector1">
            <a:avLst/>
          </a:prstGeom>
          <a:noFill/>
          <a:ln cap="flat" cmpd="sng" w="12700">
            <a:solidFill>
              <a:srgbClr val="BFBFBF"/>
            </a:solidFill>
            <a:prstDash val="solid"/>
            <a:miter lim="8000"/>
            <a:headEnd len="sm" w="sm" type="none"/>
            <a:tailEnd len="sm" w="sm" type="none"/>
          </a:ln>
        </p:spPr>
      </p:cxnSp>
      <p:cxnSp>
        <p:nvCxnSpPr>
          <p:cNvPr id="443" name="Google Shape;443;p53"/>
          <p:cNvCxnSpPr/>
          <p:nvPr/>
        </p:nvCxnSpPr>
        <p:spPr>
          <a:xfrm rot="10800000">
            <a:off x="7069771" y="4585039"/>
            <a:ext cx="1980000" cy="0"/>
          </a:xfrm>
          <a:prstGeom prst="straightConnector1">
            <a:avLst/>
          </a:prstGeom>
          <a:noFill/>
          <a:ln cap="flat" cmpd="sng" w="12700">
            <a:solidFill>
              <a:srgbClr val="BFBFBF"/>
            </a:solidFill>
            <a:prstDash val="solid"/>
            <a:miter lim="8000"/>
            <a:headEnd len="sm" w="sm" type="none"/>
            <a:tailEnd len="sm" w="sm" type="none"/>
          </a:ln>
        </p:spPr>
      </p:cxnSp>
      <p:cxnSp>
        <p:nvCxnSpPr>
          <p:cNvPr id="444" name="Google Shape;444;p53"/>
          <p:cNvCxnSpPr/>
          <p:nvPr/>
        </p:nvCxnSpPr>
        <p:spPr>
          <a:xfrm rot="10800000">
            <a:off x="10012871" y="4585039"/>
            <a:ext cx="1980000" cy="0"/>
          </a:xfrm>
          <a:prstGeom prst="straightConnector1">
            <a:avLst/>
          </a:prstGeom>
          <a:noFill/>
          <a:ln cap="flat" cmpd="sng" w="12700">
            <a:solidFill>
              <a:srgbClr val="BFBFBF"/>
            </a:solidFill>
            <a:prstDash val="solid"/>
            <a:miter lim="8000"/>
            <a:headEnd len="sm" w="sm" type="none"/>
            <a:tailEnd len="sm" w="sm"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9">
    <p:spTree>
      <p:nvGrpSpPr>
        <p:cNvPr id="445" name="Shape 445"/>
        <p:cNvGrpSpPr/>
        <p:nvPr/>
      </p:nvGrpSpPr>
      <p:grpSpPr>
        <a:xfrm>
          <a:off x="0" y="0"/>
          <a:ext cx="0" cy="0"/>
          <a:chOff x="0" y="0"/>
          <a:chExt cx="0" cy="0"/>
        </a:xfrm>
      </p:grpSpPr>
      <p:sp>
        <p:nvSpPr>
          <p:cNvPr id="446" name="Google Shape;446;p54"/>
          <p:cNvSpPr txBox="1"/>
          <p:nvPr/>
        </p:nvSpPr>
        <p:spPr>
          <a:xfrm>
            <a:off x="264160" y="6571964"/>
            <a:ext cx="531901" cy="2134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447" name="Google Shape;447;p54"/>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448" name="Google Shape;448;p54"/>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449" name="Google Shape;449;p54"/>
          <p:cNvSpPr txBox="1"/>
          <p:nvPr>
            <p:ph idx="1" type="body"/>
          </p:nvPr>
        </p:nvSpPr>
        <p:spPr>
          <a:xfrm>
            <a:off x="245364" y="97790"/>
            <a:ext cx="11679936" cy="4270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450" name="Google Shape;450;p54"/>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451" name="Google Shape;451;p54"/>
          <p:cNvSpPr txBox="1"/>
          <p:nvPr>
            <p:ph idx="2" type="body"/>
          </p:nvPr>
        </p:nvSpPr>
        <p:spPr>
          <a:xfrm>
            <a:off x="4310741" y="2817627"/>
            <a:ext cx="3550722" cy="342668"/>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52" name="Google Shape;452;p54"/>
          <p:cNvSpPr txBox="1"/>
          <p:nvPr>
            <p:ph idx="3" type="body"/>
          </p:nvPr>
        </p:nvSpPr>
        <p:spPr>
          <a:xfrm>
            <a:off x="4310741" y="3187774"/>
            <a:ext cx="3550722" cy="2718333"/>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53" name="Google Shape;453;p54"/>
          <p:cNvSpPr/>
          <p:nvPr>
            <p:ph idx="4" type="pic"/>
          </p:nvPr>
        </p:nvSpPr>
        <p:spPr>
          <a:xfrm>
            <a:off x="4310741" y="1498573"/>
            <a:ext cx="900000" cy="900000"/>
          </a:xfrm>
          <a:prstGeom prst="rect">
            <a:avLst/>
          </a:prstGeom>
          <a:noFill/>
          <a:ln>
            <a:noFill/>
          </a:ln>
        </p:spPr>
      </p:sp>
      <p:sp>
        <p:nvSpPr>
          <p:cNvPr id="454" name="Google Shape;454;p54"/>
          <p:cNvSpPr txBox="1"/>
          <p:nvPr>
            <p:ph idx="5" type="body"/>
          </p:nvPr>
        </p:nvSpPr>
        <p:spPr>
          <a:xfrm>
            <a:off x="343992" y="915040"/>
            <a:ext cx="3586740" cy="388828"/>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55" name="Google Shape;455;p54"/>
          <p:cNvSpPr txBox="1"/>
          <p:nvPr>
            <p:ph idx="6" type="body"/>
          </p:nvPr>
        </p:nvSpPr>
        <p:spPr>
          <a:xfrm>
            <a:off x="8310060" y="2817627"/>
            <a:ext cx="3550722" cy="342668"/>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56" name="Google Shape;456;p54"/>
          <p:cNvSpPr txBox="1"/>
          <p:nvPr>
            <p:ph idx="7" type="body"/>
          </p:nvPr>
        </p:nvSpPr>
        <p:spPr>
          <a:xfrm>
            <a:off x="8310060" y="3187774"/>
            <a:ext cx="3550722" cy="2718333"/>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57" name="Google Shape;457;p54"/>
          <p:cNvSpPr/>
          <p:nvPr>
            <p:ph idx="8" type="pic"/>
          </p:nvPr>
        </p:nvSpPr>
        <p:spPr>
          <a:xfrm>
            <a:off x="8310060" y="1498573"/>
            <a:ext cx="900000" cy="900000"/>
          </a:xfrm>
          <a:prstGeom prst="rect">
            <a:avLst/>
          </a:prstGeom>
          <a:noFill/>
          <a:ln>
            <a:noFill/>
          </a:ln>
        </p:spPr>
      </p:sp>
      <p:sp>
        <p:nvSpPr>
          <p:cNvPr id="458" name="Google Shape;458;p54"/>
          <p:cNvSpPr txBox="1"/>
          <p:nvPr>
            <p:ph idx="9" type="body"/>
          </p:nvPr>
        </p:nvSpPr>
        <p:spPr>
          <a:xfrm>
            <a:off x="343992" y="1371599"/>
            <a:ext cx="3586740" cy="4625163"/>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459" name="Google Shape;459;p54"/>
          <p:cNvCxnSpPr/>
          <p:nvPr/>
        </p:nvCxnSpPr>
        <p:spPr>
          <a:xfrm rot="-5400000">
            <a:off x="6468952" y="4391908"/>
            <a:ext cx="3264374" cy="0"/>
          </a:xfrm>
          <a:prstGeom prst="straightConnector1">
            <a:avLst/>
          </a:prstGeom>
          <a:noFill/>
          <a:ln cap="flat" cmpd="sng" w="12700">
            <a:solidFill>
              <a:srgbClr val="BFBFBF"/>
            </a:solidFill>
            <a:prstDash val="solid"/>
            <a:miter lim="8000"/>
            <a:headEnd len="sm" w="sm" type="none"/>
            <a:tailEnd len="sm" w="sm"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0">
    <p:spTree>
      <p:nvGrpSpPr>
        <p:cNvPr id="460" name="Shape 460"/>
        <p:cNvGrpSpPr/>
        <p:nvPr/>
      </p:nvGrpSpPr>
      <p:grpSpPr>
        <a:xfrm>
          <a:off x="0" y="0"/>
          <a:ext cx="0" cy="0"/>
          <a:chOff x="0" y="0"/>
          <a:chExt cx="0" cy="0"/>
        </a:xfrm>
      </p:grpSpPr>
      <p:sp>
        <p:nvSpPr>
          <p:cNvPr id="461" name="Google Shape;461;p55"/>
          <p:cNvSpPr/>
          <p:nvPr/>
        </p:nvSpPr>
        <p:spPr>
          <a:xfrm>
            <a:off x="552893" y="3104706"/>
            <a:ext cx="5358809" cy="2998381"/>
          </a:xfrm>
          <a:prstGeom prst="roundRect">
            <a:avLst>
              <a:gd fmla="val 3915" name="adj"/>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2" name="Google Shape;462;p55"/>
          <p:cNvSpPr/>
          <p:nvPr/>
        </p:nvSpPr>
        <p:spPr>
          <a:xfrm>
            <a:off x="6363585" y="3104706"/>
            <a:ext cx="5358809" cy="2998381"/>
          </a:xfrm>
          <a:prstGeom prst="roundRect">
            <a:avLst>
              <a:gd fmla="val 3915" name="adj"/>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3" name="Google Shape;463;p55"/>
          <p:cNvSpPr txBox="1"/>
          <p:nvPr/>
        </p:nvSpPr>
        <p:spPr>
          <a:xfrm>
            <a:off x="264160" y="6571964"/>
            <a:ext cx="531901" cy="2134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464" name="Google Shape;464;p55"/>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465" name="Google Shape;465;p55"/>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466" name="Google Shape;466;p55"/>
          <p:cNvSpPr txBox="1"/>
          <p:nvPr>
            <p:ph idx="1" type="body"/>
          </p:nvPr>
        </p:nvSpPr>
        <p:spPr>
          <a:xfrm>
            <a:off x="245364" y="97790"/>
            <a:ext cx="11679936" cy="4270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467" name="Google Shape;467;p55"/>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468" name="Google Shape;468;p55"/>
          <p:cNvSpPr txBox="1"/>
          <p:nvPr>
            <p:ph idx="2" type="body"/>
          </p:nvPr>
        </p:nvSpPr>
        <p:spPr>
          <a:xfrm>
            <a:off x="935665" y="4470461"/>
            <a:ext cx="4593264" cy="358213"/>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69" name="Google Shape;469;p55"/>
          <p:cNvSpPr txBox="1"/>
          <p:nvPr>
            <p:ph idx="3" type="body"/>
          </p:nvPr>
        </p:nvSpPr>
        <p:spPr>
          <a:xfrm>
            <a:off x="935665" y="4858212"/>
            <a:ext cx="4593264" cy="965072"/>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70" name="Google Shape;470;p55"/>
          <p:cNvSpPr/>
          <p:nvPr>
            <p:ph idx="4" type="pic"/>
          </p:nvPr>
        </p:nvSpPr>
        <p:spPr>
          <a:xfrm>
            <a:off x="2782297" y="3394190"/>
            <a:ext cx="900000" cy="900000"/>
          </a:xfrm>
          <a:prstGeom prst="rect">
            <a:avLst/>
          </a:prstGeom>
          <a:noFill/>
          <a:ln>
            <a:noFill/>
          </a:ln>
        </p:spPr>
      </p:sp>
      <p:sp>
        <p:nvSpPr>
          <p:cNvPr id="471" name="Google Shape;471;p55"/>
          <p:cNvSpPr txBox="1"/>
          <p:nvPr>
            <p:ph idx="5" type="body"/>
          </p:nvPr>
        </p:nvSpPr>
        <p:spPr>
          <a:xfrm>
            <a:off x="346362" y="808162"/>
            <a:ext cx="11569867" cy="295424"/>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72" name="Google Shape;472;p55"/>
          <p:cNvSpPr txBox="1"/>
          <p:nvPr>
            <p:ph idx="6" type="body"/>
          </p:nvPr>
        </p:nvSpPr>
        <p:spPr>
          <a:xfrm>
            <a:off x="346362" y="1115600"/>
            <a:ext cx="11569867" cy="1797721"/>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73" name="Google Shape;473;p55"/>
          <p:cNvSpPr txBox="1"/>
          <p:nvPr>
            <p:ph idx="7" type="body"/>
          </p:nvPr>
        </p:nvSpPr>
        <p:spPr>
          <a:xfrm>
            <a:off x="6746357" y="4470461"/>
            <a:ext cx="4593264" cy="358213"/>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74" name="Google Shape;474;p55"/>
          <p:cNvSpPr txBox="1"/>
          <p:nvPr>
            <p:ph idx="8" type="body"/>
          </p:nvPr>
        </p:nvSpPr>
        <p:spPr>
          <a:xfrm>
            <a:off x="6746357" y="4858212"/>
            <a:ext cx="4593264" cy="965072"/>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75" name="Google Shape;475;p55"/>
          <p:cNvSpPr/>
          <p:nvPr>
            <p:ph idx="9" type="pic"/>
          </p:nvPr>
        </p:nvSpPr>
        <p:spPr>
          <a:xfrm>
            <a:off x="8592989" y="3394190"/>
            <a:ext cx="900000" cy="900000"/>
          </a:xfrm>
          <a:prstGeom prst="rect">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1">
    <p:spTree>
      <p:nvGrpSpPr>
        <p:cNvPr id="476" name="Shape 476"/>
        <p:cNvGrpSpPr/>
        <p:nvPr/>
      </p:nvGrpSpPr>
      <p:grpSpPr>
        <a:xfrm>
          <a:off x="0" y="0"/>
          <a:ext cx="0" cy="0"/>
          <a:chOff x="0" y="0"/>
          <a:chExt cx="0" cy="0"/>
        </a:xfrm>
      </p:grpSpPr>
      <p:sp>
        <p:nvSpPr>
          <p:cNvPr id="477" name="Google Shape;477;p56"/>
          <p:cNvSpPr txBox="1"/>
          <p:nvPr/>
        </p:nvSpPr>
        <p:spPr>
          <a:xfrm>
            <a:off x="264160" y="6571964"/>
            <a:ext cx="531901" cy="2134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478" name="Google Shape;478;p56"/>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479" name="Google Shape;479;p56"/>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480" name="Google Shape;480;p56"/>
          <p:cNvSpPr txBox="1"/>
          <p:nvPr>
            <p:ph idx="1" type="body"/>
          </p:nvPr>
        </p:nvSpPr>
        <p:spPr>
          <a:xfrm>
            <a:off x="245364" y="97790"/>
            <a:ext cx="11679936" cy="4270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481" name="Google Shape;481;p56"/>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482" name="Google Shape;482;p56"/>
          <p:cNvSpPr/>
          <p:nvPr/>
        </p:nvSpPr>
        <p:spPr>
          <a:xfrm>
            <a:off x="401590" y="938470"/>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3" name="Google Shape;483;p56"/>
          <p:cNvSpPr/>
          <p:nvPr>
            <p:ph idx="2" type="pic"/>
          </p:nvPr>
        </p:nvSpPr>
        <p:spPr>
          <a:xfrm>
            <a:off x="671590" y="1208470"/>
            <a:ext cx="540000" cy="540000"/>
          </a:xfrm>
          <a:prstGeom prst="rect">
            <a:avLst/>
          </a:prstGeom>
          <a:noFill/>
          <a:ln>
            <a:noFill/>
          </a:ln>
        </p:spPr>
      </p:sp>
      <p:sp>
        <p:nvSpPr>
          <p:cNvPr id="484" name="Google Shape;484;p56"/>
          <p:cNvSpPr txBox="1"/>
          <p:nvPr>
            <p:ph idx="3" type="body"/>
          </p:nvPr>
        </p:nvSpPr>
        <p:spPr>
          <a:xfrm>
            <a:off x="1701543" y="924057"/>
            <a:ext cx="10223757" cy="31097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85" name="Google Shape;485;p56"/>
          <p:cNvSpPr txBox="1"/>
          <p:nvPr>
            <p:ph idx="4" type="body"/>
          </p:nvPr>
        </p:nvSpPr>
        <p:spPr>
          <a:xfrm>
            <a:off x="1701543" y="1273586"/>
            <a:ext cx="10223757" cy="78999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86" name="Google Shape;486;p56"/>
          <p:cNvSpPr/>
          <p:nvPr/>
        </p:nvSpPr>
        <p:spPr>
          <a:xfrm>
            <a:off x="401590" y="2273641"/>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7" name="Google Shape;487;p56"/>
          <p:cNvSpPr/>
          <p:nvPr>
            <p:ph idx="5" type="pic"/>
          </p:nvPr>
        </p:nvSpPr>
        <p:spPr>
          <a:xfrm>
            <a:off x="671590" y="2543641"/>
            <a:ext cx="540000" cy="540000"/>
          </a:xfrm>
          <a:prstGeom prst="rect">
            <a:avLst/>
          </a:prstGeom>
          <a:noFill/>
          <a:ln>
            <a:noFill/>
          </a:ln>
        </p:spPr>
      </p:sp>
      <p:sp>
        <p:nvSpPr>
          <p:cNvPr id="488" name="Google Shape;488;p56"/>
          <p:cNvSpPr txBox="1"/>
          <p:nvPr>
            <p:ph idx="6" type="body"/>
          </p:nvPr>
        </p:nvSpPr>
        <p:spPr>
          <a:xfrm>
            <a:off x="1701543" y="2259228"/>
            <a:ext cx="10223757" cy="31097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89" name="Google Shape;489;p56"/>
          <p:cNvSpPr txBox="1"/>
          <p:nvPr>
            <p:ph idx="7" type="body"/>
          </p:nvPr>
        </p:nvSpPr>
        <p:spPr>
          <a:xfrm>
            <a:off x="1701543" y="2608757"/>
            <a:ext cx="10223757" cy="78999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90" name="Google Shape;490;p56"/>
          <p:cNvSpPr/>
          <p:nvPr/>
        </p:nvSpPr>
        <p:spPr>
          <a:xfrm>
            <a:off x="401590" y="3604054"/>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1" name="Google Shape;491;p56"/>
          <p:cNvSpPr/>
          <p:nvPr>
            <p:ph idx="8" type="pic"/>
          </p:nvPr>
        </p:nvSpPr>
        <p:spPr>
          <a:xfrm>
            <a:off x="671590" y="3874054"/>
            <a:ext cx="540000" cy="540000"/>
          </a:xfrm>
          <a:prstGeom prst="rect">
            <a:avLst/>
          </a:prstGeom>
          <a:noFill/>
          <a:ln>
            <a:noFill/>
          </a:ln>
        </p:spPr>
      </p:sp>
      <p:sp>
        <p:nvSpPr>
          <p:cNvPr id="492" name="Google Shape;492;p56"/>
          <p:cNvSpPr txBox="1"/>
          <p:nvPr>
            <p:ph idx="9" type="body"/>
          </p:nvPr>
        </p:nvSpPr>
        <p:spPr>
          <a:xfrm>
            <a:off x="1701543" y="3589641"/>
            <a:ext cx="10223757" cy="31097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93" name="Google Shape;493;p56"/>
          <p:cNvSpPr txBox="1"/>
          <p:nvPr>
            <p:ph idx="13" type="body"/>
          </p:nvPr>
        </p:nvSpPr>
        <p:spPr>
          <a:xfrm>
            <a:off x="1701543" y="3939170"/>
            <a:ext cx="10223757" cy="78999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94" name="Google Shape;494;p56"/>
          <p:cNvSpPr/>
          <p:nvPr/>
        </p:nvSpPr>
        <p:spPr>
          <a:xfrm>
            <a:off x="401590" y="4967413"/>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5" name="Google Shape;495;p56"/>
          <p:cNvSpPr/>
          <p:nvPr>
            <p:ph idx="14" type="pic"/>
          </p:nvPr>
        </p:nvSpPr>
        <p:spPr>
          <a:xfrm>
            <a:off x="671590" y="5237413"/>
            <a:ext cx="540000" cy="540000"/>
          </a:xfrm>
          <a:prstGeom prst="rect">
            <a:avLst/>
          </a:prstGeom>
          <a:noFill/>
          <a:ln>
            <a:noFill/>
          </a:ln>
        </p:spPr>
      </p:sp>
      <p:sp>
        <p:nvSpPr>
          <p:cNvPr id="496" name="Google Shape;496;p56"/>
          <p:cNvSpPr txBox="1"/>
          <p:nvPr>
            <p:ph idx="15" type="body"/>
          </p:nvPr>
        </p:nvSpPr>
        <p:spPr>
          <a:xfrm>
            <a:off x="1701543" y="4953000"/>
            <a:ext cx="10223757" cy="31097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97" name="Google Shape;497;p56"/>
          <p:cNvSpPr txBox="1"/>
          <p:nvPr>
            <p:ph idx="16" type="body"/>
          </p:nvPr>
        </p:nvSpPr>
        <p:spPr>
          <a:xfrm>
            <a:off x="1701543" y="5302529"/>
            <a:ext cx="10223757" cy="78999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2">
    <p:spTree>
      <p:nvGrpSpPr>
        <p:cNvPr id="498" name="Shape 498"/>
        <p:cNvGrpSpPr/>
        <p:nvPr/>
      </p:nvGrpSpPr>
      <p:grpSpPr>
        <a:xfrm>
          <a:off x="0" y="0"/>
          <a:ext cx="0" cy="0"/>
          <a:chOff x="0" y="0"/>
          <a:chExt cx="0" cy="0"/>
        </a:xfrm>
      </p:grpSpPr>
      <p:sp>
        <p:nvSpPr>
          <p:cNvPr id="499" name="Google Shape;499;p57"/>
          <p:cNvSpPr txBox="1"/>
          <p:nvPr/>
        </p:nvSpPr>
        <p:spPr>
          <a:xfrm>
            <a:off x="264160" y="6571964"/>
            <a:ext cx="531901" cy="2134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500" name="Google Shape;500;p57"/>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501" name="Google Shape;501;p57"/>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502" name="Google Shape;502;p57"/>
          <p:cNvSpPr txBox="1"/>
          <p:nvPr>
            <p:ph idx="1" type="body"/>
          </p:nvPr>
        </p:nvSpPr>
        <p:spPr>
          <a:xfrm>
            <a:off x="245364" y="97790"/>
            <a:ext cx="11679936" cy="4270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503" name="Google Shape;503;p57"/>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504" name="Google Shape;504;p57"/>
          <p:cNvSpPr/>
          <p:nvPr/>
        </p:nvSpPr>
        <p:spPr>
          <a:xfrm>
            <a:off x="448124" y="4709191"/>
            <a:ext cx="1980000" cy="1483207"/>
          </a:xfrm>
          <a:prstGeom prst="roundRect">
            <a:avLst>
              <a:gd fmla="val 8334" name="adj"/>
            </a:avLst>
          </a:prstGeom>
          <a:solidFill>
            <a:srgbClr val="F2F2F2"/>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5" name="Google Shape;505;p57"/>
          <p:cNvSpPr/>
          <p:nvPr/>
        </p:nvSpPr>
        <p:spPr>
          <a:xfrm>
            <a:off x="2829403" y="4709191"/>
            <a:ext cx="1980000" cy="1483207"/>
          </a:xfrm>
          <a:prstGeom prst="roundRect">
            <a:avLst>
              <a:gd fmla="val 8334" name="adj"/>
            </a:avLst>
          </a:prstGeom>
          <a:solidFill>
            <a:srgbClr val="F2F2F2"/>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6" name="Google Shape;506;p57"/>
          <p:cNvSpPr/>
          <p:nvPr/>
        </p:nvSpPr>
        <p:spPr>
          <a:xfrm>
            <a:off x="5210682" y="4709191"/>
            <a:ext cx="1980000" cy="1483207"/>
          </a:xfrm>
          <a:prstGeom prst="roundRect">
            <a:avLst>
              <a:gd fmla="val 8334" name="adj"/>
            </a:avLst>
          </a:prstGeom>
          <a:solidFill>
            <a:srgbClr val="F2F2F2"/>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7" name="Google Shape;507;p57"/>
          <p:cNvSpPr/>
          <p:nvPr/>
        </p:nvSpPr>
        <p:spPr>
          <a:xfrm>
            <a:off x="7591961" y="4709191"/>
            <a:ext cx="1980000" cy="1483207"/>
          </a:xfrm>
          <a:prstGeom prst="roundRect">
            <a:avLst>
              <a:gd fmla="val 8334" name="adj"/>
            </a:avLst>
          </a:prstGeom>
          <a:solidFill>
            <a:srgbClr val="F2F2F2"/>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8" name="Google Shape;508;p57"/>
          <p:cNvSpPr/>
          <p:nvPr/>
        </p:nvSpPr>
        <p:spPr>
          <a:xfrm>
            <a:off x="9973241" y="4709191"/>
            <a:ext cx="1980000" cy="1483207"/>
          </a:xfrm>
          <a:prstGeom prst="roundRect">
            <a:avLst>
              <a:gd fmla="val 8334" name="adj"/>
            </a:avLst>
          </a:prstGeom>
          <a:solidFill>
            <a:srgbClr val="F2F2F2"/>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9" name="Google Shape;509;p57"/>
          <p:cNvSpPr/>
          <p:nvPr/>
        </p:nvSpPr>
        <p:spPr>
          <a:xfrm>
            <a:off x="8575417" y="3108525"/>
            <a:ext cx="3060000" cy="972000"/>
          </a:xfrm>
          <a:prstGeom prst="roundRect">
            <a:avLst>
              <a:gd fmla="val 8242" name="adj"/>
            </a:avLst>
          </a:prstGeom>
          <a:solidFill>
            <a:schemeClr val="lt1"/>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0" name="Google Shape;510;p57"/>
          <p:cNvSpPr/>
          <p:nvPr/>
        </p:nvSpPr>
        <p:spPr>
          <a:xfrm rot="5400000">
            <a:off x="2275979" y="5356138"/>
            <a:ext cx="708660" cy="209287"/>
          </a:xfrm>
          <a:prstGeom prst="triangle">
            <a:avLst>
              <a:gd fmla="val 51613" name="adj"/>
            </a:avLst>
          </a:prstGeom>
          <a:solidFill>
            <a:srgbClr val="E2404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1" name="Google Shape;511;p57"/>
          <p:cNvSpPr/>
          <p:nvPr/>
        </p:nvSpPr>
        <p:spPr>
          <a:xfrm rot="5400000">
            <a:off x="4660348" y="5356139"/>
            <a:ext cx="708660" cy="209287"/>
          </a:xfrm>
          <a:prstGeom prst="triangle">
            <a:avLst>
              <a:gd fmla="val 51613" name="adj"/>
            </a:avLst>
          </a:prstGeom>
          <a:solidFill>
            <a:srgbClr val="E2404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2" name="Google Shape;512;p57"/>
          <p:cNvSpPr/>
          <p:nvPr/>
        </p:nvSpPr>
        <p:spPr>
          <a:xfrm rot="5400000">
            <a:off x="7044717" y="5356140"/>
            <a:ext cx="708660" cy="209287"/>
          </a:xfrm>
          <a:prstGeom prst="triangle">
            <a:avLst>
              <a:gd fmla="val 51613" name="adj"/>
            </a:avLst>
          </a:prstGeom>
          <a:solidFill>
            <a:srgbClr val="E2404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3" name="Google Shape;513;p57"/>
          <p:cNvSpPr/>
          <p:nvPr/>
        </p:nvSpPr>
        <p:spPr>
          <a:xfrm rot="5400000">
            <a:off x="9429086" y="5356141"/>
            <a:ext cx="708660" cy="209287"/>
          </a:xfrm>
          <a:prstGeom prst="triangle">
            <a:avLst>
              <a:gd fmla="val 51613" name="adj"/>
            </a:avLst>
          </a:prstGeom>
          <a:solidFill>
            <a:srgbClr val="E2404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4" name="Google Shape;514;p57"/>
          <p:cNvSpPr txBox="1"/>
          <p:nvPr>
            <p:ph idx="2" type="body"/>
          </p:nvPr>
        </p:nvSpPr>
        <p:spPr>
          <a:xfrm>
            <a:off x="371475" y="929441"/>
            <a:ext cx="11544300" cy="1149879"/>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15" name="Google Shape;515;p57"/>
          <p:cNvSpPr txBox="1"/>
          <p:nvPr>
            <p:ph idx="3" type="body"/>
          </p:nvPr>
        </p:nvSpPr>
        <p:spPr>
          <a:xfrm>
            <a:off x="371475" y="2159081"/>
            <a:ext cx="11544300" cy="346124"/>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16" name="Google Shape;516;p57"/>
          <p:cNvSpPr txBox="1"/>
          <p:nvPr>
            <p:ph idx="4" type="body"/>
          </p:nvPr>
        </p:nvSpPr>
        <p:spPr>
          <a:xfrm>
            <a:off x="371475" y="2590800"/>
            <a:ext cx="11544300" cy="27432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1" i="1"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17" name="Google Shape;517;p57"/>
          <p:cNvSpPr txBox="1"/>
          <p:nvPr>
            <p:ph idx="5" type="body"/>
          </p:nvPr>
        </p:nvSpPr>
        <p:spPr>
          <a:xfrm>
            <a:off x="371475" y="4267200"/>
            <a:ext cx="11544300" cy="27432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18" name="Google Shape;518;p57"/>
          <p:cNvSpPr/>
          <p:nvPr/>
        </p:nvSpPr>
        <p:spPr>
          <a:xfrm>
            <a:off x="728862" y="3108525"/>
            <a:ext cx="3060000" cy="972000"/>
          </a:xfrm>
          <a:prstGeom prst="roundRect">
            <a:avLst>
              <a:gd fmla="val 6996" name="adj"/>
            </a:avLst>
          </a:prstGeom>
          <a:solidFill>
            <a:schemeClr val="lt1"/>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9" name="Google Shape;519;p57"/>
          <p:cNvSpPr/>
          <p:nvPr/>
        </p:nvSpPr>
        <p:spPr>
          <a:xfrm>
            <a:off x="4652139" y="3108525"/>
            <a:ext cx="3060000" cy="972000"/>
          </a:xfrm>
          <a:prstGeom prst="roundRect">
            <a:avLst>
              <a:gd fmla="val 8242" name="adj"/>
            </a:avLst>
          </a:prstGeom>
          <a:solidFill>
            <a:schemeClr val="lt1"/>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520" name="Google Shape;520;p57"/>
          <p:cNvCxnSpPr/>
          <p:nvPr/>
        </p:nvCxnSpPr>
        <p:spPr>
          <a:xfrm>
            <a:off x="3795601" y="3594525"/>
            <a:ext cx="820212" cy="0"/>
          </a:xfrm>
          <a:prstGeom prst="straightConnector1">
            <a:avLst/>
          </a:prstGeom>
          <a:noFill/>
          <a:ln cap="flat" cmpd="sng" w="12700">
            <a:solidFill>
              <a:srgbClr val="E24048"/>
            </a:solidFill>
            <a:prstDash val="solid"/>
            <a:miter lim="8000"/>
            <a:headEnd len="sm" w="sm" type="none"/>
            <a:tailEnd len="med" w="med" type="stealth"/>
          </a:ln>
        </p:spPr>
      </p:cxnSp>
      <p:cxnSp>
        <p:nvCxnSpPr>
          <p:cNvPr id="521" name="Google Shape;521;p57"/>
          <p:cNvCxnSpPr/>
          <p:nvPr/>
        </p:nvCxnSpPr>
        <p:spPr>
          <a:xfrm>
            <a:off x="7732923" y="3594525"/>
            <a:ext cx="820212" cy="0"/>
          </a:xfrm>
          <a:prstGeom prst="straightConnector1">
            <a:avLst/>
          </a:prstGeom>
          <a:noFill/>
          <a:ln cap="flat" cmpd="sng" w="12700">
            <a:solidFill>
              <a:srgbClr val="E24048"/>
            </a:solidFill>
            <a:prstDash val="solid"/>
            <a:miter lim="8000"/>
            <a:headEnd len="sm" w="sm" type="none"/>
            <a:tailEnd len="med" w="med" type="stealth"/>
          </a:ln>
        </p:spPr>
      </p:cxnSp>
      <p:sp>
        <p:nvSpPr>
          <p:cNvPr id="522" name="Google Shape;522;p57"/>
          <p:cNvSpPr/>
          <p:nvPr>
            <p:ph idx="6" type="pic"/>
          </p:nvPr>
        </p:nvSpPr>
        <p:spPr>
          <a:xfrm>
            <a:off x="906624" y="3241066"/>
            <a:ext cx="720000" cy="720000"/>
          </a:xfrm>
          <a:prstGeom prst="rect">
            <a:avLst/>
          </a:prstGeom>
          <a:noFill/>
          <a:ln>
            <a:noFill/>
          </a:ln>
        </p:spPr>
      </p:sp>
      <p:sp>
        <p:nvSpPr>
          <p:cNvPr id="523" name="Google Shape;523;p57"/>
          <p:cNvSpPr txBox="1"/>
          <p:nvPr>
            <p:ph idx="7" type="body"/>
          </p:nvPr>
        </p:nvSpPr>
        <p:spPr>
          <a:xfrm>
            <a:off x="1737069" y="3193065"/>
            <a:ext cx="1982316" cy="325429"/>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4" name="Google Shape;524;p57"/>
          <p:cNvSpPr txBox="1"/>
          <p:nvPr>
            <p:ph idx="8" type="body"/>
          </p:nvPr>
        </p:nvSpPr>
        <p:spPr>
          <a:xfrm>
            <a:off x="1737069" y="3530237"/>
            <a:ext cx="1982316" cy="473352"/>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5" name="Google Shape;525;p57"/>
          <p:cNvSpPr/>
          <p:nvPr>
            <p:ph idx="9" type="pic"/>
          </p:nvPr>
        </p:nvSpPr>
        <p:spPr>
          <a:xfrm>
            <a:off x="4773828" y="3241066"/>
            <a:ext cx="720000" cy="720000"/>
          </a:xfrm>
          <a:prstGeom prst="rect">
            <a:avLst/>
          </a:prstGeom>
          <a:noFill/>
          <a:ln>
            <a:noFill/>
          </a:ln>
        </p:spPr>
      </p:sp>
      <p:sp>
        <p:nvSpPr>
          <p:cNvPr id="526" name="Google Shape;526;p57"/>
          <p:cNvSpPr txBox="1"/>
          <p:nvPr>
            <p:ph idx="13" type="body"/>
          </p:nvPr>
        </p:nvSpPr>
        <p:spPr>
          <a:xfrm>
            <a:off x="5604273" y="3193065"/>
            <a:ext cx="1982316" cy="325429"/>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7" name="Google Shape;527;p57"/>
          <p:cNvSpPr txBox="1"/>
          <p:nvPr>
            <p:ph idx="14" type="body"/>
          </p:nvPr>
        </p:nvSpPr>
        <p:spPr>
          <a:xfrm>
            <a:off x="5604273" y="3530237"/>
            <a:ext cx="1982316" cy="473352"/>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8" name="Google Shape;528;p57"/>
          <p:cNvSpPr/>
          <p:nvPr>
            <p:ph idx="15" type="pic"/>
          </p:nvPr>
        </p:nvSpPr>
        <p:spPr>
          <a:xfrm>
            <a:off x="8713572" y="3241066"/>
            <a:ext cx="720000" cy="720000"/>
          </a:xfrm>
          <a:prstGeom prst="rect">
            <a:avLst/>
          </a:prstGeom>
          <a:noFill/>
          <a:ln>
            <a:noFill/>
          </a:ln>
        </p:spPr>
      </p:sp>
      <p:sp>
        <p:nvSpPr>
          <p:cNvPr id="529" name="Google Shape;529;p57"/>
          <p:cNvSpPr txBox="1"/>
          <p:nvPr>
            <p:ph idx="16" type="body"/>
          </p:nvPr>
        </p:nvSpPr>
        <p:spPr>
          <a:xfrm>
            <a:off x="9544017" y="3193065"/>
            <a:ext cx="1982316" cy="325429"/>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30" name="Google Shape;530;p57"/>
          <p:cNvSpPr txBox="1"/>
          <p:nvPr>
            <p:ph idx="17" type="body"/>
          </p:nvPr>
        </p:nvSpPr>
        <p:spPr>
          <a:xfrm>
            <a:off x="9544017" y="3530237"/>
            <a:ext cx="1982316" cy="473352"/>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31" name="Google Shape;531;p57"/>
          <p:cNvSpPr/>
          <p:nvPr>
            <p:ph idx="18" type="pic"/>
          </p:nvPr>
        </p:nvSpPr>
        <p:spPr>
          <a:xfrm>
            <a:off x="1078124" y="4800600"/>
            <a:ext cx="720000" cy="720000"/>
          </a:xfrm>
          <a:prstGeom prst="rect">
            <a:avLst/>
          </a:prstGeom>
          <a:noFill/>
          <a:ln>
            <a:noFill/>
          </a:ln>
        </p:spPr>
      </p:sp>
      <p:sp>
        <p:nvSpPr>
          <p:cNvPr id="532" name="Google Shape;532;p57"/>
          <p:cNvSpPr txBox="1"/>
          <p:nvPr>
            <p:ph idx="19" type="body"/>
          </p:nvPr>
        </p:nvSpPr>
        <p:spPr>
          <a:xfrm>
            <a:off x="539278" y="5638800"/>
            <a:ext cx="1800000" cy="473352"/>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33" name="Google Shape;533;p57"/>
          <p:cNvSpPr/>
          <p:nvPr>
            <p:ph idx="20" type="pic"/>
          </p:nvPr>
        </p:nvSpPr>
        <p:spPr>
          <a:xfrm>
            <a:off x="3441357" y="4800600"/>
            <a:ext cx="720000" cy="720000"/>
          </a:xfrm>
          <a:prstGeom prst="rect">
            <a:avLst/>
          </a:prstGeom>
          <a:noFill/>
          <a:ln>
            <a:noFill/>
          </a:ln>
        </p:spPr>
      </p:sp>
      <p:sp>
        <p:nvSpPr>
          <p:cNvPr id="534" name="Google Shape;534;p57"/>
          <p:cNvSpPr txBox="1"/>
          <p:nvPr>
            <p:ph idx="21" type="body"/>
          </p:nvPr>
        </p:nvSpPr>
        <p:spPr>
          <a:xfrm>
            <a:off x="2919403" y="5638800"/>
            <a:ext cx="1800000" cy="473352"/>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35" name="Google Shape;535;p57"/>
          <p:cNvSpPr/>
          <p:nvPr>
            <p:ph idx="22" type="pic"/>
          </p:nvPr>
        </p:nvSpPr>
        <p:spPr>
          <a:xfrm>
            <a:off x="5840628" y="4800600"/>
            <a:ext cx="720000" cy="720000"/>
          </a:xfrm>
          <a:prstGeom prst="rect">
            <a:avLst/>
          </a:prstGeom>
          <a:noFill/>
          <a:ln>
            <a:noFill/>
          </a:ln>
        </p:spPr>
      </p:sp>
      <p:sp>
        <p:nvSpPr>
          <p:cNvPr id="536" name="Google Shape;536;p57"/>
          <p:cNvSpPr txBox="1"/>
          <p:nvPr>
            <p:ph idx="23" type="body"/>
          </p:nvPr>
        </p:nvSpPr>
        <p:spPr>
          <a:xfrm>
            <a:off x="5300682" y="5638800"/>
            <a:ext cx="1800000" cy="473352"/>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37" name="Google Shape;537;p57"/>
          <p:cNvSpPr/>
          <p:nvPr>
            <p:ph idx="24" type="pic"/>
          </p:nvPr>
        </p:nvSpPr>
        <p:spPr>
          <a:xfrm>
            <a:off x="8215185" y="4800600"/>
            <a:ext cx="720000" cy="720000"/>
          </a:xfrm>
          <a:prstGeom prst="rect">
            <a:avLst/>
          </a:prstGeom>
          <a:noFill/>
          <a:ln>
            <a:noFill/>
          </a:ln>
        </p:spPr>
      </p:sp>
      <p:sp>
        <p:nvSpPr>
          <p:cNvPr id="538" name="Google Shape;538;p57"/>
          <p:cNvSpPr txBox="1"/>
          <p:nvPr>
            <p:ph idx="25" type="body"/>
          </p:nvPr>
        </p:nvSpPr>
        <p:spPr>
          <a:xfrm>
            <a:off x="7681961" y="5638800"/>
            <a:ext cx="1800000" cy="473352"/>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39" name="Google Shape;539;p57"/>
          <p:cNvSpPr/>
          <p:nvPr>
            <p:ph idx="26" type="pic"/>
          </p:nvPr>
        </p:nvSpPr>
        <p:spPr>
          <a:xfrm>
            <a:off x="10591800" y="4800600"/>
            <a:ext cx="720000" cy="720000"/>
          </a:xfrm>
          <a:prstGeom prst="rect">
            <a:avLst/>
          </a:prstGeom>
          <a:noFill/>
          <a:ln>
            <a:noFill/>
          </a:ln>
        </p:spPr>
      </p:sp>
      <p:sp>
        <p:nvSpPr>
          <p:cNvPr id="540" name="Google Shape;540;p57"/>
          <p:cNvSpPr txBox="1"/>
          <p:nvPr>
            <p:ph idx="27" type="body"/>
          </p:nvPr>
        </p:nvSpPr>
        <p:spPr>
          <a:xfrm>
            <a:off x="10063241" y="5638800"/>
            <a:ext cx="1800000" cy="473352"/>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3">
    <p:spTree>
      <p:nvGrpSpPr>
        <p:cNvPr id="541" name="Shape 541"/>
        <p:cNvGrpSpPr/>
        <p:nvPr/>
      </p:nvGrpSpPr>
      <p:grpSpPr>
        <a:xfrm>
          <a:off x="0" y="0"/>
          <a:ext cx="0" cy="0"/>
          <a:chOff x="0" y="0"/>
          <a:chExt cx="0" cy="0"/>
        </a:xfrm>
      </p:grpSpPr>
      <p:sp>
        <p:nvSpPr>
          <p:cNvPr id="542" name="Google Shape;542;p58"/>
          <p:cNvSpPr/>
          <p:nvPr/>
        </p:nvSpPr>
        <p:spPr>
          <a:xfrm rot="2700000">
            <a:off x="790833" y="3467734"/>
            <a:ext cx="914400" cy="914400"/>
          </a:xfrm>
          <a:prstGeom prst="roundRect">
            <a:avLst>
              <a:gd fmla="val 16667" name="adj"/>
            </a:avLst>
          </a:prstGeom>
          <a:solidFill>
            <a:srgbClr val="F2F2F2"/>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43" name="Google Shape;543;p58"/>
          <p:cNvSpPr txBox="1"/>
          <p:nvPr/>
        </p:nvSpPr>
        <p:spPr>
          <a:xfrm>
            <a:off x="264160" y="6571964"/>
            <a:ext cx="531901" cy="2134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544" name="Google Shape;544;p58"/>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545" name="Google Shape;545;p58"/>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546" name="Google Shape;546;p58"/>
          <p:cNvSpPr txBox="1"/>
          <p:nvPr>
            <p:ph idx="1" type="body"/>
          </p:nvPr>
        </p:nvSpPr>
        <p:spPr>
          <a:xfrm>
            <a:off x="245364" y="97790"/>
            <a:ext cx="11679936" cy="4270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547" name="Google Shape;547;p58"/>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548" name="Google Shape;548;p58"/>
          <p:cNvSpPr/>
          <p:nvPr>
            <p:ph idx="2" type="pic"/>
          </p:nvPr>
        </p:nvSpPr>
        <p:spPr>
          <a:xfrm>
            <a:off x="996033" y="3672934"/>
            <a:ext cx="504000" cy="504000"/>
          </a:xfrm>
          <a:prstGeom prst="rect">
            <a:avLst/>
          </a:prstGeom>
          <a:noFill/>
          <a:ln>
            <a:noFill/>
          </a:ln>
        </p:spPr>
      </p:sp>
      <p:sp>
        <p:nvSpPr>
          <p:cNvPr id="549" name="Google Shape;549;p58"/>
          <p:cNvSpPr txBox="1"/>
          <p:nvPr>
            <p:ph idx="3" type="body"/>
          </p:nvPr>
        </p:nvSpPr>
        <p:spPr>
          <a:xfrm>
            <a:off x="244240" y="5094845"/>
            <a:ext cx="2463800" cy="584829"/>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50" name="Google Shape;550;p58"/>
          <p:cNvSpPr txBox="1"/>
          <p:nvPr>
            <p:ph idx="4" type="body"/>
          </p:nvPr>
        </p:nvSpPr>
        <p:spPr>
          <a:xfrm>
            <a:off x="4033381" y="5094845"/>
            <a:ext cx="2463800" cy="584829"/>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51" name="Google Shape;551;p58"/>
          <p:cNvSpPr txBox="1"/>
          <p:nvPr>
            <p:ph idx="5" type="body"/>
          </p:nvPr>
        </p:nvSpPr>
        <p:spPr>
          <a:xfrm>
            <a:off x="7822522" y="5094845"/>
            <a:ext cx="2463800" cy="584829"/>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52" name="Google Shape;552;p58"/>
          <p:cNvSpPr txBox="1"/>
          <p:nvPr>
            <p:ph idx="6" type="body"/>
          </p:nvPr>
        </p:nvSpPr>
        <p:spPr>
          <a:xfrm>
            <a:off x="2088668" y="1343699"/>
            <a:ext cx="2463800" cy="584829"/>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53" name="Google Shape;553;p58"/>
          <p:cNvSpPr txBox="1"/>
          <p:nvPr>
            <p:ph idx="7" type="body"/>
          </p:nvPr>
        </p:nvSpPr>
        <p:spPr>
          <a:xfrm>
            <a:off x="5861556" y="1343699"/>
            <a:ext cx="2463800" cy="584829"/>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54" name="Google Shape;554;p58"/>
          <p:cNvSpPr txBox="1"/>
          <p:nvPr>
            <p:ph idx="8" type="body"/>
          </p:nvPr>
        </p:nvSpPr>
        <p:spPr>
          <a:xfrm>
            <a:off x="9634445" y="1343699"/>
            <a:ext cx="2452780" cy="584829"/>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55" name="Google Shape;555;p58"/>
          <p:cNvSpPr/>
          <p:nvPr/>
        </p:nvSpPr>
        <p:spPr>
          <a:xfrm rot="2700000">
            <a:off x="2895600" y="2630842"/>
            <a:ext cx="914400" cy="914400"/>
          </a:xfrm>
          <a:prstGeom prst="roundRect">
            <a:avLst>
              <a:gd fmla="val 16667" name="adj"/>
            </a:avLst>
          </a:prstGeom>
          <a:solidFill>
            <a:srgbClr val="F2F2F2"/>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6" name="Google Shape;556;p58"/>
          <p:cNvSpPr/>
          <p:nvPr>
            <p:ph idx="9" type="pic"/>
          </p:nvPr>
        </p:nvSpPr>
        <p:spPr>
          <a:xfrm>
            <a:off x="3100801" y="2836043"/>
            <a:ext cx="503999" cy="503999"/>
          </a:xfrm>
          <a:prstGeom prst="rect">
            <a:avLst/>
          </a:prstGeom>
          <a:noFill/>
          <a:ln>
            <a:noFill/>
          </a:ln>
        </p:spPr>
      </p:sp>
      <p:sp>
        <p:nvSpPr>
          <p:cNvPr id="557" name="Google Shape;557;p58"/>
          <p:cNvSpPr/>
          <p:nvPr/>
        </p:nvSpPr>
        <p:spPr>
          <a:xfrm rot="2700000">
            <a:off x="4800600" y="3467734"/>
            <a:ext cx="914400" cy="914400"/>
          </a:xfrm>
          <a:prstGeom prst="roundRect">
            <a:avLst>
              <a:gd fmla="val 16667" name="adj"/>
            </a:avLst>
          </a:prstGeom>
          <a:solidFill>
            <a:srgbClr val="F2F2F2"/>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8" name="Google Shape;558;p58"/>
          <p:cNvSpPr/>
          <p:nvPr>
            <p:ph idx="13" type="pic"/>
          </p:nvPr>
        </p:nvSpPr>
        <p:spPr>
          <a:xfrm>
            <a:off x="5005801" y="3672935"/>
            <a:ext cx="503999" cy="503999"/>
          </a:xfrm>
          <a:prstGeom prst="rect">
            <a:avLst/>
          </a:prstGeom>
          <a:noFill/>
          <a:ln>
            <a:noFill/>
          </a:ln>
        </p:spPr>
      </p:sp>
      <p:sp>
        <p:nvSpPr>
          <p:cNvPr id="559" name="Google Shape;559;p58"/>
          <p:cNvSpPr/>
          <p:nvPr/>
        </p:nvSpPr>
        <p:spPr>
          <a:xfrm rot="2700000">
            <a:off x="6687519" y="2630842"/>
            <a:ext cx="914400" cy="914400"/>
          </a:xfrm>
          <a:prstGeom prst="roundRect">
            <a:avLst>
              <a:gd fmla="val 16667" name="adj"/>
            </a:avLst>
          </a:prstGeom>
          <a:solidFill>
            <a:srgbClr val="F2F2F2"/>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0" name="Google Shape;560;p58"/>
          <p:cNvSpPr/>
          <p:nvPr>
            <p:ph idx="14" type="pic"/>
          </p:nvPr>
        </p:nvSpPr>
        <p:spPr>
          <a:xfrm>
            <a:off x="6892720" y="2836043"/>
            <a:ext cx="503999" cy="503999"/>
          </a:xfrm>
          <a:prstGeom prst="rect">
            <a:avLst/>
          </a:prstGeom>
          <a:noFill/>
          <a:ln>
            <a:noFill/>
          </a:ln>
        </p:spPr>
      </p:sp>
      <p:sp>
        <p:nvSpPr>
          <p:cNvPr id="561" name="Google Shape;561;p58"/>
          <p:cNvSpPr/>
          <p:nvPr/>
        </p:nvSpPr>
        <p:spPr>
          <a:xfrm rot="2700000">
            <a:off x="10347702" y="2630842"/>
            <a:ext cx="914400" cy="914400"/>
          </a:xfrm>
          <a:prstGeom prst="roundRect">
            <a:avLst>
              <a:gd fmla="val 16667" name="adj"/>
            </a:avLst>
          </a:prstGeom>
          <a:solidFill>
            <a:srgbClr val="F2F2F2"/>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2" name="Google Shape;562;p58"/>
          <p:cNvSpPr/>
          <p:nvPr>
            <p:ph idx="15" type="pic"/>
          </p:nvPr>
        </p:nvSpPr>
        <p:spPr>
          <a:xfrm>
            <a:off x="10552903" y="2836043"/>
            <a:ext cx="503999" cy="503999"/>
          </a:xfrm>
          <a:prstGeom prst="rect">
            <a:avLst/>
          </a:prstGeom>
          <a:noFill/>
          <a:ln>
            <a:noFill/>
          </a:ln>
        </p:spPr>
      </p:sp>
      <p:sp>
        <p:nvSpPr>
          <p:cNvPr id="563" name="Google Shape;563;p58"/>
          <p:cNvSpPr/>
          <p:nvPr/>
        </p:nvSpPr>
        <p:spPr>
          <a:xfrm rot="2700000">
            <a:off x="8382000" y="3467734"/>
            <a:ext cx="914400" cy="914400"/>
          </a:xfrm>
          <a:prstGeom prst="roundRect">
            <a:avLst>
              <a:gd fmla="val 16667" name="adj"/>
            </a:avLst>
          </a:prstGeom>
          <a:solidFill>
            <a:srgbClr val="F2F2F2"/>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4" name="Google Shape;564;p58"/>
          <p:cNvSpPr/>
          <p:nvPr>
            <p:ph idx="16" type="pic"/>
          </p:nvPr>
        </p:nvSpPr>
        <p:spPr>
          <a:xfrm>
            <a:off x="8587201" y="3672935"/>
            <a:ext cx="503999" cy="503999"/>
          </a:xfrm>
          <a:prstGeom prst="rect">
            <a:avLst/>
          </a:prstGeom>
          <a:noFill/>
          <a:ln>
            <a:noFill/>
          </a:ln>
        </p:spPr>
      </p:sp>
      <p:cxnSp>
        <p:nvCxnSpPr>
          <p:cNvPr id="565" name="Google Shape;565;p58"/>
          <p:cNvCxnSpPr/>
          <p:nvPr/>
        </p:nvCxnSpPr>
        <p:spPr>
          <a:xfrm rot="10800000">
            <a:off x="1247359" y="4521569"/>
            <a:ext cx="0" cy="495946"/>
          </a:xfrm>
          <a:prstGeom prst="straightConnector1">
            <a:avLst/>
          </a:prstGeom>
          <a:noFill/>
          <a:ln cap="flat" cmpd="sng" w="12700">
            <a:solidFill>
              <a:srgbClr val="AEABAB"/>
            </a:solidFill>
            <a:prstDash val="solid"/>
            <a:miter lim="8000"/>
            <a:headEnd len="med" w="med" type="oval"/>
            <a:tailEnd len="sm" w="sm" type="none"/>
          </a:ln>
        </p:spPr>
      </p:cxnSp>
      <p:cxnSp>
        <p:nvCxnSpPr>
          <p:cNvPr id="566" name="Google Shape;566;p58"/>
          <p:cNvCxnSpPr/>
          <p:nvPr/>
        </p:nvCxnSpPr>
        <p:spPr>
          <a:xfrm rot="10800000">
            <a:off x="3346555" y="1979958"/>
            <a:ext cx="0" cy="495946"/>
          </a:xfrm>
          <a:prstGeom prst="straightConnector1">
            <a:avLst/>
          </a:prstGeom>
          <a:noFill/>
          <a:ln cap="flat" cmpd="sng" w="12700">
            <a:solidFill>
              <a:srgbClr val="AEABAB"/>
            </a:solidFill>
            <a:prstDash val="solid"/>
            <a:miter lim="8000"/>
            <a:headEnd len="sm" w="sm" type="none"/>
            <a:tailEnd len="med" w="med" type="oval"/>
          </a:ln>
        </p:spPr>
      </p:cxnSp>
      <p:cxnSp>
        <p:nvCxnSpPr>
          <p:cNvPr id="567" name="Google Shape;567;p58"/>
          <p:cNvCxnSpPr/>
          <p:nvPr/>
        </p:nvCxnSpPr>
        <p:spPr>
          <a:xfrm rot="10800000">
            <a:off x="7140315" y="1979958"/>
            <a:ext cx="0" cy="495946"/>
          </a:xfrm>
          <a:prstGeom prst="straightConnector1">
            <a:avLst/>
          </a:prstGeom>
          <a:noFill/>
          <a:ln cap="flat" cmpd="sng" w="12700">
            <a:solidFill>
              <a:srgbClr val="AEABAB"/>
            </a:solidFill>
            <a:prstDash val="solid"/>
            <a:miter lim="8000"/>
            <a:headEnd len="sm" w="sm" type="none"/>
            <a:tailEnd len="med" w="med" type="oval"/>
          </a:ln>
        </p:spPr>
      </p:cxnSp>
      <p:cxnSp>
        <p:nvCxnSpPr>
          <p:cNvPr id="568" name="Google Shape;568;p58"/>
          <p:cNvCxnSpPr/>
          <p:nvPr/>
        </p:nvCxnSpPr>
        <p:spPr>
          <a:xfrm rot="10800000">
            <a:off x="10804160" y="1979958"/>
            <a:ext cx="0" cy="495946"/>
          </a:xfrm>
          <a:prstGeom prst="straightConnector1">
            <a:avLst/>
          </a:prstGeom>
          <a:noFill/>
          <a:ln cap="flat" cmpd="sng" w="12700">
            <a:solidFill>
              <a:srgbClr val="AEABAB"/>
            </a:solidFill>
            <a:prstDash val="solid"/>
            <a:miter lim="8000"/>
            <a:headEnd len="sm" w="sm" type="none"/>
            <a:tailEnd len="med" w="med" type="oval"/>
          </a:ln>
        </p:spPr>
      </p:cxnSp>
      <p:cxnSp>
        <p:nvCxnSpPr>
          <p:cNvPr id="569" name="Google Shape;569;p58"/>
          <p:cNvCxnSpPr/>
          <p:nvPr/>
        </p:nvCxnSpPr>
        <p:spPr>
          <a:xfrm rot="10800000">
            <a:off x="5257800" y="4521569"/>
            <a:ext cx="0" cy="495946"/>
          </a:xfrm>
          <a:prstGeom prst="straightConnector1">
            <a:avLst/>
          </a:prstGeom>
          <a:noFill/>
          <a:ln cap="flat" cmpd="sng" w="12700">
            <a:solidFill>
              <a:srgbClr val="AEABAB"/>
            </a:solidFill>
            <a:prstDash val="solid"/>
            <a:miter lim="8000"/>
            <a:headEnd len="med" w="med" type="oval"/>
            <a:tailEnd len="sm" w="sm" type="none"/>
          </a:ln>
        </p:spPr>
      </p:cxnSp>
      <p:cxnSp>
        <p:nvCxnSpPr>
          <p:cNvPr id="570" name="Google Shape;570;p58"/>
          <p:cNvCxnSpPr/>
          <p:nvPr/>
        </p:nvCxnSpPr>
        <p:spPr>
          <a:xfrm rot="10800000">
            <a:off x="8839200" y="4521569"/>
            <a:ext cx="0" cy="495946"/>
          </a:xfrm>
          <a:prstGeom prst="straightConnector1">
            <a:avLst/>
          </a:prstGeom>
          <a:noFill/>
          <a:ln cap="flat" cmpd="sng" w="12700">
            <a:solidFill>
              <a:srgbClr val="AEABAB"/>
            </a:solidFill>
            <a:prstDash val="solid"/>
            <a:miter lim="8000"/>
            <a:headEnd len="med" w="med" type="oval"/>
            <a:tailEnd len="sm" w="sm" type="none"/>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4">
    <p:spTree>
      <p:nvGrpSpPr>
        <p:cNvPr id="571" name="Shape 571"/>
        <p:cNvGrpSpPr/>
        <p:nvPr/>
      </p:nvGrpSpPr>
      <p:grpSpPr>
        <a:xfrm>
          <a:off x="0" y="0"/>
          <a:ext cx="0" cy="0"/>
          <a:chOff x="0" y="0"/>
          <a:chExt cx="0" cy="0"/>
        </a:xfrm>
      </p:grpSpPr>
      <p:sp>
        <p:nvSpPr>
          <p:cNvPr id="572" name="Google Shape;572;p59"/>
          <p:cNvSpPr/>
          <p:nvPr/>
        </p:nvSpPr>
        <p:spPr>
          <a:xfrm>
            <a:off x="797830" y="2935063"/>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3" name="Google Shape;573;p59"/>
          <p:cNvSpPr/>
          <p:nvPr/>
        </p:nvSpPr>
        <p:spPr>
          <a:xfrm>
            <a:off x="3200400" y="2935063"/>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4" name="Google Shape;574;p59"/>
          <p:cNvSpPr/>
          <p:nvPr/>
        </p:nvSpPr>
        <p:spPr>
          <a:xfrm>
            <a:off x="5562600" y="2935063"/>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5" name="Google Shape;575;p59"/>
          <p:cNvSpPr/>
          <p:nvPr/>
        </p:nvSpPr>
        <p:spPr>
          <a:xfrm>
            <a:off x="7924800" y="2935063"/>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6" name="Google Shape;576;p59"/>
          <p:cNvSpPr/>
          <p:nvPr/>
        </p:nvSpPr>
        <p:spPr>
          <a:xfrm>
            <a:off x="10287000" y="2935063"/>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7" name="Google Shape;577;p59"/>
          <p:cNvSpPr txBox="1"/>
          <p:nvPr/>
        </p:nvSpPr>
        <p:spPr>
          <a:xfrm>
            <a:off x="264160" y="6571964"/>
            <a:ext cx="531901" cy="2134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578" name="Google Shape;578;p59"/>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579" name="Google Shape;579;p59"/>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580" name="Google Shape;580;p59"/>
          <p:cNvSpPr txBox="1"/>
          <p:nvPr>
            <p:ph idx="1" type="body"/>
          </p:nvPr>
        </p:nvSpPr>
        <p:spPr>
          <a:xfrm>
            <a:off x="245364" y="97790"/>
            <a:ext cx="11679936" cy="4270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581" name="Google Shape;581;p59"/>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582" name="Google Shape;582;p59"/>
          <p:cNvSpPr/>
          <p:nvPr>
            <p:ph idx="2" type="pic"/>
          </p:nvPr>
        </p:nvSpPr>
        <p:spPr>
          <a:xfrm>
            <a:off x="1067830" y="3205063"/>
            <a:ext cx="540000" cy="540000"/>
          </a:xfrm>
          <a:prstGeom prst="rect">
            <a:avLst/>
          </a:prstGeom>
          <a:noFill/>
          <a:ln>
            <a:noFill/>
          </a:ln>
        </p:spPr>
      </p:sp>
      <p:sp>
        <p:nvSpPr>
          <p:cNvPr id="583" name="Google Shape;583;p59"/>
          <p:cNvSpPr txBox="1"/>
          <p:nvPr>
            <p:ph idx="3" type="body"/>
          </p:nvPr>
        </p:nvSpPr>
        <p:spPr>
          <a:xfrm>
            <a:off x="280252" y="1555624"/>
            <a:ext cx="2122980" cy="319723"/>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84" name="Google Shape;584;p59"/>
          <p:cNvSpPr txBox="1"/>
          <p:nvPr>
            <p:ph idx="4" type="body"/>
          </p:nvPr>
        </p:nvSpPr>
        <p:spPr>
          <a:xfrm>
            <a:off x="280252" y="1869407"/>
            <a:ext cx="2122980" cy="599414"/>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85" name="Google Shape;585;p59"/>
          <p:cNvSpPr/>
          <p:nvPr>
            <p:ph idx="5" type="pic"/>
          </p:nvPr>
        </p:nvSpPr>
        <p:spPr>
          <a:xfrm>
            <a:off x="3470400" y="3205063"/>
            <a:ext cx="540000" cy="540000"/>
          </a:xfrm>
          <a:prstGeom prst="rect">
            <a:avLst/>
          </a:prstGeom>
          <a:noFill/>
          <a:ln>
            <a:noFill/>
          </a:ln>
        </p:spPr>
      </p:sp>
      <p:sp>
        <p:nvSpPr>
          <p:cNvPr id="586" name="Google Shape;586;p59"/>
          <p:cNvSpPr txBox="1"/>
          <p:nvPr>
            <p:ph idx="6" type="body"/>
          </p:nvPr>
        </p:nvSpPr>
        <p:spPr>
          <a:xfrm>
            <a:off x="2675879" y="4436726"/>
            <a:ext cx="2122980" cy="319723"/>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87" name="Google Shape;587;p59"/>
          <p:cNvSpPr txBox="1"/>
          <p:nvPr>
            <p:ph idx="7" type="body"/>
          </p:nvPr>
        </p:nvSpPr>
        <p:spPr>
          <a:xfrm>
            <a:off x="2675879" y="4750509"/>
            <a:ext cx="2122980" cy="599414"/>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88" name="Google Shape;588;p59"/>
          <p:cNvSpPr/>
          <p:nvPr>
            <p:ph idx="8" type="pic"/>
          </p:nvPr>
        </p:nvSpPr>
        <p:spPr>
          <a:xfrm>
            <a:off x="5832600" y="3205063"/>
            <a:ext cx="540000" cy="540000"/>
          </a:xfrm>
          <a:prstGeom prst="rect">
            <a:avLst/>
          </a:prstGeom>
          <a:noFill/>
          <a:ln>
            <a:noFill/>
          </a:ln>
        </p:spPr>
      </p:sp>
      <p:sp>
        <p:nvSpPr>
          <p:cNvPr id="589" name="Google Shape;589;p59"/>
          <p:cNvSpPr txBox="1"/>
          <p:nvPr>
            <p:ph idx="9" type="body"/>
          </p:nvPr>
        </p:nvSpPr>
        <p:spPr>
          <a:xfrm>
            <a:off x="5016504" y="1555624"/>
            <a:ext cx="2122980" cy="319723"/>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90" name="Google Shape;590;p59"/>
          <p:cNvSpPr txBox="1"/>
          <p:nvPr>
            <p:ph idx="13" type="body"/>
          </p:nvPr>
        </p:nvSpPr>
        <p:spPr>
          <a:xfrm>
            <a:off x="5016504" y="1869407"/>
            <a:ext cx="2122980" cy="599414"/>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91" name="Google Shape;591;p59"/>
          <p:cNvSpPr/>
          <p:nvPr>
            <p:ph idx="14" type="pic"/>
          </p:nvPr>
        </p:nvSpPr>
        <p:spPr>
          <a:xfrm>
            <a:off x="8194800" y="3205063"/>
            <a:ext cx="540000" cy="540000"/>
          </a:xfrm>
          <a:prstGeom prst="rect">
            <a:avLst/>
          </a:prstGeom>
          <a:noFill/>
          <a:ln>
            <a:noFill/>
          </a:ln>
        </p:spPr>
      </p:sp>
      <p:sp>
        <p:nvSpPr>
          <p:cNvPr id="592" name="Google Shape;592;p59"/>
          <p:cNvSpPr txBox="1"/>
          <p:nvPr>
            <p:ph idx="15" type="body"/>
          </p:nvPr>
        </p:nvSpPr>
        <p:spPr>
          <a:xfrm>
            <a:off x="7454938" y="4436726"/>
            <a:ext cx="2122980" cy="319723"/>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93" name="Google Shape;593;p59"/>
          <p:cNvSpPr txBox="1"/>
          <p:nvPr>
            <p:ph idx="16" type="body"/>
          </p:nvPr>
        </p:nvSpPr>
        <p:spPr>
          <a:xfrm>
            <a:off x="7454938" y="4750509"/>
            <a:ext cx="2122980" cy="599414"/>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grpSp>
        <p:nvGrpSpPr>
          <p:cNvPr id="594" name="Google Shape;594;p59"/>
          <p:cNvGrpSpPr/>
          <p:nvPr/>
        </p:nvGrpSpPr>
        <p:grpSpPr>
          <a:xfrm>
            <a:off x="2220480" y="3253332"/>
            <a:ext cx="616995" cy="428980"/>
            <a:chOff x="2500074" y="3510843"/>
            <a:chExt cx="616995" cy="428980"/>
          </a:xfrm>
        </p:grpSpPr>
        <p:sp>
          <p:nvSpPr>
            <p:cNvPr id="595" name="Google Shape;595;p59"/>
            <p:cNvSpPr/>
            <p:nvPr/>
          </p:nvSpPr>
          <p:spPr>
            <a:xfrm>
              <a:off x="2500074" y="3510843"/>
              <a:ext cx="333437" cy="42898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6" name="Google Shape;596;p59"/>
            <p:cNvSpPr/>
            <p:nvPr/>
          </p:nvSpPr>
          <p:spPr>
            <a:xfrm>
              <a:off x="2783632" y="3510843"/>
              <a:ext cx="333437" cy="42898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97" name="Google Shape;597;p59"/>
          <p:cNvGrpSpPr/>
          <p:nvPr/>
        </p:nvGrpSpPr>
        <p:grpSpPr>
          <a:xfrm>
            <a:off x="4594951" y="3253332"/>
            <a:ext cx="616995" cy="428980"/>
            <a:chOff x="2500074" y="3510843"/>
            <a:chExt cx="616995" cy="428980"/>
          </a:xfrm>
        </p:grpSpPr>
        <p:sp>
          <p:nvSpPr>
            <p:cNvPr id="598" name="Google Shape;598;p59"/>
            <p:cNvSpPr/>
            <p:nvPr/>
          </p:nvSpPr>
          <p:spPr>
            <a:xfrm>
              <a:off x="2500074" y="3510843"/>
              <a:ext cx="333437" cy="42898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9" name="Google Shape;599;p59"/>
            <p:cNvSpPr/>
            <p:nvPr/>
          </p:nvSpPr>
          <p:spPr>
            <a:xfrm>
              <a:off x="2783632" y="3510843"/>
              <a:ext cx="333437" cy="42898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00" name="Google Shape;600;p59"/>
          <p:cNvGrpSpPr/>
          <p:nvPr/>
        </p:nvGrpSpPr>
        <p:grpSpPr>
          <a:xfrm>
            <a:off x="6969422" y="3253332"/>
            <a:ext cx="616995" cy="428980"/>
            <a:chOff x="2500074" y="3510843"/>
            <a:chExt cx="616995" cy="428980"/>
          </a:xfrm>
        </p:grpSpPr>
        <p:sp>
          <p:nvSpPr>
            <p:cNvPr id="601" name="Google Shape;601;p59"/>
            <p:cNvSpPr/>
            <p:nvPr/>
          </p:nvSpPr>
          <p:spPr>
            <a:xfrm>
              <a:off x="2500074" y="3510843"/>
              <a:ext cx="333437" cy="42898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2" name="Google Shape;602;p59"/>
            <p:cNvSpPr/>
            <p:nvPr/>
          </p:nvSpPr>
          <p:spPr>
            <a:xfrm>
              <a:off x="2783632" y="3510843"/>
              <a:ext cx="333437" cy="42898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03" name="Google Shape;603;p59"/>
          <p:cNvSpPr/>
          <p:nvPr>
            <p:ph idx="17" type="pic"/>
          </p:nvPr>
        </p:nvSpPr>
        <p:spPr>
          <a:xfrm>
            <a:off x="10557000" y="3205063"/>
            <a:ext cx="540000" cy="540000"/>
          </a:xfrm>
          <a:prstGeom prst="rect">
            <a:avLst/>
          </a:prstGeom>
          <a:noFill/>
          <a:ln>
            <a:noFill/>
          </a:ln>
        </p:spPr>
      </p:sp>
      <p:sp>
        <p:nvSpPr>
          <p:cNvPr id="604" name="Google Shape;604;p59"/>
          <p:cNvSpPr txBox="1"/>
          <p:nvPr>
            <p:ph idx="18" type="body"/>
          </p:nvPr>
        </p:nvSpPr>
        <p:spPr>
          <a:xfrm>
            <a:off x="9804644" y="1555624"/>
            <a:ext cx="2122980" cy="319723"/>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05" name="Google Shape;605;p59"/>
          <p:cNvSpPr txBox="1"/>
          <p:nvPr>
            <p:ph idx="19" type="body"/>
          </p:nvPr>
        </p:nvSpPr>
        <p:spPr>
          <a:xfrm>
            <a:off x="9804644" y="1869407"/>
            <a:ext cx="2122980" cy="599414"/>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grpSp>
        <p:nvGrpSpPr>
          <p:cNvPr id="606" name="Google Shape;606;p59"/>
          <p:cNvGrpSpPr/>
          <p:nvPr/>
        </p:nvGrpSpPr>
        <p:grpSpPr>
          <a:xfrm>
            <a:off x="9343893" y="3253332"/>
            <a:ext cx="616995" cy="428980"/>
            <a:chOff x="2500074" y="3510843"/>
            <a:chExt cx="616995" cy="428980"/>
          </a:xfrm>
        </p:grpSpPr>
        <p:sp>
          <p:nvSpPr>
            <p:cNvPr id="607" name="Google Shape;607;p59"/>
            <p:cNvSpPr/>
            <p:nvPr/>
          </p:nvSpPr>
          <p:spPr>
            <a:xfrm>
              <a:off x="2500074" y="3510843"/>
              <a:ext cx="333437" cy="42898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8" name="Google Shape;608;p59"/>
            <p:cNvSpPr/>
            <p:nvPr/>
          </p:nvSpPr>
          <p:spPr>
            <a:xfrm>
              <a:off x="2783632" y="3510843"/>
              <a:ext cx="333437" cy="42898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609" name="Google Shape;609;p59"/>
          <p:cNvCxnSpPr/>
          <p:nvPr/>
        </p:nvCxnSpPr>
        <p:spPr>
          <a:xfrm rot="10800000">
            <a:off x="3765833" y="4055843"/>
            <a:ext cx="0" cy="307944"/>
          </a:xfrm>
          <a:prstGeom prst="straightConnector1">
            <a:avLst/>
          </a:prstGeom>
          <a:noFill/>
          <a:ln cap="flat" cmpd="sng" w="12700">
            <a:solidFill>
              <a:srgbClr val="AEABAB"/>
            </a:solidFill>
            <a:prstDash val="solid"/>
            <a:miter lim="8000"/>
            <a:headEnd len="med" w="med" type="oval"/>
            <a:tailEnd len="sm" w="sm" type="none"/>
          </a:ln>
        </p:spPr>
      </p:cxnSp>
      <p:cxnSp>
        <p:nvCxnSpPr>
          <p:cNvPr id="610" name="Google Shape;610;p59"/>
          <p:cNvCxnSpPr/>
          <p:nvPr/>
        </p:nvCxnSpPr>
        <p:spPr>
          <a:xfrm rot="10800000">
            <a:off x="8458200" y="4055843"/>
            <a:ext cx="0" cy="307944"/>
          </a:xfrm>
          <a:prstGeom prst="straightConnector1">
            <a:avLst/>
          </a:prstGeom>
          <a:noFill/>
          <a:ln cap="flat" cmpd="sng" w="12700">
            <a:solidFill>
              <a:srgbClr val="AEABAB"/>
            </a:solidFill>
            <a:prstDash val="solid"/>
            <a:miter lim="8000"/>
            <a:headEnd len="med" w="med" type="oval"/>
            <a:tailEnd len="sm" w="sm" type="none"/>
          </a:ln>
        </p:spPr>
      </p:cxnSp>
      <p:cxnSp>
        <p:nvCxnSpPr>
          <p:cNvPr id="611" name="Google Shape;611;p59"/>
          <p:cNvCxnSpPr/>
          <p:nvPr/>
        </p:nvCxnSpPr>
        <p:spPr>
          <a:xfrm>
            <a:off x="1323888" y="2592094"/>
            <a:ext cx="0" cy="307944"/>
          </a:xfrm>
          <a:prstGeom prst="straightConnector1">
            <a:avLst/>
          </a:prstGeom>
          <a:noFill/>
          <a:ln cap="flat" cmpd="sng" w="12700">
            <a:solidFill>
              <a:srgbClr val="AEABAB"/>
            </a:solidFill>
            <a:prstDash val="solid"/>
            <a:miter lim="8000"/>
            <a:headEnd len="med" w="med" type="oval"/>
            <a:tailEnd len="sm" w="sm" type="none"/>
          </a:ln>
        </p:spPr>
      </p:cxnSp>
      <p:cxnSp>
        <p:nvCxnSpPr>
          <p:cNvPr id="612" name="Google Shape;612;p59"/>
          <p:cNvCxnSpPr/>
          <p:nvPr/>
        </p:nvCxnSpPr>
        <p:spPr>
          <a:xfrm>
            <a:off x="6096000" y="2592094"/>
            <a:ext cx="0" cy="307944"/>
          </a:xfrm>
          <a:prstGeom prst="straightConnector1">
            <a:avLst/>
          </a:prstGeom>
          <a:noFill/>
          <a:ln cap="flat" cmpd="sng" w="12700">
            <a:solidFill>
              <a:srgbClr val="AEABAB"/>
            </a:solidFill>
            <a:prstDash val="solid"/>
            <a:miter lim="8000"/>
            <a:headEnd len="med" w="med" type="oval"/>
            <a:tailEnd len="sm" w="sm" type="none"/>
          </a:ln>
        </p:spPr>
      </p:cxnSp>
      <p:cxnSp>
        <p:nvCxnSpPr>
          <p:cNvPr id="613" name="Google Shape;613;p59"/>
          <p:cNvCxnSpPr/>
          <p:nvPr/>
        </p:nvCxnSpPr>
        <p:spPr>
          <a:xfrm>
            <a:off x="10843437" y="2592094"/>
            <a:ext cx="0" cy="307944"/>
          </a:xfrm>
          <a:prstGeom prst="straightConnector1">
            <a:avLst/>
          </a:prstGeom>
          <a:noFill/>
          <a:ln cap="flat" cmpd="sng" w="12700">
            <a:solidFill>
              <a:srgbClr val="AEABAB"/>
            </a:solidFill>
            <a:prstDash val="solid"/>
            <a:miter lim="8000"/>
            <a:headEnd len="med" w="med" type="oval"/>
            <a:tailEnd len="sm" w="sm" type="none"/>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5">
    <p:spTree>
      <p:nvGrpSpPr>
        <p:cNvPr id="614" name="Shape 614"/>
        <p:cNvGrpSpPr/>
        <p:nvPr/>
      </p:nvGrpSpPr>
      <p:grpSpPr>
        <a:xfrm>
          <a:off x="0" y="0"/>
          <a:ext cx="0" cy="0"/>
          <a:chOff x="0" y="0"/>
          <a:chExt cx="0" cy="0"/>
        </a:xfrm>
      </p:grpSpPr>
      <p:sp>
        <p:nvSpPr>
          <p:cNvPr id="615" name="Google Shape;615;p60"/>
          <p:cNvSpPr txBox="1"/>
          <p:nvPr/>
        </p:nvSpPr>
        <p:spPr>
          <a:xfrm>
            <a:off x="264160" y="6571964"/>
            <a:ext cx="531901" cy="2134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616" name="Google Shape;616;p60"/>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617" name="Google Shape;617;p60"/>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618" name="Google Shape;618;p60"/>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619" name="Google Shape;619;p60"/>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620" name="Google Shape;620;p60"/>
          <p:cNvSpPr/>
          <p:nvPr/>
        </p:nvSpPr>
        <p:spPr>
          <a:xfrm>
            <a:off x="4514349" y="1853044"/>
            <a:ext cx="3111402" cy="3111400"/>
          </a:xfrm>
          <a:prstGeom prst="ellipse">
            <a:avLst/>
          </a:prstGeom>
          <a:solidFill>
            <a:srgbClr val="1E3D7D"/>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21" name="Google Shape;621;p60"/>
          <p:cNvSpPr txBox="1"/>
          <p:nvPr>
            <p:ph idx="2" type="body"/>
          </p:nvPr>
        </p:nvSpPr>
        <p:spPr>
          <a:xfrm>
            <a:off x="4889509" y="3463677"/>
            <a:ext cx="2383162" cy="775372"/>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lt1"/>
              </a:buClr>
              <a:buSzPts val="1800"/>
              <a:buFont typeface="Arial"/>
              <a:buNone/>
              <a:defRPr b="1" i="0" sz="1800" u="none" cap="none" strike="noStrike">
                <a:solidFill>
                  <a:schemeClr val="lt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22" name="Google Shape;622;p60"/>
          <p:cNvSpPr/>
          <p:nvPr>
            <p:ph idx="3" type="pic"/>
          </p:nvPr>
        </p:nvSpPr>
        <p:spPr>
          <a:xfrm>
            <a:off x="750949" y="1316248"/>
            <a:ext cx="720000" cy="720000"/>
          </a:xfrm>
          <a:prstGeom prst="rect">
            <a:avLst/>
          </a:prstGeom>
          <a:noFill/>
          <a:ln>
            <a:noFill/>
          </a:ln>
        </p:spPr>
      </p:sp>
      <p:sp>
        <p:nvSpPr>
          <p:cNvPr id="623" name="Google Shape;623;p60"/>
          <p:cNvSpPr txBox="1"/>
          <p:nvPr>
            <p:ph idx="4" type="body"/>
          </p:nvPr>
        </p:nvSpPr>
        <p:spPr>
          <a:xfrm>
            <a:off x="1717270" y="865212"/>
            <a:ext cx="2463800" cy="325429"/>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24" name="Google Shape;624;p60"/>
          <p:cNvSpPr txBox="1"/>
          <p:nvPr>
            <p:ph idx="5" type="body"/>
          </p:nvPr>
        </p:nvSpPr>
        <p:spPr>
          <a:xfrm>
            <a:off x="1717270" y="1252487"/>
            <a:ext cx="2463800" cy="1162255"/>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25" name="Google Shape;625;p60"/>
          <p:cNvSpPr/>
          <p:nvPr>
            <p:ph idx="6" type="pic"/>
          </p:nvPr>
        </p:nvSpPr>
        <p:spPr>
          <a:xfrm>
            <a:off x="422705" y="3214568"/>
            <a:ext cx="720000" cy="720000"/>
          </a:xfrm>
          <a:prstGeom prst="rect">
            <a:avLst/>
          </a:prstGeom>
          <a:noFill/>
          <a:ln>
            <a:noFill/>
          </a:ln>
        </p:spPr>
      </p:sp>
      <p:sp>
        <p:nvSpPr>
          <p:cNvPr id="626" name="Google Shape;626;p60"/>
          <p:cNvSpPr txBox="1"/>
          <p:nvPr>
            <p:ph idx="7" type="body"/>
          </p:nvPr>
        </p:nvSpPr>
        <p:spPr>
          <a:xfrm>
            <a:off x="1389026" y="2763532"/>
            <a:ext cx="2463800" cy="325429"/>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27" name="Google Shape;627;p60"/>
          <p:cNvSpPr txBox="1"/>
          <p:nvPr>
            <p:ph idx="8" type="body"/>
          </p:nvPr>
        </p:nvSpPr>
        <p:spPr>
          <a:xfrm>
            <a:off x="1389026" y="3150807"/>
            <a:ext cx="2463800" cy="1162255"/>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28" name="Google Shape;628;p60"/>
          <p:cNvSpPr/>
          <p:nvPr>
            <p:ph idx="9" type="pic"/>
          </p:nvPr>
        </p:nvSpPr>
        <p:spPr>
          <a:xfrm>
            <a:off x="750949" y="5086776"/>
            <a:ext cx="720000" cy="720000"/>
          </a:xfrm>
          <a:prstGeom prst="rect">
            <a:avLst/>
          </a:prstGeom>
          <a:noFill/>
          <a:ln>
            <a:noFill/>
          </a:ln>
        </p:spPr>
      </p:sp>
      <p:sp>
        <p:nvSpPr>
          <p:cNvPr id="629" name="Google Shape;629;p60"/>
          <p:cNvSpPr txBox="1"/>
          <p:nvPr>
            <p:ph idx="13" type="body"/>
          </p:nvPr>
        </p:nvSpPr>
        <p:spPr>
          <a:xfrm>
            <a:off x="1717270" y="4635740"/>
            <a:ext cx="2463800" cy="325429"/>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30" name="Google Shape;630;p60"/>
          <p:cNvSpPr txBox="1"/>
          <p:nvPr>
            <p:ph idx="14" type="body"/>
          </p:nvPr>
        </p:nvSpPr>
        <p:spPr>
          <a:xfrm>
            <a:off x="1717270" y="5023015"/>
            <a:ext cx="2463800" cy="1162255"/>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31" name="Google Shape;631;p60"/>
          <p:cNvSpPr/>
          <p:nvPr>
            <p:ph idx="15" type="pic"/>
          </p:nvPr>
        </p:nvSpPr>
        <p:spPr>
          <a:xfrm>
            <a:off x="8081439" y="1316248"/>
            <a:ext cx="720000" cy="720000"/>
          </a:xfrm>
          <a:prstGeom prst="rect">
            <a:avLst/>
          </a:prstGeom>
          <a:noFill/>
          <a:ln>
            <a:noFill/>
          </a:ln>
        </p:spPr>
      </p:sp>
      <p:sp>
        <p:nvSpPr>
          <p:cNvPr id="632" name="Google Shape;632;p60"/>
          <p:cNvSpPr txBox="1"/>
          <p:nvPr>
            <p:ph idx="16" type="body"/>
          </p:nvPr>
        </p:nvSpPr>
        <p:spPr>
          <a:xfrm>
            <a:off x="9047760" y="865212"/>
            <a:ext cx="2463800" cy="325429"/>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33" name="Google Shape;633;p60"/>
          <p:cNvSpPr txBox="1"/>
          <p:nvPr>
            <p:ph idx="17" type="body"/>
          </p:nvPr>
        </p:nvSpPr>
        <p:spPr>
          <a:xfrm>
            <a:off x="9047760" y="1252487"/>
            <a:ext cx="2463800" cy="1162255"/>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34" name="Google Shape;634;p60"/>
          <p:cNvSpPr/>
          <p:nvPr>
            <p:ph idx="18" type="pic"/>
          </p:nvPr>
        </p:nvSpPr>
        <p:spPr>
          <a:xfrm>
            <a:off x="8456575" y="3214568"/>
            <a:ext cx="720000" cy="720000"/>
          </a:xfrm>
          <a:prstGeom prst="rect">
            <a:avLst/>
          </a:prstGeom>
          <a:noFill/>
          <a:ln>
            <a:noFill/>
          </a:ln>
        </p:spPr>
      </p:sp>
      <p:sp>
        <p:nvSpPr>
          <p:cNvPr id="635" name="Google Shape;635;p60"/>
          <p:cNvSpPr txBox="1"/>
          <p:nvPr>
            <p:ph idx="19" type="body"/>
          </p:nvPr>
        </p:nvSpPr>
        <p:spPr>
          <a:xfrm>
            <a:off x="9422896" y="2763532"/>
            <a:ext cx="2463800" cy="325429"/>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36" name="Google Shape;636;p60"/>
          <p:cNvSpPr txBox="1"/>
          <p:nvPr>
            <p:ph idx="20" type="body"/>
          </p:nvPr>
        </p:nvSpPr>
        <p:spPr>
          <a:xfrm>
            <a:off x="9422896" y="3150807"/>
            <a:ext cx="2463800" cy="1162255"/>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37" name="Google Shape;637;p60"/>
          <p:cNvSpPr/>
          <p:nvPr>
            <p:ph idx="21" type="pic"/>
          </p:nvPr>
        </p:nvSpPr>
        <p:spPr>
          <a:xfrm>
            <a:off x="8081439" y="5086776"/>
            <a:ext cx="720000" cy="720000"/>
          </a:xfrm>
          <a:prstGeom prst="rect">
            <a:avLst/>
          </a:prstGeom>
          <a:noFill/>
          <a:ln>
            <a:noFill/>
          </a:ln>
        </p:spPr>
      </p:sp>
      <p:sp>
        <p:nvSpPr>
          <p:cNvPr id="638" name="Google Shape;638;p60"/>
          <p:cNvSpPr txBox="1"/>
          <p:nvPr>
            <p:ph idx="22" type="body"/>
          </p:nvPr>
        </p:nvSpPr>
        <p:spPr>
          <a:xfrm>
            <a:off x="9047760" y="4635740"/>
            <a:ext cx="2463800" cy="325429"/>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39" name="Google Shape;639;p60"/>
          <p:cNvSpPr txBox="1"/>
          <p:nvPr>
            <p:ph idx="23" type="body"/>
          </p:nvPr>
        </p:nvSpPr>
        <p:spPr>
          <a:xfrm>
            <a:off x="9047760" y="5023015"/>
            <a:ext cx="2463800" cy="1162255"/>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640" name="Google Shape;640;p60"/>
          <p:cNvCxnSpPr/>
          <p:nvPr/>
        </p:nvCxnSpPr>
        <p:spPr>
          <a:xfrm rot="5400000">
            <a:off x="4189106" y="4698955"/>
            <a:ext cx="791700" cy="650400"/>
          </a:xfrm>
          <a:prstGeom prst="bentConnector3">
            <a:avLst>
              <a:gd fmla="val 100699" name="adj1"/>
            </a:avLst>
          </a:prstGeom>
          <a:noFill/>
          <a:ln cap="flat" cmpd="sng" w="12700">
            <a:solidFill>
              <a:srgbClr val="AEABAB"/>
            </a:solidFill>
            <a:prstDash val="solid"/>
            <a:miter lim="8000"/>
            <a:headEnd len="sm" w="sm" type="none"/>
            <a:tailEnd len="med" w="med" type="oval"/>
          </a:ln>
        </p:spPr>
      </p:cxnSp>
      <p:cxnSp>
        <p:nvCxnSpPr>
          <p:cNvPr id="641" name="Google Shape;641;p60"/>
          <p:cNvCxnSpPr/>
          <p:nvPr/>
        </p:nvCxnSpPr>
        <p:spPr>
          <a:xfrm flipH="1" rot="-5400000">
            <a:off x="7155205" y="4698955"/>
            <a:ext cx="791700" cy="650400"/>
          </a:xfrm>
          <a:prstGeom prst="bentConnector3">
            <a:avLst>
              <a:gd fmla="val 100699" name="adj1"/>
            </a:avLst>
          </a:prstGeom>
          <a:noFill/>
          <a:ln cap="flat" cmpd="sng" w="12700">
            <a:solidFill>
              <a:srgbClr val="AEABAB"/>
            </a:solidFill>
            <a:prstDash val="solid"/>
            <a:miter lim="8000"/>
            <a:headEnd len="sm" w="sm" type="none"/>
            <a:tailEnd len="med" w="med" type="oval"/>
          </a:ln>
        </p:spPr>
      </p:cxnSp>
      <p:cxnSp>
        <p:nvCxnSpPr>
          <p:cNvPr id="642" name="Google Shape;642;p60"/>
          <p:cNvCxnSpPr/>
          <p:nvPr/>
        </p:nvCxnSpPr>
        <p:spPr>
          <a:xfrm flipH="1" rot="5400000">
            <a:off x="4189106" y="1498440"/>
            <a:ext cx="791700" cy="650400"/>
          </a:xfrm>
          <a:prstGeom prst="bentConnector3">
            <a:avLst>
              <a:gd fmla="val 100699" name="adj1"/>
            </a:avLst>
          </a:prstGeom>
          <a:noFill/>
          <a:ln cap="flat" cmpd="sng" w="12700">
            <a:solidFill>
              <a:srgbClr val="AEABAB"/>
            </a:solidFill>
            <a:prstDash val="solid"/>
            <a:miter lim="8000"/>
            <a:headEnd len="sm" w="sm" type="none"/>
            <a:tailEnd len="med" w="med" type="oval"/>
          </a:ln>
        </p:spPr>
      </p:cxnSp>
      <p:cxnSp>
        <p:nvCxnSpPr>
          <p:cNvPr id="643" name="Google Shape;643;p60"/>
          <p:cNvCxnSpPr/>
          <p:nvPr/>
        </p:nvCxnSpPr>
        <p:spPr>
          <a:xfrm rot="-5400000">
            <a:off x="7155205" y="1498440"/>
            <a:ext cx="791700" cy="650400"/>
          </a:xfrm>
          <a:prstGeom prst="bentConnector3">
            <a:avLst>
              <a:gd fmla="val 100699" name="adj1"/>
            </a:avLst>
          </a:prstGeom>
          <a:noFill/>
          <a:ln cap="flat" cmpd="sng" w="12700">
            <a:solidFill>
              <a:srgbClr val="AEABAB"/>
            </a:solidFill>
            <a:prstDash val="solid"/>
            <a:miter lim="8000"/>
            <a:headEnd len="sm" w="sm" type="none"/>
            <a:tailEnd len="med" w="med" type="oval"/>
          </a:ln>
        </p:spPr>
      </p:cxnSp>
      <p:cxnSp>
        <p:nvCxnSpPr>
          <p:cNvPr id="644" name="Google Shape;644;p60"/>
          <p:cNvCxnSpPr/>
          <p:nvPr/>
        </p:nvCxnSpPr>
        <p:spPr>
          <a:xfrm rot="10800000">
            <a:off x="7945390" y="3306953"/>
            <a:ext cx="0" cy="495946"/>
          </a:xfrm>
          <a:prstGeom prst="straightConnector1">
            <a:avLst/>
          </a:prstGeom>
          <a:noFill/>
          <a:ln cap="flat" cmpd="sng" w="12700">
            <a:solidFill>
              <a:srgbClr val="AEABAB"/>
            </a:solidFill>
            <a:prstDash val="solid"/>
            <a:miter lim="8000"/>
            <a:headEnd len="sm" w="sm" type="none"/>
            <a:tailEnd len="med" w="med" type="oval"/>
          </a:ln>
        </p:spPr>
      </p:cxnSp>
      <p:cxnSp>
        <p:nvCxnSpPr>
          <p:cNvPr id="645" name="Google Shape;645;p60"/>
          <p:cNvCxnSpPr/>
          <p:nvPr/>
        </p:nvCxnSpPr>
        <p:spPr>
          <a:xfrm>
            <a:off x="4220883" y="3306953"/>
            <a:ext cx="0" cy="495946"/>
          </a:xfrm>
          <a:prstGeom prst="straightConnector1">
            <a:avLst/>
          </a:prstGeom>
          <a:noFill/>
          <a:ln cap="flat" cmpd="sng" w="12700">
            <a:solidFill>
              <a:srgbClr val="AEABAB"/>
            </a:solidFill>
            <a:prstDash val="solid"/>
            <a:miter lim="8000"/>
            <a:headEnd len="sm" w="sm" type="none"/>
            <a:tailEnd len="med" w="med" type="oval"/>
          </a:ln>
        </p:spPr>
      </p:cxnSp>
      <p:sp>
        <p:nvSpPr>
          <p:cNvPr id="646" name="Google Shape;646;p60"/>
          <p:cNvSpPr/>
          <p:nvPr>
            <p:ph idx="24" type="pic"/>
          </p:nvPr>
        </p:nvSpPr>
        <p:spPr>
          <a:xfrm>
            <a:off x="5620050" y="2425700"/>
            <a:ext cx="900000" cy="900000"/>
          </a:xfrm>
          <a:prstGeom prst="rect">
            <a:avLst/>
          </a:prstGeom>
          <a:no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6">
    <p:spTree>
      <p:nvGrpSpPr>
        <p:cNvPr id="647" name="Shape 647"/>
        <p:cNvGrpSpPr/>
        <p:nvPr/>
      </p:nvGrpSpPr>
      <p:grpSpPr>
        <a:xfrm>
          <a:off x="0" y="0"/>
          <a:ext cx="0" cy="0"/>
          <a:chOff x="0" y="0"/>
          <a:chExt cx="0" cy="0"/>
        </a:xfrm>
      </p:grpSpPr>
      <p:sp>
        <p:nvSpPr>
          <p:cNvPr id="648" name="Google Shape;648;p61"/>
          <p:cNvSpPr/>
          <p:nvPr/>
        </p:nvSpPr>
        <p:spPr>
          <a:xfrm>
            <a:off x="0" y="0"/>
            <a:ext cx="12192000" cy="6858000"/>
          </a:xfrm>
          <a:prstGeom prst="rect">
            <a:avLst/>
          </a:prstGeom>
          <a:solidFill>
            <a:srgbClr val="F7F8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9" name="Google Shape;649;p61"/>
          <p:cNvSpPr txBox="1"/>
          <p:nvPr/>
        </p:nvSpPr>
        <p:spPr>
          <a:xfrm>
            <a:off x="264160" y="6571964"/>
            <a:ext cx="531901" cy="2134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650" name="Google Shape;650;p61"/>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651" name="Google Shape;651;p61"/>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652" name="Google Shape;652;p61"/>
          <p:cNvSpPr txBox="1"/>
          <p:nvPr>
            <p:ph idx="1" type="body"/>
          </p:nvPr>
        </p:nvSpPr>
        <p:spPr>
          <a:xfrm>
            <a:off x="245364" y="97790"/>
            <a:ext cx="11679936" cy="4270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653" name="Google Shape;653;p61"/>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654" name="Google Shape;654;p61"/>
          <p:cNvSpPr/>
          <p:nvPr/>
        </p:nvSpPr>
        <p:spPr>
          <a:xfrm>
            <a:off x="2928966" y="960543"/>
            <a:ext cx="1548000" cy="360000"/>
          </a:xfrm>
          <a:prstGeom prst="roundRect">
            <a:avLst>
              <a:gd fmla="val 8674" name="adj"/>
            </a:avLst>
          </a:prstGeom>
          <a:solidFill>
            <a:srgbClr val="75707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655" name="Google Shape;655;p61"/>
          <p:cNvSpPr/>
          <p:nvPr/>
        </p:nvSpPr>
        <p:spPr>
          <a:xfrm>
            <a:off x="4621954" y="960543"/>
            <a:ext cx="1548000" cy="360000"/>
          </a:xfrm>
          <a:prstGeom prst="roundRect">
            <a:avLst>
              <a:gd fmla="val 8674" name="adj"/>
            </a:avLst>
          </a:prstGeom>
          <a:solidFill>
            <a:srgbClr val="75707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656" name="Google Shape;656;p61"/>
          <p:cNvSpPr/>
          <p:nvPr/>
        </p:nvSpPr>
        <p:spPr>
          <a:xfrm>
            <a:off x="6314942" y="960543"/>
            <a:ext cx="1548000" cy="360000"/>
          </a:xfrm>
          <a:prstGeom prst="roundRect">
            <a:avLst>
              <a:gd fmla="val 8674" name="adj"/>
            </a:avLst>
          </a:prstGeom>
          <a:solidFill>
            <a:srgbClr val="75707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657" name="Google Shape;657;p61"/>
          <p:cNvSpPr/>
          <p:nvPr/>
        </p:nvSpPr>
        <p:spPr>
          <a:xfrm>
            <a:off x="8007930" y="960543"/>
            <a:ext cx="1548000" cy="360000"/>
          </a:xfrm>
          <a:prstGeom prst="roundRect">
            <a:avLst>
              <a:gd fmla="val 8674" name="adj"/>
            </a:avLst>
          </a:prstGeom>
          <a:solidFill>
            <a:srgbClr val="75707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658" name="Google Shape;658;p61"/>
          <p:cNvSpPr/>
          <p:nvPr/>
        </p:nvSpPr>
        <p:spPr>
          <a:xfrm>
            <a:off x="9700918" y="960543"/>
            <a:ext cx="1548000" cy="369869"/>
          </a:xfrm>
          <a:prstGeom prst="roundRect">
            <a:avLst>
              <a:gd fmla="val 8674" name="adj"/>
            </a:avLst>
          </a:prstGeom>
          <a:solidFill>
            <a:srgbClr val="75707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659" name="Google Shape;659;p61"/>
          <p:cNvSpPr/>
          <p:nvPr/>
        </p:nvSpPr>
        <p:spPr>
          <a:xfrm>
            <a:off x="815849" y="1432490"/>
            <a:ext cx="1803686" cy="1080000"/>
          </a:xfrm>
          <a:prstGeom prst="roundRect">
            <a:avLst>
              <a:gd fmla="val 8674" name="adj"/>
            </a:avLst>
          </a:prstGeom>
          <a:solidFill>
            <a:srgbClr val="9CC2E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660" name="Google Shape;660;p61"/>
          <p:cNvSpPr/>
          <p:nvPr/>
        </p:nvSpPr>
        <p:spPr>
          <a:xfrm>
            <a:off x="815849" y="2622085"/>
            <a:ext cx="1803686" cy="1080000"/>
          </a:xfrm>
          <a:prstGeom prst="roundRect">
            <a:avLst>
              <a:gd fmla="val 3730" name="adj"/>
            </a:avLst>
          </a:prstGeom>
          <a:solidFill>
            <a:srgbClr val="B3C6E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661" name="Google Shape;661;p61"/>
          <p:cNvSpPr/>
          <p:nvPr/>
        </p:nvSpPr>
        <p:spPr>
          <a:xfrm>
            <a:off x="815849" y="3811680"/>
            <a:ext cx="1803686" cy="1080000"/>
          </a:xfrm>
          <a:prstGeom prst="roundRect">
            <a:avLst>
              <a:gd fmla="val 4500" name="adj"/>
            </a:avLst>
          </a:prstGeom>
          <a:solidFill>
            <a:srgbClr val="6E8CC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62" name="Google Shape;662;p61"/>
          <p:cNvSpPr/>
          <p:nvPr/>
        </p:nvSpPr>
        <p:spPr>
          <a:xfrm>
            <a:off x="815849" y="5001275"/>
            <a:ext cx="1803686" cy="1080000"/>
          </a:xfrm>
          <a:prstGeom prst="roundRect">
            <a:avLst>
              <a:gd fmla="val 5440" name="adj"/>
            </a:avLst>
          </a:prstGeom>
          <a:solidFill>
            <a:srgbClr val="1A427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cxnSp>
        <p:nvCxnSpPr>
          <p:cNvPr id="663" name="Google Shape;663;p61"/>
          <p:cNvCxnSpPr/>
          <p:nvPr/>
        </p:nvCxnSpPr>
        <p:spPr>
          <a:xfrm>
            <a:off x="2688316" y="2550344"/>
            <a:ext cx="8561096" cy="0"/>
          </a:xfrm>
          <a:prstGeom prst="straightConnector1">
            <a:avLst/>
          </a:prstGeom>
          <a:noFill/>
          <a:ln cap="flat" cmpd="sng" w="12700">
            <a:solidFill>
              <a:srgbClr val="D8D8D8"/>
            </a:solidFill>
            <a:prstDash val="solid"/>
            <a:miter lim="8000"/>
            <a:headEnd len="sm" w="sm" type="none"/>
            <a:tailEnd len="sm" w="sm" type="none"/>
          </a:ln>
        </p:spPr>
      </p:cxnSp>
      <p:cxnSp>
        <p:nvCxnSpPr>
          <p:cNvPr id="664" name="Google Shape;664;p61"/>
          <p:cNvCxnSpPr/>
          <p:nvPr/>
        </p:nvCxnSpPr>
        <p:spPr>
          <a:xfrm>
            <a:off x="2688316" y="3742607"/>
            <a:ext cx="8561096" cy="0"/>
          </a:xfrm>
          <a:prstGeom prst="straightConnector1">
            <a:avLst/>
          </a:prstGeom>
          <a:noFill/>
          <a:ln cap="flat" cmpd="sng" w="12700">
            <a:solidFill>
              <a:srgbClr val="D8D8D8"/>
            </a:solidFill>
            <a:prstDash val="solid"/>
            <a:miter lim="8000"/>
            <a:headEnd len="sm" w="sm" type="none"/>
            <a:tailEnd len="sm" w="sm" type="none"/>
          </a:ln>
        </p:spPr>
      </p:cxnSp>
      <p:cxnSp>
        <p:nvCxnSpPr>
          <p:cNvPr id="665" name="Google Shape;665;p61"/>
          <p:cNvCxnSpPr/>
          <p:nvPr/>
        </p:nvCxnSpPr>
        <p:spPr>
          <a:xfrm>
            <a:off x="2688316" y="4934870"/>
            <a:ext cx="8561096" cy="0"/>
          </a:xfrm>
          <a:prstGeom prst="straightConnector1">
            <a:avLst/>
          </a:prstGeom>
          <a:noFill/>
          <a:ln cap="flat" cmpd="sng" w="12700">
            <a:solidFill>
              <a:srgbClr val="D8D8D8"/>
            </a:solidFill>
            <a:prstDash val="solid"/>
            <a:miter lim="8000"/>
            <a:headEnd len="sm" w="sm" type="none"/>
            <a:tailEnd len="sm" w="sm" type="none"/>
          </a:ln>
        </p:spPr>
      </p:cxnSp>
      <p:cxnSp>
        <p:nvCxnSpPr>
          <p:cNvPr id="666" name="Google Shape;666;p61"/>
          <p:cNvCxnSpPr/>
          <p:nvPr/>
        </p:nvCxnSpPr>
        <p:spPr>
          <a:xfrm>
            <a:off x="2688316" y="6091457"/>
            <a:ext cx="8561096" cy="0"/>
          </a:xfrm>
          <a:prstGeom prst="straightConnector1">
            <a:avLst/>
          </a:prstGeom>
          <a:noFill/>
          <a:ln cap="flat" cmpd="sng" w="12700">
            <a:solidFill>
              <a:srgbClr val="D8D8D8"/>
            </a:solidFill>
            <a:prstDash val="solid"/>
            <a:miter lim="8000"/>
            <a:headEnd len="sm" w="sm" type="none"/>
            <a:tailEnd len="sm" w="sm" type="none"/>
          </a:ln>
        </p:spPr>
      </p:cxnSp>
      <p:cxnSp>
        <p:nvCxnSpPr>
          <p:cNvPr id="667" name="Google Shape;667;p61"/>
          <p:cNvCxnSpPr/>
          <p:nvPr/>
        </p:nvCxnSpPr>
        <p:spPr>
          <a:xfrm>
            <a:off x="4549460" y="1320543"/>
            <a:ext cx="0" cy="4783576"/>
          </a:xfrm>
          <a:prstGeom prst="straightConnector1">
            <a:avLst/>
          </a:prstGeom>
          <a:noFill/>
          <a:ln cap="flat" cmpd="sng" w="12700">
            <a:solidFill>
              <a:srgbClr val="D8D8D8"/>
            </a:solidFill>
            <a:prstDash val="solid"/>
            <a:miter lim="8000"/>
            <a:headEnd len="sm" w="sm" type="none"/>
            <a:tailEnd len="sm" w="sm" type="none"/>
          </a:ln>
        </p:spPr>
      </p:cxnSp>
      <p:cxnSp>
        <p:nvCxnSpPr>
          <p:cNvPr id="668" name="Google Shape;668;p61"/>
          <p:cNvCxnSpPr/>
          <p:nvPr/>
        </p:nvCxnSpPr>
        <p:spPr>
          <a:xfrm>
            <a:off x="6242448" y="1320543"/>
            <a:ext cx="0" cy="4783576"/>
          </a:xfrm>
          <a:prstGeom prst="straightConnector1">
            <a:avLst/>
          </a:prstGeom>
          <a:noFill/>
          <a:ln cap="flat" cmpd="sng" w="12700">
            <a:solidFill>
              <a:srgbClr val="D8D8D8"/>
            </a:solidFill>
            <a:prstDash val="solid"/>
            <a:miter lim="8000"/>
            <a:headEnd len="sm" w="sm" type="none"/>
            <a:tailEnd len="sm" w="sm" type="none"/>
          </a:ln>
        </p:spPr>
      </p:cxnSp>
      <p:cxnSp>
        <p:nvCxnSpPr>
          <p:cNvPr id="669" name="Google Shape;669;p61"/>
          <p:cNvCxnSpPr/>
          <p:nvPr/>
        </p:nvCxnSpPr>
        <p:spPr>
          <a:xfrm>
            <a:off x="7935436" y="1320543"/>
            <a:ext cx="0" cy="4783576"/>
          </a:xfrm>
          <a:prstGeom prst="straightConnector1">
            <a:avLst/>
          </a:prstGeom>
          <a:noFill/>
          <a:ln cap="flat" cmpd="sng" w="12700">
            <a:solidFill>
              <a:srgbClr val="D8D8D8"/>
            </a:solidFill>
            <a:prstDash val="solid"/>
            <a:miter lim="8000"/>
            <a:headEnd len="sm" w="sm" type="none"/>
            <a:tailEnd len="sm" w="sm" type="none"/>
          </a:ln>
        </p:spPr>
      </p:cxnSp>
      <p:cxnSp>
        <p:nvCxnSpPr>
          <p:cNvPr id="670" name="Google Shape;670;p61"/>
          <p:cNvCxnSpPr/>
          <p:nvPr/>
        </p:nvCxnSpPr>
        <p:spPr>
          <a:xfrm>
            <a:off x="9628424" y="1320543"/>
            <a:ext cx="0" cy="4783576"/>
          </a:xfrm>
          <a:prstGeom prst="straightConnector1">
            <a:avLst/>
          </a:prstGeom>
          <a:noFill/>
          <a:ln cap="flat" cmpd="sng" w="12700">
            <a:solidFill>
              <a:srgbClr val="D8D8D8"/>
            </a:solidFill>
            <a:prstDash val="solid"/>
            <a:miter lim="8000"/>
            <a:headEnd len="sm" w="sm" type="none"/>
            <a:tailEnd len="sm" w="sm" type="none"/>
          </a:ln>
        </p:spPr>
      </p:cxnSp>
      <p:cxnSp>
        <p:nvCxnSpPr>
          <p:cNvPr id="671" name="Google Shape;671;p61"/>
          <p:cNvCxnSpPr/>
          <p:nvPr/>
        </p:nvCxnSpPr>
        <p:spPr>
          <a:xfrm>
            <a:off x="11248918" y="1320543"/>
            <a:ext cx="0" cy="4783576"/>
          </a:xfrm>
          <a:prstGeom prst="straightConnector1">
            <a:avLst/>
          </a:prstGeom>
          <a:noFill/>
          <a:ln cap="flat" cmpd="sng" w="12700">
            <a:solidFill>
              <a:srgbClr val="323F4F">
                <a:alpha val="49412"/>
              </a:srgbClr>
            </a:solidFill>
            <a:prstDash val="solid"/>
            <a:miter lim="8000"/>
            <a:headEnd len="sm" w="sm" type="none"/>
            <a:tailEnd len="sm" w="sm" type="none"/>
          </a:ln>
        </p:spPr>
      </p:cxnSp>
      <p:sp>
        <p:nvSpPr>
          <p:cNvPr id="672" name="Google Shape;672;p61"/>
          <p:cNvSpPr txBox="1"/>
          <p:nvPr/>
        </p:nvSpPr>
        <p:spPr>
          <a:xfrm>
            <a:off x="2222419" y="1946270"/>
            <a:ext cx="38504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IN" sz="2800" u="none" cap="none" strike="noStrike">
                <a:solidFill>
                  <a:schemeClr val="lt1"/>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673" name="Google Shape;673;p61"/>
          <p:cNvSpPr txBox="1"/>
          <p:nvPr/>
        </p:nvSpPr>
        <p:spPr>
          <a:xfrm>
            <a:off x="2222419" y="3149289"/>
            <a:ext cx="38504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IN" sz="2800" u="none" cap="none" strike="noStrike">
                <a:solidFill>
                  <a:schemeClr val="lt1"/>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
        <p:nvSpPr>
          <p:cNvPr id="674" name="Google Shape;674;p61"/>
          <p:cNvSpPr txBox="1"/>
          <p:nvPr/>
        </p:nvSpPr>
        <p:spPr>
          <a:xfrm>
            <a:off x="2222419" y="4356766"/>
            <a:ext cx="38504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IN" sz="2800" u="none" cap="none" strike="noStrike">
                <a:solidFill>
                  <a:schemeClr val="lt1"/>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sp>
        <p:nvSpPr>
          <p:cNvPr id="675" name="Google Shape;675;p61"/>
          <p:cNvSpPr txBox="1"/>
          <p:nvPr/>
        </p:nvSpPr>
        <p:spPr>
          <a:xfrm>
            <a:off x="2222419" y="5539661"/>
            <a:ext cx="38504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IN" sz="2800" u="none" cap="none" strike="noStrike">
                <a:solidFill>
                  <a:schemeClr val="lt1"/>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p:cSld name="Empty">
    <p:spTree>
      <p:nvGrpSpPr>
        <p:cNvPr id="676" name="Shape 676"/>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p:cSld name="Empty">
    <p:spTree>
      <p:nvGrpSpPr>
        <p:cNvPr id="678" name="Shape 678"/>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679" name="Shape 679"/>
        <p:cNvGrpSpPr/>
        <p:nvPr/>
      </p:nvGrpSpPr>
      <p:grpSpPr>
        <a:xfrm>
          <a:off x="0" y="0"/>
          <a:ext cx="0" cy="0"/>
          <a:chOff x="0" y="0"/>
          <a:chExt cx="0" cy="0"/>
        </a:xfrm>
      </p:grpSpPr>
      <p:sp>
        <p:nvSpPr>
          <p:cNvPr id="680" name="Google Shape;680;g3f824b0376f_0_1453"/>
          <p:cNvSpPr/>
          <p:nvPr/>
        </p:nvSpPr>
        <p:spPr>
          <a:xfrm>
            <a:off x="0" y="0"/>
            <a:ext cx="12192000" cy="6858000"/>
          </a:xfrm>
          <a:prstGeom prst="rect">
            <a:avLst/>
          </a:prstGeom>
          <a:solidFill>
            <a:srgbClr val="F7F8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81" name="Google Shape;681;g3f824b0376f_0_1453"/>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682" name="Google Shape;682;g3f824b0376f_0_1453"/>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683" name="Google Shape;683;g3f824b0376f_0_1453"/>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684" name="Google Shape;684;g3f824b0376f_0_1453"/>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685" name="Google Shape;685;g3f824b0376f_0_1453"/>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Tree>
  </p:cSld>
  <p:clrMapOvr>
    <a:masterClrMapping/>
  </p:clrMapOvr>
  <p:extLst>
    <p:ext uri="{DCECCB84-F9BA-43D5-87BE-67443E8EF086}">
      <p15:sldGuideLst>
        <p15:guide id="1" pos="751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line Heading">
  <p:cSld name="2 line Heading">
    <p:spTree>
      <p:nvGrpSpPr>
        <p:cNvPr id="686" name="Shape 686"/>
        <p:cNvGrpSpPr/>
        <p:nvPr/>
      </p:nvGrpSpPr>
      <p:grpSpPr>
        <a:xfrm>
          <a:off x="0" y="0"/>
          <a:ext cx="0" cy="0"/>
          <a:chOff x="0" y="0"/>
          <a:chExt cx="0" cy="0"/>
        </a:xfrm>
      </p:grpSpPr>
      <p:sp>
        <p:nvSpPr>
          <p:cNvPr id="687" name="Google Shape;687;g3f824b0376f_0_1460"/>
          <p:cNvSpPr/>
          <p:nvPr/>
        </p:nvSpPr>
        <p:spPr>
          <a:xfrm>
            <a:off x="0" y="0"/>
            <a:ext cx="12192000" cy="6858000"/>
          </a:xfrm>
          <a:prstGeom prst="rect">
            <a:avLst/>
          </a:prstGeom>
          <a:solidFill>
            <a:srgbClr val="F7F8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88" name="Google Shape;688;g3f824b0376f_0_1460"/>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689" name="Google Shape;689;g3f824b0376f_0_1460"/>
          <p:cNvCxnSpPr/>
          <p:nvPr/>
        </p:nvCxnSpPr>
        <p:spPr>
          <a:xfrm>
            <a:off x="342900" y="1184084"/>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690" name="Google Shape;690;g3f824b0376f_0_1460"/>
          <p:cNvCxnSpPr/>
          <p:nvPr/>
        </p:nvCxnSpPr>
        <p:spPr>
          <a:xfrm>
            <a:off x="369794" y="1184084"/>
            <a:ext cx="800100" cy="0"/>
          </a:xfrm>
          <a:prstGeom prst="straightConnector1">
            <a:avLst/>
          </a:prstGeom>
          <a:noFill/>
          <a:ln cap="rnd" cmpd="sng" w="57150">
            <a:solidFill>
              <a:srgbClr val="E24048"/>
            </a:solidFill>
            <a:prstDash val="solid"/>
            <a:miter lim="8000"/>
            <a:headEnd len="sm" w="sm" type="none"/>
            <a:tailEnd len="sm" w="sm" type="none"/>
          </a:ln>
        </p:spPr>
      </p:cxnSp>
      <p:sp>
        <p:nvSpPr>
          <p:cNvPr id="691" name="Google Shape;691;g3f824b0376f_0_1460"/>
          <p:cNvSpPr txBox="1"/>
          <p:nvPr>
            <p:ph idx="1" type="body"/>
          </p:nvPr>
        </p:nvSpPr>
        <p:spPr>
          <a:xfrm>
            <a:off x="245364" y="100111"/>
            <a:ext cx="6996000" cy="967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692" name="Google Shape;692;g3f824b0376f_0_1460"/>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2" showMasterSp="0">
  <p:cSld name="Empty2">
    <p:spTree>
      <p:nvGrpSpPr>
        <p:cNvPr id="693" name="Shape 693"/>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4">
    <p:spTree>
      <p:nvGrpSpPr>
        <p:cNvPr id="695" name="Shape 695"/>
        <p:cNvGrpSpPr/>
        <p:nvPr/>
      </p:nvGrpSpPr>
      <p:grpSpPr>
        <a:xfrm>
          <a:off x="0" y="0"/>
          <a:ext cx="0" cy="0"/>
          <a:chOff x="0" y="0"/>
          <a:chExt cx="0" cy="0"/>
        </a:xfrm>
      </p:grpSpPr>
      <p:cxnSp>
        <p:nvCxnSpPr>
          <p:cNvPr id="696" name="Google Shape;696;g3f824b0376f_0_9021"/>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697" name="Google Shape;697;g3f824b0376f_0_9021"/>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698" name="Google Shape;698;g3f824b0376f_0_9021"/>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699" name="Google Shape;699;g3f824b0376f_0_9021"/>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700" name="Google Shape;700;g3f824b0376f_0_9021"/>
          <p:cNvSpPr txBox="1"/>
          <p:nvPr>
            <p:ph idx="2" type="body"/>
          </p:nvPr>
        </p:nvSpPr>
        <p:spPr>
          <a:xfrm>
            <a:off x="334963" y="1305402"/>
            <a:ext cx="11679900" cy="4934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01" name="Google Shape;701;g3f824b0376f_0_9021"/>
          <p:cNvSpPr txBox="1"/>
          <p:nvPr>
            <p:ph idx="3" type="body"/>
          </p:nvPr>
        </p:nvSpPr>
        <p:spPr>
          <a:xfrm>
            <a:off x="334963" y="929442"/>
            <a:ext cx="11679900" cy="3138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p:spTree>
      <p:nvGrpSpPr>
        <p:cNvPr id="702" name="Shape 702"/>
        <p:cNvGrpSpPr/>
        <p:nvPr/>
      </p:nvGrpSpPr>
      <p:grpSpPr>
        <a:xfrm>
          <a:off x="0" y="0"/>
          <a:ext cx="0" cy="0"/>
          <a:chOff x="0" y="0"/>
          <a:chExt cx="0" cy="0"/>
        </a:xfrm>
      </p:grpSpPr>
      <p:sp>
        <p:nvSpPr>
          <p:cNvPr id="703" name="Google Shape;703;g3f824b0376f_0_9028"/>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704" name="Google Shape;704;g3f824b0376f_0_9028"/>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705" name="Google Shape;705;g3f824b0376f_0_9028"/>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706" name="Google Shape;706;g3f824b0376f_0_9028"/>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707" name="Google Shape;707;g3f824b0376f_0_9028"/>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Tree>
  </p:cSld>
  <p:clrMapOvr>
    <a:masterClrMapping/>
  </p:clrMapOvr>
  <p:extLst>
    <p:ext uri="{DCECCB84-F9BA-43D5-87BE-67443E8EF086}">
      <p15:sldGuideLst>
        <p15:guide id="1" pos="7512">
          <p15:clr>
            <a:srgbClr val="FBAE40"/>
          </p15:clr>
        </p15:guide>
        <p15:guide id="2" pos="211">
          <p15:clr>
            <a:srgbClr val="FBAE40"/>
          </p15:clr>
        </p15:guide>
        <p15:guide id="3" orient="horz" pos="395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5">
    <p:spTree>
      <p:nvGrpSpPr>
        <p:cNvPr id="708" name="Shape 708"/>
        <p:cNvGrpSpPr/>
        <p:nvPr/>
      </p:nvGrpSpPr>
      <p:grpSpPr>
        <a:xfrm>
          <a:off x="0" y="0"/>
          <a:ext cx="0" cy="0"/>
          <a:chOff x="0" y="0"/>
          <a:chExt cx="0" cy="0"/>
        </a:xfrm>
      </p:grpSpPr>
      <p:sp>
        <p:nvSpPr>
          <p:cNvPr id="709" name="Google Shape;709;g3f824b0376f_0_9034"/>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710" name="Google Shape;710;g3f824b0376f_0_9034"/>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711" name="Google Shape;711;g3f824b0376f_0_9034"/>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712" name="Google Shape;712;g3f824b0376f_0_9034"/>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713" name="Google Shape;713;g3f824b0376f_0_9034"/>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714" name="Google Shape;714;g3f824b0376f_0_9034"/>
          <p:cNvSpPr/>
          <p:nvPr>
            <p:ph idx="2" type="pic"/>
          </p:nvPr>
        </p:nvSpPr>
        <p:spPr>
          <a:xfrm>
            <a:off x="8572274" y="897775"/>
            <a:ext cx="3325800" cy="5160600"/>
          </a:xfrm>
          <a:prstGeom prst="rect">
            <a:avLst/>
          </a:prstGeom>
          <a:noFill/>
          <a:ln>
            <a:noFill/>
          </a:ln>
        </p:spPr>
      </p:sp>
      <p:sp>
        <p:nvSpPr>
          <p:cNvPr id="715" name="Google Shape;715;g3f824b0376f_0_9034"/>
          <p:cNvSpPr txBox="1"/>
          <p:nvPr>
            <p:ph idx="3" type="body"/>
          </p:nvPr>
        </p:nvSpPr>
        <p:spPr>
          <a:xfrm>
            <a:off x="334963" y="1305402"/>
            <a:ext cx="8037600" cy="2052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16" name="Google Shape;716;g3f824b0376f_0_9034"/>
          <p:cNvSpPr txBox="1"/>
          <p:nvPr>
            <p:ph idx="4" type="body"/>
          </p:nvPr>
        </p:nvSpPr>
        <p:spPr>
          <a:xfrm>
            <a:off x="334963" y="929443"/>
            <a:ext cx="8037600" cy="342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17" name="Google Shape;717;g3f824b0376f_0_9034"/>
          <p:cNvSpPr txBox="1"/>
          <p:nvPr>
            <p:ph idx="5" type="body"/>
          </p:nvPr>
        </p:nvSpPr>
        <p:spPr>
          <a:xfrm>
            <a:off x="334963" y="4033559"/>
            <a:ext cx="8037600" cy="2052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18" name="Google Shape;718;g3f824b0376f_0_9034"/>
          <p:cNvSpPr txBox="1"/>
          <p:nvPr>
            <p:ph idx="6" type="body"/>
          </p:nvPr>
        </p:nvSpPr>
        <p:spPr>
          <a:xfrm>
            <a:off x="334963" y="3657600"/>
            <a:ext cx="8037600" cy="342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
    <p:spTree>
      <p:nvGrpSpPr>
        <p:cNvPr id="719" name="Shape 719"/>
        <p:cNvGrpSpPr/>
        <p:nvPr/>
      </p:nvGrpSpPr>
      <p:grpSpPr>
        <a:xfrm>
          <a:off x="0" y="0"/>
          <a:ext cx="0" cy="0"/>
          <a:chOff x="0" y="0"/>
          <a:chExt cx="0" cy="0"/>
        </a:xfrm>
      </p:grpSpPr>
      <p:sp>
        <p:nvSpPr>
          <p:cNvPr id="720" name="Google Shape;720;g3f824b0376f_0_9045"/>
          <p:cNvSpPr/>
          <p:nvPr/>
        </p:nvSpPr>
        <p:spPr>
          <a:xfrm>
            <a:off x="5462487" y="859798"/>
            <a:ext cx="2953800" cy="9039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21" name="Google Shape;721;g3f824b0376f_0_9045"/>
          <p:cNvSpPr/>
          <p:nvPr/>
        </p:nvSpPr>
        <p:spPr>
          <a:xfrm>
            <a:off x="5571329" y="937776"/>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22" name="Google Shape;722;g3f824b0376f_0_9045"/>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723" name="Google Shape;723;g3f824b0376f_0_9045"/>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724" name="Google Shape;724;g3f824b0376f_0_9045"/>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725" name="Google Shape;725;g3f824b0376f_0_9045"/>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726" name="Google Shape;726;g3f824b0376f_0_9045"/>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727" name="Google Shape;727;g3f824b0376f_0_9045"/>
          <p:cNvSpPr/>
          <p:nvPr>
            <p:ph idx="2" type="pic"/>
          </p:nvPr>
        </p:nvSpPr>
        <p:spPr>
          <a:xfrm>
            <a:off x="5630332" y="998749"/>
            <a:ext cx="612000" cy="612000"/>
          </a:xfrm>
          <a:prstGeom prst="rect">
            <a:avLst/>
          </a:prstGeom>
          <a:noFill/>
          <a:ln>
            <a:noFill/>
          </a:ln>
        </p:spPr>
      </p:sp>
      <p:sp>
        <p:nvSpPr>
          <p:cNvPr id="728" name="Google Shape;728;g3f824b0376f_0_9045"/>
          <p:cNvSpPr txBox="1"/>
          <p:nvPr>
            <p:ph idx="3" type="body"/>
          </p:nvPr>
        </p:nvSpPr>
        <p:spPr>
          <a:xfrm>
            <a:off x="6373541" y="95804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29" name="Google Shape;729;g3f824b0376f_0_9045"/>
          <p:cNvSpPr txBox="1"/>
          <p:nvPr>
            <p:ph idx="4" type="body"/>
          </p:nvPr>
        </p:nvSpPr>
        <p:spPr>
          <a:xfrm>
            <a:off x="6373539" y="1337221"/>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30" name="Google Shape;730;g3f824b0376f_0_9045"/>
          <p:cNvSpPr/>
          <p:nvPr/>
        </p:nvSpPr>
        <p:spPr>
          <a:xfrm>
            <a:off x="5462487" y="2269156"/>
            <a:ext cx="2953800" cy="9039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31" name="Google Shape;731;g3f824b0376f_0_9045"/>
          <p:cNvSpPr/>
          <p:nvPr/>
        </p:nvSpPr>
        <p:spPr>
          <a:xfrm>
            <a:off x="5571329" y="2347134"/>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32" name="Google Shape;732;g3f824b0376f_0_9045"/>
          <p:cNvSpPr/>
          <p:nvPr>
            <p:ph idx="5" type="pic"/>
          </p:nvPr>
        </p:nvSpPr>
        <p:spPr>
          <a:xfrm>
            <a:off x="5630332" y="2408107"/>
            <a:ext cx="612000" cy="612000"/>
          </a:xfrm>
          <a:prstGeom prst="rect">
            <a:avLst/>
          </a:prstGeom>
          <a:noFill/>
          <a:ln>
            <a:noFill/>
          </a:ln>
        </p:spPr>
      </p:sp>
      <p:sp>
        <p:nvSpPr>
          <p:cNvPr id="733" name="Google Shape;733;g3f824b0376f_0_9045"/>
          <p:cNvSpPr txBox="1"/>
          <p:nvPr>
            <p:ph idx="6" type="body"/>
          </p:nvPr>
        </p:nvSpPr>
        <p:spPr>
          <a:xfrm>
            <a:off x="6373541" y="2367401"/>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34" name="Google Shape;734;g3f824b0376f_0_9045"/>
          <p:cNvSpPr txBox="1"/>
          <p:nvPr>
            <p:ph idx="7" type="body"/>
          </p:nvPr>
        </p:nvSpPr>
        <p:spPr>
          <a:xfrm>
            <a:off x="6373539" y="2746579"/>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35" name="Google Shape;735;g3f824b0376f_0_9045"/>
          <p:cNvSpPr/>
          <p:nvPr/>
        </p:nvSpPr>
        <p:spPr>
          <a:xfrm>
            <a:off x="2017663" y="2269156"/>
            <a:ext cx="2953800" cy="9039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36" name="Google Shape;736;g3f824b0376f_0_9045"/>
          <p:cNvSpPr/>
          <p:nvPr/>
        </p:nvSpPr>
        <p:spPr>
          <a:xfrm>
            <a:off x="2126505" y="2347134"/>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37" name="Google Shape;737;g3f824b0376f_0_9045"/>
          <p:cNvSpPr/>
          <p:nvPr>
            <p:ph idx="8" type="pic"/>
          </p:nvPr>
        </p:nvSpPr>
        <p:spPr>
          <a:xfrm>
            <a:off x="2185508" y="2408107"/>
            <a:ext cx="612000" cy="612000"/>
          </a:xfrm>
          <a:prstGeom prst="rect">
            <a:avLst/>
          </a:prstGeom>
          <a:noFill/>
          <a:ln>
            <a:noFill/>
          </a:ln>
        </p:spPr>
      </p:sp>
      <p:sp>
        <p:nvSpPr>
          <p:cNvPr id="738" name="Google Shape;738;g3f824b0376f_0_9045"/>
          <p:cNvSpPr txBox="1"/>
          <p:nvPr>
            <p:ph idx="9" type="body"/>
          </p:nvPr>
        </p:nvSpPr>
        <p:spPr>
          <a:xfrm>
            <a:off x="2928717" y="2367401"/>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39" name="Google Shape;739;g3f824b0376f_0_9045"/>
          <p:cNvSpPr txBox="1"/>
          <p:nvPr>
            <p:ph idx="13" type="body"/>
          </p:nvPr>
        </p:nvSpPr>
        <p:spPr>
          <a:xfrm>
            <a:off x="2928715" y="2746579"/>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40" name="Google Shape;740;g3f824b0376f_0_9045"/>
          <p:cNvSpPr/>
          <p:nvPr/>
        </p:nvSpPr>
        <p:spPr>
          <a:xfrm>
            <a:off x="8870742" y="2269156"/>
            <a:ext cx="2953800" cy="9039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41" name="Google Shape;741;g3f824b0376f_0_9045"/>
          <p:cNvSpPr/>
          <p:nvPr/>
        </p:nvSpPr>
        <p:spPr>
          <a:xfrm>
            <a:off x="8977131" y="2347134"/>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42" name="Google Shape;742;g3f824b0376f_0_9045"/>
          <p:cNvSpPr/>
          <p:nvPr>
            <p:ph idx="14" type="pic"/>
          </p:nvPr>
        </p:nvSpPr>
        <p:spPr>
          <a:xfrm>
            <a:off x="9036134" y="2408107"/>
            <a:ext cx="612000" cy="612000"/>
          </a:xfrm>
          <a:prstGeom prst="rect">
            <a:avLst/>
          </a:prstGeom>
          <a:noFill/>
          <a:ln>
            <a:noFill/>
          </a:ln>
        </p:spPr>
      </p:sp>
      <p:sp>
        <p:nvSpPr>
          <p:cNvPr id="743" name="Google Shape;743;g3f824b0376f_0_9045"/>
          <p:cNvSpPr txBox="1"/>
          <p:nvPr>
            <p:ph idx="15" type="body"/>
          </p:nvPr>
        </p:nvSpPr>
        <p:spPr>
          <a:xfrm>
            <a:off x="9779343" y="2367401"/>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44" name="Google Shape;744;g3f824b0376f_0_9045"/>
          <p:cNvSpPr txBox="1"/>
          <p:nvPr>
            <p:ph idx="16" type="body"/>
          </p:nvPr>
        </p:nvSpPr>
        <p:spPr>
          <a:xfrm>
            <a:off x="9779341" y="2746579"/>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45" name="Google Shape;745;g3f824b0376f_0_9045"/>
          <p:cNvSpPr/>
          <p:nvPr/>
        </p:nvSpPr>
        <p:spPr>
          <a:xfrm>
            <a:off x="308146" y="3864155"/>
            <a:ext cx="2953800" cy="9039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46" name="Google Shape;746;g3f824b0376f_0_9045"/>
          <p:cNvSpPr/>
          <p:nvPr/>
        </p:nvSpPr>
        <p:spPr>
          <a:xfrm>
            <a:off x="416988" y="3942133"/>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47" name="Google Shape;747;g3f824b0376f_0_9045"/>
          <p:cNvSpPr/>
          <p:nvPr>
            <p:ph idx="17" type="pic"/>
          </p:nvPr>
        </p:nvSpPr>
        <p:spPr>
          <a:xfrm>
            <a:off x="475991" y="4003106"/>
            <a:ext cx="612000" cy="612000"/>
          </a:xfrm>
          <a:prstGeom prst="rect">
            <a:avLst/>
          </a:prstGeom>
          <a:noFill/>
          <a:ln>
            <a:noFill/>
          </a:ln>
        </p:spPr>
      </p:sp>
      <p:sp>
        <p:nvSpPr>
          <p:cNvPr id="748" name="Google Shape;748;g3f824b0376f_0_9045"/>
          <p:cNvSpPr txBox="1"/>
          <p:nvPr>
            <p:ph idx="18" type="body"/>
          </p:nvPr>
        </p:nvSpPr>
        <p:spPr>
          <a:xfrm>
            <a:off x="1219200" y="3962400"/>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49" name="Google Shape;749;g3f824b0376f_0_9045"/>
          <p:cNvSpPr txBox="1"/>
          <p:nvPr>
            <p:ph idx="19" type="body"/>
          </p:nvPr>
        </p:nvSpPr>
        <p:spPr>
          <a:xfrm>
            <a:off x="1219198" y="4341578"/>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50" name="Google Shape;750;g3f824b0376f_0_9045"/>
          <p:cNvSpPr/>
          <p:nvPr/>
        </p:nvSpPr>
        <p:spPr>
          <a:xfrm>
            <a:off x="3584746" y="3864155"/>
            <a:ext cx="2953800" cy="9039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51" name="Google Shape;751;g3f824b0376f_0_9045"/>
          <p:cNvSpPr/>
          <p:nvPr/>
        </p:nvSpPr>
        <p:spPr>
          <a:xfrm>
            <a:off x="3693588" y="3942133"/>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52" name="Google Shape;752;g3f824b0376f_0_9045"/>
          <p:cNvSpPr/>
          <p:nvPr>
            <p:ph idx="20" type="pic"/>
          </p:nvPr>
        </p:nvSpPr>
        <p:spPr>
          <a:xfrm>
            <a:off x="3752591" y="4003106"/>
            <a:ext cx="612000" cy="612000"/>
          </a:xfrm>
          <a:prstGeom prst="rect">
            <a:avLst/>
          </a:prstGeom>
          <a:noFill/>
          <a:ln>
            <a:noFill/>
          </a:ln>
        </p:spPr>
      </p:sp>
      <p:sp>
        <p:nvSpPr>
          <p:cNvPr id="753" name="Google Shape;753;g3f824b0376f_0_9045"/>
          <p:cNvSpPr txBox="1"/>
          <p:nvPr>
            <p:ph idx="21" type="body"/>
          </p:nvPr>
        </p:nvSpPr>
        <p:spPr>
          <a:xfrm>
            <a:off x="4495800" y="3962400"/>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54" name="Google Shape;754;g3f824b0376f_0_9045"/>
          <p:cNvSpPr txBox="1"/>
          <p:nvPr>
            <p:ph idx="22" type="body"/>
          </p:nvPr>
        </p:nvSpPr>
        <p:spPr>
          <a:xfrm>
            <a:off x="4495798" y="4341578"/>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55" name="Google Shape;755;g3f824b0376f_0_9045"/>
          <p:cNvSpPr/>
          <p:nvPr/>
        </p:nvSpPr>
        <p:spPr>
          <a:xfrm>
            <a:off x="8870742" y="3864155"/>
            <a:ext cx="2953800" cy="9039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56" name="Google Shape;756;g3f824b0376f_0_9045"/>
          <p:cNvSpPr/>
          <p:nvPr/>
        </p:nvSpPr>
        <p:spPr>
          <a:xfrm>
            <a:off x="8982038" y="3942133"/>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57" name="Google Shape;757;g3f824b0376f_0_9045"/>
          <p:cNvSpPr/>
          <p:nvPr>
            <p:ph idx="23" type="pic"/>
          </p:nvPr>
        </p:nvSpPr>
        <p:spPr>
          <a:xfrm>
            <a:off x="9041041" y="4003106"/>
            <a:ext cx="612000" cy="612000"/>
          </a:xfrm>
          <a:prstGeom prst="rect">
            <a:avLst/>
          </a:prstGeom>
          <a:noFill/>
          <a:ln>
            <a:noFill/>
          </a:ln>
        </p:spPr>
      </p:sp>
      <p:sp>
        <p:nvSpPr>
          <p:cNvPr id="758" name="Google Shape;758;g3f824b0376f_0_9045"/>
          <p:cNvSpPr txBox="1"/>
          <p:nvPr>
            <p:ph idx="24" type="body"/>
          </p:nvPr>
        </p:nvSpPr>
        <p:spPr>
          <a:xfrm>
            <a:off x="9784250" y="3962400"/>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59" name="Google Shape;759;g3f824b0376f_0_9045"/>
          <p:cNvSpPr txBox="1"/>
          <p:nvPr>
            <p:ph idx="25" type="body"/>
          </p:nvPr>
        </p:nvSpPr>
        <p:spPr>
          <a:xfrm>
            <a:off x="9784248" y="4341578"/>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760" name="Google Shape;760;g3f824b0376f_0_9045"/>
          <p:cNvCxnSpPr>
            <a:stCxn id="720" idx="2"/>
            <a:endCxn id="730" idx="0"/>
          </p:cNvCxnSpPr>
          <p:nvPr/>
        </p:nvCxnSpPr>
        <p:spPr>
          <a:xfrm>
            <a:off x="6939387" y="1763698"/>
            <a:ext cx="0" cy="505500"/>
          </a:xfrm>
          <a:prstGeom prst="straightConnector1">
            <a:avLst/>
          </a:prstGeom>
          <a:noFill/>
          <a:ln cap="flat" cmpd="sng" w="12700">
            <a:solidFill>
              <a:srgbClr val="E24048"/>
            </a:solidFill>
            <a:prstDash val="solid"/>
            <a:miter lim="8000"/>
            <a:headEnd len="sm" w="sm" type="none"/>
            <a:tailEnd len="lg" w="lg" type="stealth"/>
          </a:ln>
        </p:spPr>
      </p:cxnSp>
      <p:cxnSp>
        <p:nvCxnSpPr>
          <p:cNvPr id="761" name="Google Shape;761;g3f824b0376f_0_9045"/>
          <p:cNvCxnSpPr>
            <a:stCxn id="720" idx="2"/>
            <a:endCxn id="735" idx="0"/>
          </p:cNvCxnSpPr>
          <p:nvPr/>
        </p:nvCxnSpPr>
        <p:spPr>
          <a:xfrm rot="5400000">
            <a:off x="4964187" y="293998"/>
            <a:ext cx="505500" cy="3444900"/>
          </a:xfrm>
          <a:prstGeom prst="bentConnector3">
            <a:avLst>
              <a:gd fmla="val 50000" name="adj1"/>
            </a:avLst>
          </a:prstGeom>
          <a:noFill/>
          <a:ln cap="flat" cmpd="sng" w="12700">
            <a:solidFill>
              <a:srgbClr val="E24048"/>
            </a:solidFill>
            <a:prstDash val="solid"/>
            <a:miter lim="8000"/>
            <a:headEnd len="sm" w="sm" type="none"/>
            <a:tailEnd len="lg" w="lg" type="stealth"/>
          </a:ln>
        </p:spPr>
      </p:cxnSp>
      <p:cxnSp>
        <p:nvCxnSpPr>
          <p:cNvPr id="762" name="Google Shape;762;g3f824b0376f_0_9045"/>
          <p:cNvCxnSpPr>
            <a:stCxn id="720" idx="2"/>
            <a:endCxn id="740" idx="0"/>
          </p:cNvCxnSpPr>
          <p:nvPr/>
        </p:nvCxnSpPr>
        <p:spPr>
          <a:xfrm flipH="1" rot="-5400000">
            <a:off x="8390787" y="312298"/>
            <a:ext cx="505500" cy="3408300"/>
          </a:xfrm>
          <a:prstGeom prst="bentConnector3">
            <a:avLst>
              <a:gd fmla="val 50000" name="adj1"/>
            </a:avLst>
          </a:prstGeom>
          <a:noFill/>
          <a:ln cap="flat" cmpd="sng" w="12700">
            <a:solidFill>
              <a:srgbClr val="E24048"/>
            </a:solidFill>
            <a:prstDash val="solid"/>
            <a:miter lim="8000"/>
            <a:headEnd len="sm" w="sm" type="none"/>
            <a:tailEnd len="lg" w="lg" type="stealth"/>
          </a:ln>
        </p:spPr>
      </p:cxnSp>
      <p:cxnSp>
        <p:nvCxnSpPr>
          <p:cNvPr id="763" name="Google Shape;763;g3f824b0376f_0_9045"/>
          <p:cNvCxnSpPr>
            <a:stCxn id="735" idx="2"/>
            <a:endCxn id="745" idx="0"/>
          </p:cNvCxnSpPr>
          <p:nvPr/>
        </p:nvCxnSpPr>
        <p:spPr>
          <a:xfrm rot="5400000">
            <a:off x="2294263" y="2663956"/>
            <a:ext cx="691200" cy="1709400"/>
          </a:xfrm>
          <a:prstGeom prst="bentConnector3">
            <a:avLst>
              <a:gd fmla="val 50000" name="adj1"/>
            </a:avLst>
          </a:prstGeom>
          <a:noFill/>
          <a:ln cap="flat" cmpd="sng" w="12700">
            <a:solidFill>
              <a:srgbClr val="E24048"/>
            </a:solidFill>
            <a:prstDash val="solid"/>
            <a:miter lim="8000"/>
            <a:headEnd len="sm" w="sm" type="none"/>
            <a:tailEnd len="lg" w="lg" type="stealth"/>
          </a:ln>
        </p:spPr>
      </p:cxnSp>
      <p:cxnSp>
        <p:nvCxnSpPr>
          <p:cNvPr id="764" name="Google Shape;764;g3f824b0376f_0_9045"/>
          <p:cNvCxnSpPr>
            <a:stCxn id="735" idx="2"/>
            <a:endCxn id="750" idx="0"/>
          </p:cNvCxnSpPr>
          <p:nvPr/>
        </p:nvCxnSpPr>
        <p:spPr>
          <a:xfrm flipH="1" rot="-5400000">
            <a:off x="3932563" y="2735056"/>
            <a:ext cx="691200" cy="1567200"/>
          </a:xfrm>
          <a:prstGeom prst="bentConnector3">
            <a:avLst>
              <a:gd fmla="val 50000" name="adj1"/>
            </a:avLst>
          </a:prstGeom>
          <a:noFill/>
          <a:ln cap="flat" cmpd="sng" w="12700">
            <a:solidFill>
              <a:srgbClr val="E24048"/>
            </a:solidFill>
            <a:prstDash val="solid"/>
            <a:miter lim="8000"/>
            <a:headEnd len="sm" w="sm" type="none"/>
            <a:tailEnd len="lg" w="lg" type="stealth"/>
          </a:ln>
        </p:spPr>
      </p:cxnSp>
      <p:cxnSp>
        <p:nvCxnSpPr>
          <p:cNvPr id="765" name="Google Shape;765;g3f824b0376f_0_9045"/>
          <p:cNvCxnSpPr>
            <a:stCxn id="740" idx="2"/>
            <a:endCxn id="755" idx="0"/>
          </p:cNvCxnSpPr>
          <p:nvPr/>
        </p:nvCxnSpPr>
        <p:spPr>
          <a:xfrm>
            <a:off x="10347642" y="3173056"/>
            <a:ext cx="0" cy="691200"/>
          </a:xfrm>
          <a:prstGeom prst="straightConnector1">
            <a:avLst/>
          </a:prstGeom>
          <a:noFill/>
          <a:ln cap="flat" cmpd="sng" w="12700">
            <a:solidFill>
              <a:srgbClr val="E24048"/>
            </a:solidFill>
            <a:prstDash val="solid"/>
            <a:miter lim="8000"/>
            <a:headEnd len="sm" w="sm" type="none"/>
            <a:tailEnd len="lg" w="lg" type="stealth"/>
          </a:ln>
        </p:spPr>
      </p:cxnSp>
      <p:sp>
        <p:nvSpPr>
          <p:cNvPr id="766" name="Google Shape;766;g3f824b0376f_0_9045"/>
          <p:cNvSpPr/>
          <p:nvPr/>
        </p:nvSpPr>
        <p:spPr>
          <a:xfrm>
            <a:off x="7134739" y="5274972"/>
            <a:ext cx="2953800" cy="9039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67" name="Google Shape;767;g3f824b0376f_0_9045"/>
          <p:cNvSpPr/>
          <p:nvPr/>
        </p:nvSpPr>
        <p:spPr>
          <a:xfrm>
            <a:off x="7243581" y="5352950"/>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68" name="Google Shape;768;g3f824b0376f_0_9045"/>
          <p:cNvSpPr/>
          <p:nvPr>
            <p:ph idx="26" type="pic"/>
          </p:nvPr>
        </p:nvSpPr>
        <p:spPr>
          <a:xfrm>
            <a:off x="7302584" y="5413923"/>
            <a:ext cx="612000" cy="612000"/>
          </a:xfrm>
          <a:prstGeom prst="rect">
            <a:avLst/>
          </a:prstGeom>
          <a:noFill/>
          <a:ln>
            <a:noFill/>
          </a:ln>
        </p:spPr>
      </p:sp>
      <p:sp>
        <p:nvSpPr>
          <p:cNvPr id="769" name="Google Shape;769;g3f824b0376f_0_9045"/>
          <p:cNvSpPr txBox="1"/>
          <p:nvPr>
            <p:ph idx="27" type="body"/>
          </p:nvPr>
        </p:nvSpPr>
        <p:spPr>
          <a:xfrm>
            <a:off x="8045793" y="5373217"/>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70" name="Google Shape;770;g3f824b0376f_0_9045"/>
          <p:cNvSpPr txBox="1"/>
          <p:nvPr>
            <p:ph idx="28" type="body"/>
          </p:nvPr>
        </p:nvSpPr>
        <p:spPr>
          <a:xfrm>
            <a:off x="8045791" y="575239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71" name="Google Shape;771;g3f824b0376f_0_9045"/>
          <p:cNvSpPr/>
          <p:nvPr/>
        </p:nvSpPr>
        <p:spPr>
          <a:xfrm>
            <a:off x="3961414" y="5274972"/>
            <a:ext cx="2953800" cy="9039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72" name="Google Shape;772;g3f824b0376f_0_9045"/>
          <p:cNvSpPr/>
          <p:nvPr/>
        </p:nvSpPr>
        <p:spPr>
          <a:xfrm>
            <a:off x="4070256" y="5352950"/>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73" name="Google Shape;773;g3f824b0376f_0_9045"/>
          <p:cNvSpPr/>
          <p:nvPr>
            <p:ph idx="29" type="pic"/>
          </p:nvPr>
        </p:nvSpPr>
        <p:spPr>
          <a:xfrm>
            <a:off x="4129259" y="5413923"/>
            <a:ext cx="612000" cy="612000"/>
          </a:xfrm>
          <a:prstGeom prst="rect">
            <a:avLst/>
          </a:prstGeom>
          <a:noFill/>
          <a:ln>
            <a:noFill/>
          </a:ln>
        </p:spPr>
      </p:sp>
      <p:sp>
        <p:nvSpPr>
          <p:cNvPr id="774" name="Google Shape;774;g3f824b0376f_0_9045"/>
          <p:cNvSpPr txBox="1"/>
          <p:nvPr>
            <p:ph idx="30" type="body"/>
          </p:nvPr>
        </p:nvSpPr>
        <p:spPr>
          <a:xfrm>
            <a:off x="4872468" y="5373217"/>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75" name="Google Shape;775;g3f824b0376f_0_9045"/>
          <p:cNvSpPr txBox="1"/>
          <p:nvPr>
            <p:ph idx="31" type="body"/>
          </p:nvPr>
        </p:nvSpPr>
        <p:spPr>
          <a:xfrm>
            <a:off x="4872466" y="575239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776" name="Google Shape;776;g3f824b0376f_0_9045"/>
          <p:cNvCxnSpPr>
            <a:stCxn id="730" idx="2"/>
            <a:endCxn id="771" idx="0"/>
          </p:cNvCxnSpPr>
          <p:nvPr/>
        </p:nvCxnSpPr>
        <p:spPr>
          <a:xfrm rot="5400000">
            <a:off x="5137887" y="3473356"/>
            <a:ext cx="2101800" cy="1501200"/>
          </a:xfrm>
          <a:prstGeom prst="bentConnector3">
            <a:avLst>
              <a:gd fmla="val 85255" name="adj1"/>
            </a:avLst>
          </a:prstGeom>
          <a:noFill/>
          <a:ln cap="flat" cmpd="sng" w="12700">
            <a:solidFill>
              <a:srgbClr val="E24048"/>
            </a:solidFill>
            <a:prstDash val="solid"/>
            <a:miter lim="8000"/>
            <a:headEnd len="sm" w="sm" type="none"/>
            <a:tailEnd len="lg" w="lg" type="stealth"/>
          </a:ln>
        </p:spPr>
      </p:cxnSp>
      <p:cxnSp>
        <p:nvCxnSpPr>
          <p:cNvPr id="777" name="Google Shape;777;g3f824b0376f_0_9045"/>
          <p:cNvCxnSpPr>
            <a:stCxn id="730" idx="2"/>
            <a:endCxn id="766" idx="0"/>
          </p:cNvCxnSpPr>
          <p:nvPr/>
        </p:nvCxnSpPr>
        <p:spPr>
          <a:xfrm flipH="1" rot="-5400000">
            <a:off x="6724587" y="3387856"/>
            <a:ext cx="2101800" cy="1672200"/>
          </a:xfrm>
          <a:prstGeom prst="bentConnector3">
            <a:avLst>
              <a:gd fmla="val 85255" name="adj1"/>
            </a:avLst>
          </a:prstGeom>
          <a:noFill/>
          <a:ln cap="flat" cmpd="sng" w="12700">
            <a:solidFill>
              <a:srgbClr val="E24048"/>
            </a:solidFill>
            <a:prstDash val="solid"/>
            <a:miter lim="8000"/>
            <a:headEnd len="sm" w="sm" type="none"/>
            <a:tailEnd len="lg" w="lg" type="stealth"/>
          </a:ln>
        </p:spPr>
      </p:cxn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3">
    <p:spTree>
      <p:nvGrpSpPr>
        <p:cNvPr id="778" name="Shape 778"/>
        <p:cNvGrpSpPr/>
        <p:nvPr/>
      </p:nvGrpSpPr>
      <p:grpSpPr>
        <a:xfrm>
          <a:off x="0" y="0"/>
          <a:ext cx="0" cy="0"/>
          <a:chOff x="0" y="0"/>
          <a:chExt cx="0" cy="0"/>
        </a:xfrm>
      </p:grpSpPr>
      <p:sp>
        <p:nvSpPr>
          <p:cNvPr id="779" name="Google Shape;779;g3f824b0376f_0_9104"/>
          <p:cNvSpPr/>
          <p:nvPr/>
        </p:nvSpPr>
        <p:spPr>
          <a:xfrm>
            <a:off x="6288463" y="1528423"/>
            <a:ext cx="2697000" cy="7098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80" name="Google Shape;780;g3f824b0376f_0_9104"/>
          <p:cNvSpPr/>
          <p:nvPr/>
        </p:nvSpPr>
        <p:spPr>
          <a:xfrm>
            <a:off x="6329084" y="1569483"/>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81" name="Google Shape;781;g3f824b0376f_0_9104"/>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782" name="Google Shape;782;g3f824b0376f_0_9104"/>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783" name="Google Shape;783;g3f824b0376f_0_9104"/>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784" name="Google Shape;784;g3f824b0376f_0_9104"/>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785" name="Google Shape;785;g3f824b0376f_0_9104"/>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786" name="Google Shape;786;g3f824b0376f_0_9104"/>
          <p:cNvSpPr/>
          <p:nvPr>
            <p:ph idx="2" type="pic"/>
          </p:nvPr>
        </p:nvSpPr>
        <p:spPr>
          <a:xfrm>
            <a:off x="6383101" y="1625470"/>
            <a:ext cx="501600" cy="501600"/>
          </a:xfrm>
          <a:prstGeom prst="rect">
            <a:avLst/>
          </a:prstGeom>
          <a:noFill/>
          <a:ln>
            <a:noFill/>
          </a:ln>
        </p:spPr>
      </p:sp>
      <p:sp>
        <p:nvSpPr>
          <p:cNvPr id="787" name="Google Shape;787;g3f824b0376f_0_9104"/>
          <p:cNvSpPr txBox="1"/>
          <p:nvPr>
            <p:ph idx="3" type="body"/>
          </p:nvPr>
        </p:nvSpPr>
        <p:spPr>
          <a:xfrm>
            <a:off x="6981151" y="1552034"/>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88" name="Google Shape;788;g3f824b0376f_0_9104"/>
          <p:cNvSpPr txBox="1"/>
          <p:nvPr>
            <p:ph idx="4" type="body"/>
          </p:nvPr>
        </p:nvSpPr>
        <p:spPr>
          <a:xfrm>
            <a:off x="6981149" y="1886236"/>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89" name="Google Shape;789;g3f824b0376f_0_9104"/>
          <p:cNvSpPr/>
          <p:nvPr/>
        </p:nvSpPr>
        <p:spPr>
          <a:xfrm>
            <a:off x="383076" y="1528423"/>
            <a:ext cx="2697000" cy="709800"/>
          </a:xfrm>
          <a:prstGeom prst="roundRect">
            <a:avLst>
              <a:gd fmla="val 12331" name="adj"/>
            </a:avLst>
          </a:prstGeom>
          <a:solidFill>
            <a:srgbClr val="F2F2F2"/>
          </a:solidFill>
          <a:ln cap="flat" cmpd="sng" w="12700">
            <a:solidFill>
              <a:srgbClr val="6E8C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90" name="Google Shape;790;g3f824b0376f_0_9104"/>
          <p:cNvSpPr/>
          <p:nvPr/>
        </p:nvSpPr>
        <p:spPr>
          <a:xfrm>
            <a:off x="423697" y="1569483"/>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91" name="Google Shape;791;g3f824b0376f_0_9104"/>
          <p:cNvSpPr/>
          <p:nvPr>
            <p:ph idx="5" type="pic"/>
          </p:nvPr>
        </p:nvSpPr>
        <p:spPr>
          <a:xfrm>
            <a:off x="477714" y="1625470"/>
            <a:ext cx="501600" cy="501600"/>
          </a:xfrm>
          <a:prstGeom prst="rect">
            <a:avLst/>
          </a:prstGeom>
          <a:noFill/>
          <a:ln>
            <a:noFill/>
          </a:ln>
        </p:spPr>
      </p:sp>
      <p:sp>
        <p:nvSpPr>
          <p:cNvPr id="792" name="Google Shape;792;g3f824b0376f_0_9104"/>
          <p:cNvSpPr txBox="1"/>
          <p:nvPr>
            <p:ph idx="6" type="body"/>
          </p:nvPr>
        </p:nvSpPr>
        <p:spPr>
          <a:xfrm>
            <a:off x="1075764" y="1552034"/>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93" name="Google Shape;793;g3f824b0376f_0_9104"/>
          <p:cNvSpPr txBox="1"/>
          <p:nvPr>
            <p:ph idx="7" type="body"/>
          </p:nvPr>
        </p:nvSpPr>
        <p:spPr>
          <a:xfrm>
            <a:off x="1075762" y="1886236"/>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94" name="Google Shape;794;g3f824b0376f_0_9104"/>
          <p:cNvSpPr/>
          <p:nvPr/>
        </p:nvSpPr>
        <p:spPr>
          <a:xfrm>
            <a:off x="6288463" y="2529092"/>
            <a:ext cx="2697000" cy="7098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95" name="Google Shape;795;g3f824b0376f_0_9104"/>
          <p:cNvSpPr/>
          <p:nvPr/>
        </p:nvSpPr>
        <p:spPr>
          <a:xfrm>
            <a:off x="6329084" y="2570152"/>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96" name="Google Shape;796;g3f824b0376f_0_9104"/>
          <p:cNvSpPr/>
          <p:nvPr>
            <p:ph idx="8" type="pic"/>
          </p:nvPr>
        </p:nvSpPr>
        <p:spPr>
          <a:xfrm>
            <a:off x="6383101" y="2626139"/>
            <a:ext cx="501600" cy="501600"/>
          </a:xfrm>
          <a:prstGeom prst="rect">
            <a:avLst/>
          </a:prstGeom>
          <a:noFill/>
          <a:ln>
            <a:noFill/>
          </a:ln>
        </p:spPr>
      </p:sp>
      <p:sp>
        <p:nvSpPr>
          <p:cNvPr id="797" name="Google Shape;797;g3f824b0376f_0_9104"/>
          <p:cNvSpPr txBox="1"/>
          <p:nvPr>
            <p:ph idx="9" type="body"/>
          </p:nvPr>
        </p:nvSpPr>
        <p:spPr>
          <a:xfrm>
            <a:off x="6981151" y="255270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98" name="Google Shape;798;g3f824b0376f_0_9104"/>
          <p:cNvSpPr txBox="1"/>
          <p:nvPr>
            <p:ph idx="13" type="body"/>
          </p:nvPr>
        </p:nvSpPr>
        <p:spPr>
          <a:xfrm>
            <a:off x="6981149" y="288690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99" name="Google Shape;799;g3f824b0376f_0_9104"/>
          <p:cNvSpPr/>
          <p:nvPr/>
        </p:nvSpPr>
        <p:spPr>
          <a:xfrm>
            <a:off x="3313410" y="2529092"/>
            <a:ext cx="2697000" cy="7098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00" name="Google Shape;800;g3f824b0376f_0_9104"/>
          <p:cNvSpPr/>
          <p:nvPr/>
        </p:nvSpPr>
        <p:spPr>
          <a:xfrm>
            <a:off x="3358810" y="2570152"/>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01" name="Google Shape;801;g3f824b0376f_0_9104"/>
          <p:cNvSpPr/>
          <p:nvPr>
            <p:ph idx="14" type="pic"/>
          </p:nvPr>
        </p:nvSpPr>
        <p:spPr>
          <a:xfrm>
            <a:off x="3412827" y="2626139"/>
            <a:ext cx="501600" cy="501600"/>
          </a:xfrm>
          <a:prstGeom prst="rect">
            <a:avLst/>
          </a:prstGeom>
          <a:noFill/>
          <a:ln>
            <a:noFill/>
          </a:ln>
        </p:spPr>
      </p:sp>
      <p:sp>
        <p:nvSpPr>
          <p:cNvPr id="802" name="Google Shape;802;g3f824b0376f_0_9104"/>
          <p:cNvSpPr txBox="1"/>
          <p:nvPr>
            <p:ph idx="15" type="body"/>
          </p:nvPr>
        </p:nvSpPr>
        <p:spPr>
          <a:xfrm>
            <a:off x="4010877" y="255270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03" name="Google Shape;803;g3f824b0376f_0_9104"/>
          <p:cNvSpPr txBox="1"/>
          <p:nvPr>
            <p:ph idx="16" type="body"/>
          </p:nvPr>
        </p:nvSpPr>
        <p:spPr>
          <a:xfrm>
            <a:off x="4010875" y="288690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04" name="Google Shape;804;g3f824b0376f_0_9104"/>
          <p:cNvSpPr/>
          <p:nvPr/>
        </p:nvSpPr>
        <p:spPr>
          <a:xfrm>
            <a:off x="9244964" y="2529092"/>
            <a:ext cx="2697000" cy="7098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05" name="Google Shape;805;g3f824b0376f_0_9104"/>
          <p:cNvSpPr/>
          <p:nvPr/>
        </p:nvSpPr>
        <p:spPr>
          <a:xfrm>
            <a:off x="9285585" y="2570152"/>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06" name="Google Shape;806;g3f824b0376f_0_9104"/>
          <p:cNvSpPr/>
          <p:nvPr>
            <p:ph idx="17" type="pic"/>
          </p:nvPr>
        </p:nvSpPr>
        <p:spPr>
          <a:xfrm>
            <a:off x="9339602" y="2626139"/>
            <a:ext cx="501600" cy="501600"/>
          </a:xfrm>
          <a:prstGeom prst="rect">
            <a:avLst/>
          </a:prstGeom>
          <a:noFill/>
          <a:ln>
            <a:noFill/>
          </a:ln>
        </p:spPr>
      </p:sp>
      <p:sp>
        <p:nvSpPr>
          <p:cNvPr id="807" name="Google Shape;807;g3f824b0376f_0_9104"/>
          <p:cNvSpPr txBox="1"/>
          <p:nvPr>
            <p:ph idx="18" type="body"/>
          </p:nvPr>
        </p:nvSpPr>
        <p:spPr>
          <a:xfrm>
            <a:off x="9937652" y="255270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08" name="Google Shape;808;g3f824b0376f_0_9104"/>
          <p:cNvSpPr txBox="1"/>
          <p:nvPr>
            <p:ph idx="19" type="body"/>
          </p:nvPr>
        </p:nvSpPr>
        <p:spPr>
          <a:xfrm>
            <a:off x="9937650" y="288690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09" name="Google Shape;809;g3f824b0376f_0_9104"/>
          <p:cNvSpPr/>
          <p:nvPr/>
        </p:nvSpPr>
        <p:spPr>
          <a:xfrm>
            <a:off x="9244964" y="3510398"/>
            <a:ext cx="2697000" cy="7098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10" name="Google Shape;810;g3f824b0376f_0_9104"/>
          <p:cNvSpPr/>
          <p:nvPr/>
        </p:nvSpPr>
        <p:spPr>
          <a:xfrm>
            <a:off x="9285585" y="3551458"/>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11" name="Google Shape;811;g3f824b0376f_0_9104"/>
          <p:cNvSpPr/>
          <p:nvPr>
            <p:ph idx="20" type="pic"/>
          </p:nvPr>
        </p:nvSpPr>
        <p:spPr>
          <a:xfrm>
            <a:off x="9339602" y="3607445"/>
            <a:ext cx="501600" cy="501600"/>
          </a:xfrm>
          <a:prstGeom prst="rect">
            <a:avLst/>
          </a:prstGeom>
          <a:noFill/>
          <a:ln>
            <a:noFill/>
          </a:ln>
        </p:spPr>
      </p:sp>
      <p:sp>
        <p:nvSpPr>
          <p:cNvPr id="812" name="Google Shape;812;g3f824b0376f_0_9104"/>
          <p:cNvSpPr txBox="1"/>
          <p:nvPr>
            <p:ph idx="21" type="body"/>
          </p:nvPr>
        </p:nvSpPr>
        <p:spPr>
          <a:xfrm>
            <a:off x="9937652" y="3534009"/>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3" name="Google Shape;813;g3f824b0376f_0_9104"/>
          <p:cNvSpPr txBox="1"/>
          <p:nvPr>
            <p:ph idx="22" type="body"/>
          </p:nvPr>
        </p:nvSpPr>
        <p:spPr>
          <a:xfrm>
            <a:off x="9937650" y="3868211"/>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4" name="Google Shape;814;g3f824b0376f_0_9104"/>
          <p:cNvSpPr/>
          <p:nvPr/>
        </p:nvSpPr>
        <p:spPr>
          <a:xfrm>
            <a:off x="383076" y="2527033"/>
            <a:ext cx="2697000" cy="709800"/>
          </a:xfrm>
          <a:prstGeom prst="roundRect">
            <a:avLst>
              <a:gd fmla="val 12331" name="adj"/>
            </a:avLst>
          </a:prstGeom>
          <a:solidFill>
            <a:srgbClr val="F2F2F2"/>
          </a:solidFill>
          <a:ln cap="flat" cmpd="sng" w="12700">
            <a:solidFill>
              <a:srgbClr val="6E8C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15" name="Google Shape;815;g3f824b0376f_0_9104"/>
          <p:cNvSpPr/>
          <p:nvPr/>
        </p:nvSpPr>
        <p:spPr>
          <a:xfrm>
            <a:off x="423697" y="2568093"/>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16" name="Google Shape;816;g3f824b0376f_0_9104"/>
          <p:cNvSpPr/>
          <p:nvPr>
            <p:ph idx="23" type="pic"/>
          </p:nvPr>
        </p:nvSpPr>
        <p:spPr>
          <a:xfrm>
            <a:off x="477714" y="2624080"/>
            <a:ext cx="501600" cy="501600"/>
          </a:xfrm>
          <a:prstGeom prst="rect">
            <a:avLst/>
          </a:prstGeom>
          <a:noFill/>
          <a:ln>
            <a:noFill/>
          </a:ln>
        </p:spPr>
      </p:sp>
      <p:sp>
        <p:nvSpPr>
          <p:cNvPr id="817" name="Google Shape;817;g3f824b0376f_0_9104"/>
          <p:cNvSpPr txBox="1"/>
          <p:nvPr>
            <p:ph idx="24" type="body"/>
          </p:nvPr>
        </p:nvSpPr>
        <p:spPr>
          <a:xfrm>
            <a:off x="1075764" y="2550644"/>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8" name="Google Shape;818;g3f824b0376f_0_9104"/>
          <p:cNvSpPr txBox="1"/>
          <p:nvPr>
            <p:ph idx="25" type="body"/>
          </p:nvPr>
        </p:nvSpPr>
        <p:spPr>
          <a:xfrm>
            <a:off x="1075762" y="2884846"/>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9" name="Google Shape;819;g3f824b0376f_0_9104"/>
          <p:cNvSpPr/>
          <p:nvPr/>
        </p:nvSpPr>
        <p:spPr>
          <a:xfrm>
            <a:off x="383076" y="3503216"/>
            <a:ext cx="2697000" cy="709800"/>
          </a:xfrm>
          <a:prstGeom prst="roundRect">
            <a:avLst>
              <a:gd fmla="val 12331" name="adj"/>
            </a:avLst>
          </a:prstGeom>
          <a:solidFill>
            <a:srgbClr val="F2F2F2"/>
          </a:solidFill>
          <a:ln cap="flat" cmpd="sng" w="12700">
            <a:solidFill>
              <a:srgbClr val="6E8C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20" name="Google Shape;820;g3f824b0376f_0_9104"/>
          <p:cNvSpPr/>
          <p:nvPr/>
        </p:nvSpPr>
        <p:spPr>
          <a:xfrm>
            <a:off x="423697" y="3544276"/>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21" name="Google Shape;821;g3f824b0376f_0_9104"/>
          <p:cNvSpPr/>
          <p:nvPr>
            <p:ph idx="26" type="pic"/>
          </p:nvPr>
        </p:nvSpPr>
        <p:spPr>
          <a:xfrm>
            <a:off x="477714" y="3600263"/>
            <a:ext cx="501600" cy="501600"/>
          </a:xfrm>
          <a:prstGeom prst="rect">
            <a:avLst/>
          </a:prstGeom>
          <a:noFill/>
          <a:ln>
            <a:noFill/>
          </a:ln>
        </p:spPr>
      </p:sp>
      <p:sp>
        <p:nvSpPr>
          <p:cNvPr id="822" name="Google Shape;822;g3f824b0376f_0_9104"/>
          <p:cNvSpPr txBox="1"/>
          <p:nvPr>
            <p:ph idx="27" type="body"/>
          </p:nvPr>
        </p:nvSpPr>
        <p:spPr>
          <a:xfrm>
            <a:off x="1075764" y="3526827"/>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23" name="Google Shape;823;g3f824b0376f_0_9104"/>
          <p:cNvSpPr txBox="1"/>
          <p:nvPr>
            <p:ph idx="28" type="body"/>
          </p:nvPr>
        </p:nvSpPr>
        <p:spPr>
          <a:xfrm>
            <a:off x="1075762" y="3861029"/>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24" name="Google Shape;824;g3f824b0376f_0_9104"/>
          <p:cNvSpPr/>
          <p:nvPr/>
        </p:nvSpPr>
        <p:spPr>
          <a:xfrm>
            <a:off x="4672206" y="4738892"/>
            <a:ext cx="2697000" cy="7098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25" name="Google Shape;825;g3f824b0376f_0_9104"/>
          <p:cNvSpPr/>
          <p:nvPr/>
        </p:nvSpPr>
        <p:spPr>
          <a:xfrm>
            <a:off x="4712827" y="4779952"/>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26" name="Google Shape;826;g3f824b0376f_0_9104"/>
          <p:cNvSpPr/>
          <p:nvPr>
            <p:ph idx="29" type="pic"/>
          </p:nvPr>
        </p:nvSpPr>
        <p:spPr>
          <a:xfrm>
            <a:off x="4766844" y="4835939"/>
            <a:ext cx="501600" cy="501600"/>
          </a:xfrm>
          <a:prstGeom prst="rect">
            <a:avLst/>
          </a:prstGeom>
          <a:noFill/>
          <a:ln>
            <a:noFill/>
          </a:ln>
        </p:spPr>
      </p:sp>
      <p:sp>
        <p:nvSpPr>
          <p:cNvPr id="827" name="Google Shape;827;g3f824b0376f_0_9104"/>
          <p:cNvSpPr txBox="1"/>
          <p:nvPr>
            <p:ph idx="30" type="body"/>
          </p:nvPr>
        </p:nvSpPr>
        <p:spPr>
          <a:xfrm>
            <a:off x="5364894" y="476250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28" name="Google Shape;828;g3f824b0376f_0_9104"/>
          <p:cNvSpPr txBox="1"/>
          <p:nvPr>
            <p:ph idx="31" type="body"/>
          </p:nvPr>
        </p:nvSpPr>
        <p:spPr>
          <a:xfrm>
            <a:off x="5364892" y="509670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29" name="Google Shape;829;g3f824b0376f_0_9104"/>
          <p:cNvSpPr/>
          <p:nvPr/>
        </p:nvSpPr>
        <p:spPr>
          <a:xfrm>
            <a:off x="7765512" y="4738892"/>
            <a:ext cx="2697000" cy="7098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30" name="Google Shape;830;g3f824b0376f_0_9104"/>
          <p:cNvSpPr/>
          <p:nvPr/>
        </p:nvSpPr>
        <p:spPr>
          <a:xfrm>
            <a:off x="7806133" y="4779952"/>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31" name="Google Shape;831;g3f824b0376f_0_9104"/>
          <p:cNvSpPr/>
          <p:nvPr>
            <p:ph idx="32" type="pic"/>
          </p:nvPr>
        </p:nvSpPr>
        <p:spPr>
          <a:xfrm>
            <a:off x="7860150" y="4835939"/>
            <a:ext cx="501600" cy="501600"/>
          </a:xfrm>
          <a:prstGeom prst="rect">
            <a:avLst/>
          </a:prstGeom>
          <a:noFill/>
          <a:ln>
            <a:noFill/>
          </a:ln>
        </p:spPr>
      </p:sp>
      <p:sp>
        <p:nvSpPr>
          <p:cNvPr id="832" name="Google Shape;832;g3f824b0376f_0_9104"/>
          <p:cNvSpPr txBox="1"/>
          <p:nvPr>
            <p:ph idx="33" type="body"/>
          </p:nvPr>
        </p:nvSpPr>
        <p:spPr>
          <a:xfrm>
            <a:off x="8458200" y="476250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33" name="Google Shape;833;g3f824b0376f_0_9104"/>
          <p:cNvSpPr txBox="1"/>
          <p:nvPr>
            <p:ph idx="34" type="body"/>
          </p:nvPr>
        </p:nvSpPr>
        <p:spPr>
          <a:xfrm>
            <a:off x="8458198" y="509670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34" name="Google Shape;834;g3f824b0376f_0_9104"/>
          <p:cNvSpPr/>
          <p:nvPr/>
        </p:nvSpPr>
        <p:spPr>
          <a:xfrm>
            <a:off x="3313410" y="3510398"/>
            <a:ext cx="2697000" cy="7098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35" name="Google Shape;835;g3f824b0376f_0_9104"/>
          <p:cNvSpPr/>
          <p:nvPr/>
        </p:nvSpPr>
        <p:spPr>
          <a:xfrm>
            <a:off x="3349252" y="3551458"/>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36" name="Google Shape;836;g3f824b0376f_0_9104"/>
          <p:cNvSpPr/>
          <p:nvPr>
            <p:ph idx="35" type="pic"/>
          </p:nvPr>
        </p:nvSpPr>
        <p:spPr>
          <a:xfrm>
            <a:off x="3403269" y="3607445"/>
            <a:ext cx="501600" cy="501600"/>
          </a:xfrm>
          <a:prstGeom prst="rect">
            <a:avLst/>
          </a:prstGeom>
          <a:noFill/>
          <a:ln>
            <a:noFill/>
          </a:ln>
        </p:spPr>
      </p:sp>
      <p:sp>
        <p:nvSpPr>
          <p:cNvPr id="837" name="Google Shape;837;g3f824b0376f_0_9104"/>
          <p:cNvSpPr txBox="1"/>
          <p:nvPr>
            <p:ph idx="36" type="body"/>
          </p:nvPr>
        </p:nvSpPr>
        <p:spPr>
          <a:xfrm>
            <a:off x="4001319" y="3534009"/>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38" name="Google Shape;838;g3f824b0376f_0_9104"/>
          <p:cNvSpPr txBox="1"/>
          <p:nvPr>
            <p:ph idx="37" type="body"/>
          </p:nvPr>
        </p:nvSpPr>
        <p:spPr>
          <a:xfrm>
            <a:off x="4001317" y="3868211"/>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39" name="Google Shape;839;g3f824b0376f_0_9104"/>
          <p:cNvSpPr/>
          <p:nvPr/>
        </p:nvSpPr>
        <p:spPr>
          <a:xfrm>
            <a:off x="6288463" y="3498699"/>
            <a:ext cx="2697000" cy="7098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40" name="Google Shape;840;g3f824b0376f_0_9104"/>
          <p:cNvSpPr/>
          <p:nvPr/>
        </p:nvSpPr>
        <p:spPr>
          <a:xfrm>
            <a:off x="6329084" y="3539759"/>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41" name="Google Shape;841;g3f824b0376f_0_9104"/>
          <p:cNvSpPr/>
          <p:nvPr>
            <p:ph idx="38" type="pic"/>
          </p:nvPr>
        </p:nvSpPr>
        <p:spPr>
          <a:xfrm>
            <a:off x="6383101" y="3595746"/>
            <a:ext cx="501600" cy="501600"/>
          </a:xfrm>
          <a:prstGeom prst="rect">
            <a:avLst/>
          </a:prstGeom>
          <a:noFill/>
          <a:ln>
            <a:noFill/>
          </a:ln>
        </p:spPr>
      </p:sp>
      <p:sp>
        <p:nvSpPr>
          <p:cNvPr id="842" name="Google Shape;842;g3f824b0376f_0_9104"/>
          <p:cNvSpPr txBox="1"/>
          <p:nvPr>
            <p:ph idx="39" type="body"/>
          </p:nvPr>
        </p:nvSpPr>
        <p:spPr>
          <a:xfrm>
            <a:off x="6981151" y="3522310"/>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43" name="Google Shape;843;g3f824b0376f_0_9104"/>
          <p:cNvSpPr txBox="1"/>
          <p:nvPr>
            <p:ph idx="40" type="body"/>
          </p:nvPr>
        </p:nvSpPr>
        <p:spPr>
          <a:xfrm>
            <a:off x="6981149" y="3856512"/>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844" name="Google Shape;844;g3f824b0376f_0_9104"/>
          <p:cNvCxnSpPr>
            <a:stCxn id="779" idx="2"/>
            <a:endCxn id="794" idx="0"/>
          </p:cNvCxnSpPr>
          <p:nvPr/>
        </p:nvCxnSpPr>
        <p:spPr>
          <a:xfrm>
            <a:off x="7636963" y="2238223"/>
            <a:ext cx="0" cy="291000"/>
          </a:xfrm>
          <a:prstGeom prst="straightConnector1">
            <a:avLst/>
          </a:prstGeom>
          <a:noFill/>
          <a:ln cap="flat" cmpd="sng" w="9525">
            <a:solidFill>
              <a:srgbClr val="E24048"/>
            </a:solidFill>
            <a:prstDash val="solid"/>
            <a:miter lim="8000"/>
            <a:headEnd len="sm" w="sm" type="none"/>
            <a:tailEnd len="med" w="med" type="stealth"/>
          </a:ln>
        </p:spPr>
      </p:cxnSp>
      <p:cxnSp>
        <p:nvCxnSpPr>
          <p:cNvPr id="845" name="Google Shape;845;g3f824b0376f_0_9104"/>
          <p:cNvCxnSpPr>
            <a:stCxn id="794" idx="2"/>
            <a:endCxn id="839" idx="0"/>
          </p:cNvCxnSpPr>
          <p:nvPr/>
        </p:nvCxnSpPr>
        <p:spPr>
          <a:xfrm>
            <a:off x="7636963" y="3238892"/>
            <a:ext cx="0" cy="259800"/>
          </a:xfrm>
          <a:prstGeom prst="straightConnector1">
            <a:avLst/>
          </a:prstGeom>
          <a:noFill/>
          <a:ln cap="flat" cmpd="sng" w="9525">
            <a:solidFill>
              <a:srgbClr val="E24048"/>
            </a:solidFill>
            <a:prstDash val="solid"/>
            <a:miter lim="8000"/>
            <a:headEnd len="sm" w="sm" type="none"/>
            <a:tailEnd len="med" w="med" type="stealth"/>
          </a:ln>
        </p:spPr>
      </p:cxnSp>
      <p:cxnSp>
        <p:nvCxnSpPr>
          <p:cNvPr id="846" name="Google Shape;846;g3f824b0376f_0_9104"/>
          <p:cNvCxnSpPr>
            <a:stCxn id="804" idx="2"/>
            <a:endCxn id="809" idx="0"/>
          </p:cNvCxnSpPr>
          <p:nvPr/>
        </p:nvCxnSpPr>
        <p:spPr>
          <a:xfrm>
            <a:off x="10593464" y="3238892"/>
            <a:ext cx="0" cy="271500"/>
          </a:xfrm>
          <a:prstGeom prst="straightConnector1">
            <a:avLst/>
          </a:prstGeom>
          <a:noFill/>
          <a:ln cap="flat" cmpd="sng" w="9525">
            <a:solidFill>
              <a:srgbClr val="E24048"/>
            </a:solidFill>
            <a:prstDash val="solid"/>
            <a:miter lim="8000"/>
            <a:headEnd len="sm" w="sm" type="none"/>
            <a:tailEnd len="med" w="med" type="stealth"/>
          </a:ln>
        </p:spPr>
      </p:cxnSp>
      <p:cxnSp>
        <p:nvCxnSpPr>
          <p:cNvPr id="847" name="Google Shape;847;g3f824b0376f_0_9104"/>
          <p:cNvCxnSpPr>
            <a:stCxn id="799" idx="2"/>
            <a:endCxn id="834" idx="0"/>
          </p:cNvCxnSpPr>
          <p:nvPr/>
        </p:nvCxnSpPr>
        <p:spPr>
          <a:xfrm>
            <a:off x="4661910" y="3238892"/>
            <a:ext cx="0" cy="271500"/>
          </a:xfrm>
          <a:prstGeom prst="straightConnector1">
            <a:avLst/>
          </a:prstGeom>
          <a:noFill/>
          <a:ln cap="flat" cmpd="sng" w="9525">
            <a:solidFill>
              <a:srgbClr val="E24048"/>
            </a:solidFill>
            <a:prstDash val="solid"/>
            <a:miter lim="8000"/>
            <a:headEnd len="sm" w="sm" type="none"/>
            <a:tailEnd len="med" w="med" type="stealth"/>
          </a:ln>
        </p:spPr>
      </p:cxnSp>
      <p:cxnSp>
        <p:nvCxnSpPr>
          <p:cNvPr id="848" name="Google Shape;848;g3f824b0376f_0_9104"/>
          <p:cNvCxnSpPr>
            <a:stCxn id="779" idx="2"/>
            <a:endCxn id="799" idx="0"/>
          </p:cNvCxnSpPr>
          <p:nvPr/>
        </p:nvCxnSpPr>
        <p:spPr>
          <a:xfrm rot="5400000">
            <a:off x="6003913" y="896173"/>
            <a:ext cx="291000" cy="2975100"/>
          </a:xfrm>
          <a:prstGeom prst="bentConnector3">
            <a:avLst>
              <a:gd fmla="val 50000" name="adj1"/>
            </a:avLst>
          </a:prstGeom>
          <a:noFill/>
          <a:ln cap="flat" cmpd="sng" w="9525">
            <a:solidFill>
              <a:srgbClr val="E24048"/>
            </a:solidFill>
            <a:prstDash val="solid"/>
            <a:miter lim="8000"/>
            <a:headEnd len="sm" w="sm" type="none"/>
            <a:tailEnd len="med" w="med" type="stealth"/>
          </a:ln>
        </p:spPr>
      </p:cxnSp>
      <p:cxnSp>
        <p:nvCxnSpPr>
          <p:cNvPr id="849" name="Google Shape;849;g3f824b0376f_0_9104"/>
          <p:cNvCxnSpPr>
            <a:stCxn id="779" idx="2"/>
            <a:endCxn id="804" idx="0"/>
          </p:cNvCxnSpPr>
          <p:nvPr/>
        </p:nvCxnSpPr>
        <p:spPr>
          <a:xfrm flipH="1" rot="-5400000">
            <a:off x="8969713" y="905473"/>
            <a:ext cx="291000" cy="2956500"/>
          </a:xfrm>
          <a:prstGeom prst="bentConnector3">
            <a:avLst>
              <a:gd fmla="val 50000" name="adj1"/>
            </a:avLst>
          </a:prstGeom>
          <a:noFill/>
          <a:ln cap="flat" cmpd="sng" w="9525">
            <a:solidFill>
              <a:srgbClr val="E24048"/>
            </a:solidFill>
            <a:prstDash val="solid"/>
            <a:miter lim="8000"/>
            <a:headEnd len="sm" w="sm" type="none"/>
            <a:tailEnd len="med" w="med" type="stealth"/>
          </a:ln>
        </p:spPr>
      </p:cxnSp>
      <p:cxnSp>
        <p:nvCxnSpPr>
          <p:cNvPr id="850" name="Google Shape;850;g3f824b0376f_0_9104"/>
          <p:cNvCxnSpPr>
            <a:stCxn id="839" idx="2"/>
            <a:endCxn id="824" idx="0"/>
          </p:cNvCxnSpPr>
          <p:nvPr/>
        </p:nvCxnSpPr>
        <p:spPr>
          <a:xfrm rot="5400000">
            <a:off x="6563563" y="3665499"/>
            <a:ext cx="530400" cy="1616400"/>
          </a:xfrm>
          <a:prstGeom prst="bentConnector3">
            <a:avLst>
              <a:gd fmla="val 50000" name="adj1"/>
            </a:avLst>
          </a:prstGeom>
          <a:noFill/>
          <a:ln cap="flat" cmpd="sng" w="9525">
            <a:solidFill>
              <a:srgbClr val="E24048"/>
            </a:solidFill>
            <a:prstDash val="solid"/>
            <a:miter lim="8000"/>
            <a:headEnd len="sm" w="sm" type="none"/>
            <a:tailEnd len="med" w="med" type="stealth"/>
          </a:ln>
        </p:spPr>
      </p:cxnSp>
      <p:cxnSp>
        <p:nvCxnSpPr>
          <p:cNvPr id="851" name="Google Shape;851;g3f824b0376f_0_9104"/>
          <p:cNvCxnSpPr>
            <a:stCxn id="839" idx="2"/>
            <a:endCxn id="829" idx="0"/>
          </p:cNvCxnSpPr>
          <p:nvPr/>
        </p:nvCxnSpPr>
        <p:spPr>
          <a:xfrm flipH="1" rot="-5400000">
            <a:off x="8110213" y="3735249"/>
            <a:ext cx="530400" cy="1476900"/>
          </a:xfrm>
          <a:prstGeom prst="bentConnector3">
            <a:avLst>
              <a:gd fmla="val 50000" name="adj1"/>
            </a:avLst>
          </a:prstGeom>
          <a:noFill/>
          <a:ln cap="flat" cmpd="sng" w="9525">
            <a:solidFill>
              <a:srgbClr val="E24048"/>
            </a:solidFill>
            <a:prstDash val="solid"/>
            <a:miter lim="8000"/>
            <a:headEnd len="sm" w="sm" type="none"/>
            <a:tailEnd len="med" w="med" type="stealth"/>
          </a:ln>
        </p:spPr>
      </p:cxnSp>
      <p:sp>
        <p:nvSpPr>
          <p:cNvPr id="852" name="Google Shape;852;g3f824b0376f_0_9104"/>
          <p:cNvSpPr/>
          <p:nvPr/>
        </p:nvSpPr>
        <p:spPr>
          <a:xfrm>
            <a:off x="383076" y="4434092"/>
            <a:ext cx="2697000" cy="709800"/>
          </a:xfrm>
          <a:prstGeom prst="roundRect">
            <a:avLst>
              <a:gd fmla="val 12331" name="adj"/>
            </a:avLst>
          </a:prstGeom>
          <a:solidFill>
            <a:srgbClr val="F2F2F2"/>
          </a:solidFill>
          <a:ln cap="flat" cmpd="sng" w="12700">
            <a:solidFill>
              <a:srgbClr val="6E8C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53" name="Google Shape;853;g3f824b0376f_0_9104"/>
          <p:cNvSpPr/>
          <p:nvPr/>
        </p:nvSpPr>
        <p:spPr>
          <a:xfrm>
            <a:off x="423697" y="4475152"/>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54" name="Google Shape;854;g3f824b0376f_0_9104"/>
          <p:cNvSpPr/>
          <p:nvPr>
            <p:ph idx="41" type="pic"/>
          </p:nvPr>
        </p:nvSpPr>
        <p:spPr>
          <a:xfrm>
            <a:off x="477714" y="4531139"/>
            <a:ext cx="501600" cy="501600"/>
          </a:xfrm>
          <a:prstGeom prst="rect">
            <a:avLst/>
          </a:prstGeom>
          <a:noFill/>
          <a:ln>
            <a:noFill/>
          </a:ln>
        </p:spPr>
      </p:sp>
      <p:sp>
        <p:nvSpPr>
          <p:cNvPr id="855" name="Google Shape;855;g3f824b0376f_0_9104"/>
          <p:cNvSpPr txBox="1"/>
          <p:nvPr>
            <p:ph idx="42" type="body"/>
          </p:nvPr>
        </p:nvSpPr>
        <p:spPr>
          <a:xfrm>
            <a:off x="1075764" y="445770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56" name="Google Shape;856;g3f824b0376f_0_9104"/>
          <p:cNvSpPr txBox="1"/>
          <p:nvPr>
            <p:ph idx="43" type="body"/>
          </p:nvPr>
        </p:nvSpPr>
        <p:spPr>
          <a:xfrm>
            <a:off x="1075762" y="479190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57" name="Google Shape;857;g3f824b0376f_0_9104"/>
          <p:cNvSpPr/>
          <p:nvPr/>
        </p:nvSpPr>
        <p:spPr>
          <a:xfrm>
            <a:off x="383076" y="5348492"/>
            <a:ext cx="2697000" cy="709800"/>
          </a:xfrm>
          <a:prstGeom prst="roundRect">
            <a:avLst>
              <a:gd fmla="val 12331" name="adj"/>
            </a:avLst>
          </a:prstGeom>
          <a:solidFill>
            <a:srgbClr val="F2F2F2"/>
          </a:solidFill>
          <a:ln cap="flat" cmpd="sng" w="12700">
            <a:solidFill>
              <a:srgbClr val="6E8C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58" name="Google Shape;858;g3f824b0376f_0_9104"/>
          <p:cNvSpPr/>
          <p:nvPr/>
        </p:nvSpPr>
        <p:spPr>
          <a:xfrm>
            <a:off x="423697" y="5389552"/>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59" name="Google Shape;859;g3f824b0376f_0_9104"/>
          <p:cNvSpPr/>
          <p:nvPr>
            <p:ph idx="44" type="pic"/>
          </p:nvPr>
        </p:nvSpPr>
        <p:spPr>
          <a:xfrm>
            <a:off x="477714" y="5445539"/>
            <a:ext cx="501600" cy="501600"/>
          </a:xfrm>
          <a:prstGeom prst="rect">
            <a:avLst/>
          </a:prstGeom>
          <a:noFill/>
          <a:ln>
            <a:noFill/>
          </a:ln>
        </p:spPr>
      </p:sp>
      <p:sp>
        <p:nvSpPr>
          <p:cNvPr id="860" name="Google Shape;860;g3f824b0376f_0_9104"/>
          <p:cNvSpPr txBox="1"/>
          <p:nvPr>
            <p:ph idx="45" type="body"/>
          </p:nvPr>
        </p:nvSpPr>
        <p:spPr>
          <a:xfrm>
            <a:off x="1075764" y="537210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61" name="Google Shape;861;g3f824b0376f_0_9104"/>
          <p:cNvSpPr txBox="1"/>
          <p:nvPr>
            <p:ph idx="46" type="body"/>
          </p:nvPr>
        </p:nvSpPr>
        <p:spPr>
          <a:xfrm>
            <a:off x="1075762" y="570630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862" name="Google Shape;862;g3f824b0376f_0_9104"/>
          <p:cNvCxnSpPr>
            <a:stCxn id="789" idx="2"/>
            <a:endCxn id="814" idx="0"/>
          </p:cNvCxnSpPr>
          <p:nvPr/>
        </p:nvCxnSpPr>
        <p:spPr>
          <a:xfrm>
            <a:off x="1731576" y="2238223"/>
            <a:ext cx="0" cy="288900"/>
          </a:xfrm>
          <a:prstGeom prst="straightConnector1">
            <a:avLst/>
          </a:prstGeom>
          <a:noFill/>
          <a:ln cap="flat" cmpd="sng" w="9525">
            <a:solidFill>
              <a:srgbClr val="E24048"/>
            </a:solidFill>
            <a:prstDash val="solid"/>
            <a:miter lim="8000"/>
            <a:headEnd len="sm" w="sm" type="none"/>
            <a:tailEnd len="med" w="med" type="stealth"/>
          </a:ln>
        </p:spPr>
      </p:cxnSp>
      <p:cxnSp>
        <p:nvCxnSpPr>
          <p:cNvPr id="863" name="Google Shape;863;g3f824b0376f_0_9104"/>
          <p:cNvCxnSpPr>
            <a:stCxn id="814" idx="2"/>
            <a:endCxn id="819" idx="0"/>
          </p:cNvCxnSpPr>
          <p:nvPr/>
        </p:nvCxnSpPr>
        <p:spPr>
          <a:xfrm>
            <a:off x="1731576" y="3236833"/>
            <a:ext cx="0" cy="266400"/>
          </a:xfrm>
          <a:prstGeom prst="straightConnector1">
            <a:avLst/>
          </a:prstGeom>
          <a:noFill/>
          <a:ln cap="flat" cmpd="sng" w="9525">
            <a:solidFill>
              <a:srgbClr val="E24048"/>
            </a:solidFill>
            <a:prstDash val="solid"/>
            <a:miter lim="8000"/>
            <a:headEnd len="sm" w="sm" type="none"/>
            <a:tailEnd len="med" w="med" type="stealth"/>
          </a:ln>
        </p:spPr>
      </p:cxnSp>
      <p:cxnSp>
        <p:nvCxnSpPr>
          <p:cNvPr id="864" name="Google Shape;864;g3f824b0376f_0_9104"/>
          <p:cNvCxnSpPr>
            <a:stCxn id="819" idx="2"/>
            <a:endCxn id="857" idx="1"/>
          </p:cNvCxnSpPr>
          <p:nvPr/>
        </p:nvCxnSpPr>
        <p:spPr>
          <a:xfrm rot="5400000">
            <a:off x="312126" y="4283966"/>
            <a:ext cx="1490400" cy="1348500"/>
          </a:xfrm>
          <a:prstGeom prst="bentConnector4">
            <a:avLst>
              <a:gd fmla="val 8072" name="adj1"/>
              <a:gd fmla="val 116954" name="adj2"/>
            </a:avLst>
          </a:prstGeom>
          <a:noFill/>
          <a:ln cap="flat" cmpd="sng" w="9525">
            <a:solidFill>
              <a:srgbClr val="E24048"/>
            </a:solidFill>
            <a:prstDash val="solid"/>
            <a:miter lim="8000"/>
            <a:headEnd len="sm" w="sm" type="none"/>
            <a:tailEnd len="med" w="med" type="stealth"/>
          </a:ln>
        </p:spPr>
      </p:cxnSp>
      <p:cxnSp>
        <p:nvCxnSpPr>
          <p:cNvPr id="865" name="Google Shape;865;g3f824b0376f_0_9104"/>
          <p:cNvCxnSpPr>
            <a:stCxn id="819" idx="2"/>
            <a:endCxn id="852" idx="1"/>
          </p:cNvCxnSpPr>
          <p:nvPr/>
        </p:nvCxnSpPr>
        <p:spPr>
          <a:xfrm rot="5400000">
            <a:off x="769326" y="3826766"/>
            <a:ext cx="576000" cy="1348500"/>
          </a:xfrm>
          <a:prstGeom prst="bentConnector4">
            <a:avLst>
              <a:gd fmla="val 20321" name="adj1"/>
              <a:gd fmla="val 116954" name="adj2"/>
            </a:avLst>
          </a:prstGeom>
          <a:noFill/>
          <a:ln cap="flat" cmpd="sng" w="9525">
            <a:solidFill>
              <a:srgbClr val="E24048"/>
            </a:solidFill>
            <a:prstDash val="solid"/>
            <a:miter lim="8000"/>
            <a:headEnd len="sm" w="sm" type="none"/>
            <a:tailEnd len="med" w="med" type="stealth"/>
          </a:ln>
        </p:spPr>
      </p:cxnSp>
      <p:cxnSp>
        <p:nvCxnSpPr>
          <p:cNvPr id="866" name="Google Shape;866;g3f824b0376f_0_9104"/>
          <p:cNvCxnSpPr/>
          <p:nvPr/>
        </p:nvCxnSpPr>
        <p:spPr>
          <a:xfrm>
            <a:off x="3208713" y="898071"/>
            <a:ext cx="0" cy="5403000"/>
          </a:xfrm>
          <a:prstGeom prst="straightConnector1">
            <a:avLst/>
          </a:prstGeom>
          <a:noFill/>
          <a:ln cap="flat" cmpd="sng" w="12700">
            <a:solidFill>
              <a:srgbClr val="AEABAB"/>
            </a:solidFill>
            <a:prstDash val="dash"/>
            <a:miter lim="8000"/>
            <a:headEnd len="sm" w="sm" type="none"/>
            <a:tailEnd len="sm" w="sm" type="none"/>
          </a:ln>
        </p:spPr>
      </p:cxnSp>
      <p:sp>
        <p:nvSpPr>
          <p:cNvPr id="867" name="Google Shape;867;g3f824b0376f_0_9104"/>
          <p:cNvSpPr txBox="1"/>
          <p:nvPr>
            <p:ph idx="47" type="body"/>
          </p:nvPr>
        </p:nvSpPr>
        <p:spPr>
          <a:xfrm>
            <a:off x="489179" y="930275"/>
            <a:ext cx="2498700" cy="4413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68" name="Google Shape;868;g3f824b0376f_0_9104"/>
          <p:cNvSpPr txBox="1"/>
          <p:nvPr>
            <p:ph idx="48" type="body"/>
          </p:nvPr>
        </p:nvSpPr>
        <p:spPr>
          <a:xfrm>
            <a:off x="6384472" y="930275"/>
            <a:ext cx="2498700" cy="4413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869" name="Shape 869"/>
        <p:cNvGrpSpPr/>
        <p:nvPr/>
      </p:nvGrpSpPr>
      <p:grpSpPr>
        <a:xfrm>
          <a:off x="0" y="0"/>
          <a:ext cx="0" cy="0"/>
          <a:chOff x="0" y="0"/>
          <a:chExt cx="0" cy="0"/>
        </a:xfrm>
      </p:grpSpPr>
      <p:sp>
        <p:nvSpPr>
          <p:cNvPr id="870" name="Google Shape;870;g3f824b0376f_0_9195"/>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871" name="Google Shape;871;g3f824b0376f_0_9195"/>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872" name="Google Shape;872;g3f824b0376f_0_9195"/>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873" name="Google Shape;873;g3f824b0376f_0_9195"/>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874" name="Google Shape;874;g3f824b0376f_0_9195"/>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875" name="Google Shape;875;g3f824b0376f_0_9195"/>
          <p:cNvSpPr/>
          <p:nvPr>
            <p:ph idx="2" type="pic"/>
          </p:nvPr>
        </p:nvSpPr>
        <p:spPr>
          <a:xfrm>
            <a:off x="234168" y="1131888"/>
            <a:ext cx="3885900" cy="5142000"/>
          </a:xfrm>
          <a:prstGeom prst="rect">
            <a:avLst/>
          </a:prstGeom>
          <a:noFill/>
          <a:ln>
            <a:noFill/>
          </a:ln>
        </p:spPr>
      </p:sp>
      <p:sp>
        <p:nvSpPr>
          <p:cNvPr id="876" name="Google Shape;876;g3f824b0376f_0_9195"/>
          <p:cNvSpPr txBox="1"/>
          <p:nvPr>
            <p:ph idx="3" type="body"/>
          </p:nvPr>
        </p:nvSpPr>
        <p:spPr>
          <a:xfrm>
            <a:off x="4340225" y="1131888"/>
            <a:ext cx="7585200" cy="5142000"/>
          </a:xfrm>
          <a:prstGeom prst="rect">
            <a:avLst/>
          </a:prstGeom>
          <a:noFill/>
          <a:ln>
            <a:noFill/>
          </a:ln>
        </p:spPr>
        <p:txBody>
          <a:bodyPr anchorCtr="0" anchor="t" bIns="45700" lIns="0" spcFirstLastPara="1" rIns="91425" wrap="square" tIns="45700">
            <a:noAutofit/>
          </a:bodyPr>
          <a:lstStyle>
            <a:lvl1pPr indent="-355600" lvl="0" marL="457200" marR="0" rtl="0" algn="l">
              <a:lnSpc>
                <a:spcPct val="90000"/>
              </a:lnSpc>
              <a:spcBef>
                <a:spcPts val="10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6">
    <p:spTree>
      <p:nvGrpSpPr>
        <p:cNvPr id="877" name="Shape 877"/>
        <p:cNvGrpSpPr/>
        <p:nvPr/>
      </p:nvGrpSpPr>
      <p:grpSpPr>
        <a:xfrm>
          <a:off x="0" y="0"/>
          <a:ext cx="0" cy="0"/>
          <a:chOff x="0" y="0"/>
          <a:chExt cx="0" cy="0"/>
        </a:xfrm>
      </p:grpSpPr>
      <p:sp>
        <p:nvSpPr>
          <p:cNvPr id="878" name="Google Shape;878;g3f824b0376f_0_9203"/>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879" name="Google Shape;879;g3f824b0376f_0_9203"/>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880" name="Google Shape;880;g3f824b0376f_0_9203"/>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881" name="Google Shape;881;g3f824b0376f_0_9203"/>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882" name="Google Shape;882;g3f824b0376f_0_9203"/>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883" name="Google Shape;883;g3f824b0376f_0_9203"/>
          <p:cNvSpPr/>
          <p:nvPr>
            <p:ph idx="2" type="pic"/>
          </p:nvPr>
        </p:nvSpPr>
        <p:spPr>
          <a:xfrm>
            <a:off x="10242061" y="1014733"/>
            <a:ext cx="900000" cy="900000"/>
          </a:xfrm>
          <a:prstGeom prst="rect">
            <a:avLst/>
          </a:prstGeom>
          <a:noFill/>
          <a:ln>
            <a:noFill/>
          </a:ln>
        </p:spPr>
      </p:sp>
      <p:sp>
        <p:nvSpPr>
          <p:cNvPr id="884" name="Google Shape;884;g3f824b0376f_0_9203"/>
          <p:cNvSpPr txBox="1"/>
          <p:nvPr>
            <p:ph idx="3" type="body"/>
          </p:nvPr>
        </p:nvSpPr>
        <p:spPr>
          <a:xfrm>
            <a:off x="9630571" y="2121464"/>
            <a:ext cx="2123100" cy="334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85" name="Google Shape;885;g3f824b0376f_0_9203"/>
          <p:cNvSpPr txBox="1"/>
          <p:nvPr>
            <p:ph idx="4" type="body"/>
          </p:nvPr>
        </p:nvSpPr>
        <p:spPr>
          <a:xfrm>
            <a:off x="9630571" y="2484176"/>
            <a:ext cx="2123100" cy="7296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86" name="Google Shape;886;g3f824b0376f_0_9203"/>
          <p:cNvSpPr/>
          <p:nvPr>
            <p:ph idx="5" type="pic"/>
          </p:nvPr>
        </p:nvSpPr>
        <p:spPr>
          <a:xfrm>
            <a:off x="10242061" y="3660587"/>
            <a:ext cx="900000" cy="900000"/>
          </a:xfrm>
          <a:prstGeom prst="rect">
            <a:avLst/>
          </a:prstGeom>
          <a:noFill/>
          <a:ln>
            <a:noFill/>
          </a:ln>
        </p:spPr>
      </p:sp>
      <p:sp>
        <p:nvSpPr>
          <p:cNvPr id="887" name="Google Shape;887;g3f824b0376f_0_9203"/>
          <p:cNvSpPr txBox="1"/>
          <p:nvPr>
            <p:ph idx="6" type="body"/>
          </p:nvPr>
        </p:nvSpPr>
        <p:spPr>
          <a:xfrm>
            <a:off x="9630571" y="4767318"/>
            <a:ext cx="2123100" cy="334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88" name="Google Shape;888;g3f824b0376f_0_9203"/>
          <p:cNvSpPr txBox="1"/>
          <p:nvPr>
            <p:ph idx="7" type="body"/>
          </p:nvPr>
        </p:nvSpPr>
        <p:spPr>
          <a:xfrm>
            <a:off x="9630571" y="5130030"/>
            <a:ext cx="2123100" cy="7296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89" name="Google Shape;889;g3f824b0376f_0_9203"/>
          <p:cNvSpPr txBox="1"/>
          <p:nvPr>
            <p:ph idx="8" type="body"/>
          </p:nvPr>
        </p:nvSpPr>
        <p:spPr>
          <a:xfrm>
            <a:off x="385796" y="4758766"/>
            <a:ext cx="2401800" cy="326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90" name="Google Shape;890;g3f824b0376f_0_9203"/>
          <p:cNvSpPr txBox="1"/>
          <p:nvPr>
            <p:ph idx="9" type="body"/>
          </p:nvPr>
        </p:nvSpPr>
        <p:spPr>
          <a:xfrm>
            <a:off x="385796" y="5109185"/>
            <a:ext cx="2401800" cy="793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91" name="Google Shape;891;g3f824b0376f_0_9203"/>
          <p:cNvSpPr txBox="1"/>
          <p:nvPr>
            <p:ph idx="13" type="body"/>
          </p:nvPr>
        </p:nvSpPr>
        <p:spPr>
          <a:xfrm>
            <a:off x="3648403" y="4758766"/>
            <a:ext cx="2401800" cy="326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92" name="Google Shape;892;g3f824b0376f_0_9203"/>
          <p:cNvSpPr txBox="1"/>
          <p:nvPr>
            <p:ph idx="14" type="body"/>
          </p:nvPr>
        </p:nvSpPr>
        <p:spPr>
          <a:xfrm>
            <a:off x="3648403" y="5109185"/>
            <a:ext cx="2401800" cy="793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93" name="Google Shape;893;g3f824b0376f_0_9203"/>
          <p:cNvSpPr txBox="1"/>
          <p:nvPr>
            <p:ph idx="15" type="body"/>
          </p:nvPr>
        </p:nvSpPr>
        <p:spPr>
          <a:xfrm>
            <a:off x="6911010" y="4758766"/>
            <a:ext cx="2401800" cy="326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94" name="Google Shape;894;g3f824b0376f_0_9203"/>
          <p:cNvSpPr txBox="1"/>
          <p:nvPr>
            <p:ph idx="16" type="body"/>
          </p:nvPr>
        </p:nvSpPr>
        <p:spPr>
          <a:xfrm>
            <a:off x="6911010" y="5109185"/>
            <a:ext cx="2401800" cy="793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895" name="Google Shape;895;g3f824b0376f_0_9203"/>
          <p:cNvCxnSpPr/>
          <p:nvPr/>
        </p:nvCxnSpPr>
        <p:spPr>
          <a:xfrm>
            <a:off x="3218004" y="4780547"/>
            <a:ext cx="0" cy="1235100"/>
          </a:xfrm>
          <a:prstGeom prst="straightConnector1">
            <a:avLst/>
          </a:prstGeom>
          <a:noFill/>
          <a:ln cap="flat" cmpd="sng" w="12700">
            <a:solidFill>
              <a:srgbClr val="BFBFBF"/>
            </a:solidFill>
            <a:prstDash val="solid"/>
            <a:miter lim="8000"/>
            <a:headEnd len="sm" w="sm" type="none"/>
            <a:tailEnd len="sm" w="sm" type="none"/>
          </a:ln>
        </p:spPr>
      </p:cxnSp>
      <p:cxnSp>
        <p:nvCxnSpPr>
          <p:cNvPr id="896" name="Google Shape;896;g3f824b0376f_0_9203"/>
          <p:cNvCxnSpPr/>
          <p:nvPr/>
        </p:nvCxnSpPr>
        <p:spPr>
          <a:xfrm>
            <a:off x="6480611" y="4780547"/>
            <a:ext cx="0" cy="1235100"/>
          </a:xfrm>
          <a:prstGeom prst="straightConnector1">
            <a:avLst/>
          </a:prstGeom>
          <a:noFill/>
          <a:ln cap="flat" cmpd="sng" w="12700">
            <a:solidFill>
              <a:srgbClr val="BFBFBF"/>
            </a:solidFill>
            <a:prstDash val="solid"/>
            <a:miter lim="8000"/>
            <a:headEnd len="sm" w="sm" type="none"/>
            <a:tailEnd len="sm" w="sm" type="none"/>
          </a:ln>
        </p:spPr>
      </p:cxnSp>
      <p:cxnSp>
        <p:nvCxnSpPr>
          <p:cNvPr id="897" name="Google Shape;897;g3f824b0376f_0_9203"/>
          <p:cNvCxnSpPr/>
          <p:nvPr/>
        </p:nvCxnSpPr>
        <p:spPr>
          <a:xfrm rot="10800000">
            <a:off x="10692061" y="2379070"/>
            <a:ext cx="0" cy="2188200"/>
          </a:xfrm>
          <a:prstGeom prst="straightConnector1">
            <a:avLst/>
          </a:prstGeom>
          <a:noFill/>
          <a:ln cap="flat" cmpd="sng" w="12700">
            <a:solidFill>
              <a:srgbClr val="BFBFBF"/>
            </a:solidFill>
            <a:prstDash val="solid"/>
            <a:miter lim="8000"/>
            <a:headEnd len="sm" w="sm" type="none"/>
            <a:tailEnd len="sm" w="sm" type="none"/>
          </a:ln>
        </p:spPr>
      </p:cxnSp>
      <p:sp>
        <p:nvSpPr>
          <p:cNvPr id="898" name="Google Shape;898;g3f824b0376f_0_9203"/>
          <p:cNvSpPr txBox="1"/>
          <p:nvPr>
            <p:ph idx="17" type="body"/>
          </p:nvPr>
        </p:nvSpPr>
        <p:spPr>
          <a:xfrm>
            <a:off x="334962" y="1305402"/>
            <a:ext cx="8980500" cy="32238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99" name="Google Shape;899;g3f824b0376f_0_9203"/>
          <p:cNvSpPr txBox="1"/>
          <p:nvPr>
            <p:ph idx="18" type="body"/>
          </p:nvPr>
        </p:nvSpPr>
        <p:spPr>
          <a:xfrm>
            <a:off x="334962" y="929443"/>
            <a:ext cx="8980500" cy="342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751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7">
    <p:spTree>
      <p:nvGrpSpPr>
        <p:cNvPr id="900" name="Shape 900"/>
        <p:cNvGrpSpPr/>
        <p:nvPr/>
      </p:nvGrpSpPr>
      <p:grpSpPr>
        <a:xfrm>
          <a:off x="0" y="0"/>
          <a:ext cx="0" cy="0"/>
          <a:chOff x="0" y="0"/>
          <a:chExt cx="0" cy="0"/>
        </a:xfrm>
      </p:grpSpPr>
      <p:sp>
        <p:nvSpPr>
          <p:cNvPr id="901" name="Google Shape;901;g3f824b0376f_0_9226"/>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902" name="Google Shape;902;g3f824b0376f_0_9226"/>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903" name="Google Shape;903;g3f824b0376f_0_9226"/>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904" name="Google Shape;904;g3f824b0376f_0_9226"/>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905" name="Google Shape;905;g3f824b0376f_0_9226"/>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906" name="Google Shape;906;g3f824b0376f_0_9226"/>
          <p:cNvSpPr/>
          <p:nvPr>
            <p:ph idx="2" type="chart"/>
          </p:nvPr>
        </p:nvSpPr>
        <p:spPr>
          <a:xfrm>
            <a:off x="6974498" y="1355499"/>
            <a:ext cx="4912800" cy="43542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07" name="Google Shape;907;g3f824b0376f_0_9226"/>
          <p:cNvSpPr txBox="1"/>
          <p:nvPr>
            <p:ph idx="3" type="body"/>
          </p:nvPr>
        </p:nvSpPr>
        <p:spPr>
          <a:xfrm>
            <a:off x="345585" y="1355713"/>
            <a:ext cx="6403500" cy="350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08" name="Google Shape;908;g3f824b0376f_0_9226"/>
          <p:cNvSpPr txBox="1"/>
          <p:nvPr>
            <p:ph idx="4" type="body"/>
          </p:nvPr>
        </p:nvSpPr>
        <p:spPr>
          <a:xfrm>
            <a:off x="345585" y="1733265"/>
            <a:ext cx="6403500" cy="3983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8">
    <p:spTree>
      <p:nvGrpSpPr>
        <p:cNvPr id="909" name="Shape 909"/>
        <p:cNvGrpSpPr/>
        <p:nvPr/>
      </p:nvGrpSpPr>
      <p:grpSpPr>
        <a:xfrm>
          <a:off x="0" y="0"/>
          <a:ext cx="0" cy="0"/>
          <a:chOff x="0" y="0"/>
          <a:chExt cx="0" cy="0"/>
        </a:xfrm>
      </p:grpSpPr>
      <p:sp>
        <p:nvSpPr>
          <p:cNvPr id="910" name="Google Shape;910;g3f824b0376f_0_9235"/>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911" name="Google Shape;911;g3f824b0376f_0_9235"/>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912" name="Google Shape;912;g3f824b0376f_0_9235"/>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913" name="Google Shape;913;g3f824b0376f_0_9235"/>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914" name="Google Shape;914;g3f824b0376f_0_9235"/>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915" name="Google Shape;915;g3f824b0376f_0_9235"/>
          <p:cNvSpPr txBox="1"/>
          <p:nvPr>
            <p:ph idx="2" type="body"/>
          </p:nvPr>
        </p:nvSpPr>
        <p:spPr>
          <a:xfrm>
            <a:off x="346962" y="1290688"/>
            <a:ext cx="11583900" cy="792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16" name="Google Shape;916;g3f824b0376f_0_9235"/>
          <p:cNvSpPr/>
          <p:nvPr>
            <p:ph idx="3" type="tbl"/>
          </p:nvPr>
        </p:nvSpPr>
        <p:spPr>
          <a:xfrm>
            <a:off x="346962" y="2122311"/>
            <a:ext cx="11583900" cy="4018800"/>
          </a:xfrm>
          <a:prstGeom prst="rect">
            <a:avLst/>
          </a:prstGeom>
          <a:noFill/>
          <a:ln>
            <a:noFill/>
          </a:ln>
        </p:spPr>
        <p:txBody>
          <a:bodyPr anchorCtr="0" anchor="t" bIns="45700" lIns="0" spcFirstLastPara="1" rIns="91425" wrap="square" tIns="45700">
            <a:noAutofit/>
          </a:bodyPr>
          <a:lstStyle>
            <a:lvl1pPr lvl="0"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17" name="Google Shape;917;g3f824b0376f_0_9235"/>
          <p:cNvSpPr txBox="1"/>
          <p:nvPr>
            <p:ph idx="4" type="body"/>
          </p:nvPr>
        </p:nvSpPr>
        <p:spPr>
          <a:xfrm>
            <a:off x="346962" y="929442"/>
            <a:ext cx="11583900" cy="340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9">
    <p:spTree>
      <p:nvGrpSpPr>
        <p:cNvPr id="918" name="Shape 918"/>
        <p:cNvGrpSpPr/>
        <p:nvPr/>
      </p:nvGrpSpPr>
      <p:grpSpPr>
        <a:xfrm>
          <a:off x="0" y="0"/>
          <a:ext cx="0" cy="0"/>
          <a:chOff x="0" y="0"/>
          <a:chExt cx="0" cy="0"/>
        </a:xfrm>
      </p:grpSpPr>
      <p:sp>
        <p:nvSpPr>
          <p:cNvPr id="919" name="Google Shape;919;g3f824b0376f_0_9244"/>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920" name="Google Shape;920;g3f824b0376f_0_9244"/>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921" name="Google Shape;921;g3f824b0376f_0_9244"/>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922" name="Google Shape;922;g3f824b0376f_0_9244"/>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923" name="Google Shape;923;g3f824b0376f_0_9244"/>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924" name="Google Shape;924;g3f824b0376f_0_9244"/>
          <p:cNvSpPr txBox="1"/>
          <p:nvPr>
            <p:ph idx="2" type="body"/>
          </p:nvPr>
        </p:nvSpPr>
        <p:spPr>
          <a:xfrm>
            <a:off x="341885" y="2979362"/>
            <a:ext cx="3528000" cy="369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rgbClr val="1E3D7D"/>
              </a:buClr>
              <a:buSzPts val="1600"/>
              <a:buFont typeface="Arial"/>
              <a:buNone/>
              <a:defRPr b="1" i="0" sz="16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25" name="Google Shape;925;g3f824b0376f_0_9244"/>
          <p:cNvSpPr txBox="1"/>
          <p:nvPr>
            <p:ph idx="3" type="body"/>
          </p:nvPr>
        </p:nvSpPr>
        <p:spPr>
          <a:xfrm>
            <a:off x="341885" y="3365288"/>
            <a:ext cx="3525900" cy="2761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26" name="Google Shape;926;g3f824b0376f_0_9244"/>
          <p:cNvSpPr txBox="1"/>
          <p:nvPr>
            <p:ph idx="4" type="body"/>
          </p:nvPr>
        </p:nvSpPr>
        <p:spPr>
          <a:xfrm>
            <a:off x="4423178" y="2979362"/>
            <a:ext cx="3528000" cy="369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rgbClr val="1E3D7D"/>
              </a:buClr>
              <a:buSzPts val="1600"/>
              <a:buFont typeface="Arial"/>
              <a:buNone/>
              <a:defRPr b="1" i="0" sz="16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27" name="Google Shape;927;g3f824b0376f_0_9244"/>
          <p:cNvSpPr txBox="1"/>
          <p:nvPr>
            <p:ph idx="5" type="body"/>
          </p:nvPr>
        </p:nvSpPr>
        <p:spPr>
          <a:xfrm>
            <a:off x="4425264" y="3365288"/>
            <a:ext cx="3525900" cy="2761500"/>
          </a:xfrm>
          <a:prstGeom prst="rect">
            <a:avLst/>
          </a:prstGeom>
          <a:noFill/>
          <a:ln>
            <a:noFill/>
          </a:ln>
        </p:spPr>
        <p:txBody>
          <a:bodyPr anchorCtr="0" anchor="t" bIns="45700" lIns="0" spcFirstLastPara="1" rIns="91425" wrap="square" tIns="45700">
            <a:noAutofit/>
          </a:bodyPr>
          <a:lstStyle>
            <a:lvl1pPr indent="-317500" lvl="0" marL="457200" marR="0" rtl="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1pPr>
            <a:lvl2pPr indent="-317500" lvl="1" marL="9144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2pPr>
            <a:lvl3pPr indent="-317500" lvl="2" marL="13716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317500" lvl="3" marL="18288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28" name="Google Shape;928;g3f824b0376f_0_9244"/>
          <p:cNvSpPr txBox="1"/>
          <p:nvPr>
            <p:ph idx="6" type="body"/>
          </p:nvPr>
        </p:nvSpPr>
        <p:spPr>
          <a:xfrm>
            <a:off x="8504470" y="2979362"/>
            <a:ext cx="3528000" cy="369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rgbClr val="1E3D7D"/>
              </a:buClr>
              <a:buSzPts val="1600"/>
              <a:buFont typeface="Arial"/>
              <a:buNone/>
              <a:defRPr b="1" i="0" sz="16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29" name="Google Shape;929;g3f824b0376f_0_9244"/>
          <p:cNvSpPr txBox="1"/>
          <p:nvPr>
            <p:ph idx="7" type="body"/>
          </p:nvPr>
        </p:nvSpPr>
        <p:spPr>
          <a:xfrm>
            <a:off x="8504470" y="3365288"/>
            <a:ext cx="3525900" cy="2761500"/>
          </a:xfrm>
          <a:prstGeom prst="rect">
            <a:avLst/>
          </a:prstGeom>
          <a:noFill/>
          <a:ln>
            <a:noFill/>
          </a:ln>
        </p:spPr>
        <p:txBody>
          <a:bodyPr anchorCtr="0" anchor="t" bIns="45700" lIns="0" spcFirstLastPara="1" rIns="91425" wrap="square" tIns="45700">
            <a:noAutofit/>
          </a:bodyPr>
          <a:lstStyle>
            <a:lvl1pPr indent="-317500" lvl="0" marL="457200" marR="0" rtl="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1pPr>
            <a:lvl2pPr indent="-317500" lvl="1" marL="9144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2pPr>
            <a:lvl3pPr indent="-317500" lvl="2" marL="13716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317500" lvl="3" marL="18288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30" name="Google Shape;930;g3f824b0376f_0_9244"/>
          <p:cNvSpPr txBox="1"/>
          <p:nvPr>
            <p:ph idx="8" type="body"/>
          </p:nvPr>
        </p:nvSpPr>
        <p:spPr>
          <a:xfrm>
            <a:off x="346962" y="929442"/>
            <a:ext cx="11679900" cy="411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31" name="Google Shape;931;g3f824b0376f_0_9244"/>
          <p:cNvSpPr/>
          <p:nvPr>
            <p:ph idx="9" type="pic"/>
          </p:nvPr>
        </p:nvSpPr>
        <p:spPr>
          <a:xfrm>
            <a:off x="360015" y="1794196"/>
            <a:ext cx="720000" cy="720000"/>
          </a:xfrm>
          <a:prstGeom prst="rect">
            <a:avLst/>
          </a:prstGeom>
          <a:noFill/>
          <a:ln>
            <a:noFill/>
          </a:ln>
        </p:spPr>
      </p:sp>
      <p:sp>
        <p:nvSpPr>
          <p:cNvPr id="932" name="Google Shape;932;g3f824b0376f_0_9244"/>
          <p:cNvSpPr/>
          <p:nvPr>
            <p:ph idx="13" type="pic"/>
          </p:nvPr>
        </p:nvSpPr>
        <p:spPr>
          <a:xfrm>
            <a:off x="4429065" y="1794196"/>
            <a:ext cx="720000" cy="720000"/>
          </a:xfrm>
          <a:prstGeom prst="rect">
            <a:avLst/>
          </a:prstGeom>
          <a:noFill/>
          <a:ln>
            <a:noFill/>
          </a:ln>
        </p:spPr>
      </p:sp>
      <p:sp>
        <p:nvSpPr>
          <p:cNvPr id="933" name="Google Shape;933;g3f824b0376f_0_9244"/>
          <p:cNvSpPr/>
          <p:nvPr>
            <p:ph idx="14" type="pic"/>
          </p:nvPr>
        </p:nvSpPr>
        <p:spPr>
          <a:xfrm>
            <a:off x="8498114" y="1794196"/>
            <a:ext cx="720000" cy="720000"/>
          </a:xfrm>
          <a:prstGeom prst="rect">
            <a:avLst/>
          </a:prstGeom>
          <a:noFill/>
          <a:ln>
            <a:noFill/>
          </a:ln>
        </p:spPr>
      </p:sp>
      <p:cxnSp>
        <p:nvCxnSpPr>
          <p:cNvPr id="934" name="Google Shape;934;g3f824b0376f_0_9244"/>
          <p:cNvCxnSpPr/>
          <p:nvPr/>
        </p:nvCxnSpPr>
        <p:spPr>
          <a:xfrm>
            <a:off x="4147505" y="2998382"/>
            <a:ext cx="0" cy="3169200"/>
          </a:xfrm>
          <a:prstGeom prst="straightConnector1">
            <a:avLst/>
          </a:prstGeom>
          <a:noFill/>
          <a:ln cap="flat" cmpd="sng" w="12700">
            <a:solidFill>
              <a:srgbClr val="BFBFBF"/>
            </a:solidFill>
            <a:prstDash val="solid"/>
            <a:miter lim="8000"/>
            <a:headEnd len="sm" w="sm" type="none"/>
            <a:tailEnd len="sm" w="sm" type="none"/>
          </a:ln>
        </p:spPr>
      </p:cxnSp>
      <p:cxnSp>
        <p:nvCxnSpPr>
          <p:cNvPr id="935" name="Google Shape;935;g3f824b0376f_0_9244"/>
          <p:cNvCxnSpPr/>
          <p:nvPr/>
        </p:nvCxnSpPr>
        <p:spPr>
          <a:xfrm>
            <a:off x="8216376" y="2794761"/>
            <a:ext cx="0" cy="3330300"/>
          </a:xfrm>
          <a:prstGeom prst="straightConnector1">
            <a:avLst/>
          </a:prstGeom>
          <a:noFill/>
          <a:ln cap="flat" cmpd="sng" w="12700">
            <a:solidFill>
              <a:srgbClr val="BFBFBF"/>
            </a:solidFill>
            <a:prstDash val="solid"/>
            <a:miter lim="8000"/>
            <a:headEnd len="sm" w="sm" type="none"/>
            <a:tailEnd len="sm" w="sm" type="none"/>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0">
    <p:spTree>
      <p:nvGrpSpPr>
        <p:cNvPr id="936" name="Shape 936"/>
        <p:cNvGrpSpPr/>
        <p:nvPr/>
      </p:nvGrpSpPr>
      <p:grpSpPr>
        <a:xfrm>
          <a:off x="0" y="0"/>
          <a:ext cx="0" cy="0"/>
          <a:chOff x="0" y="0"/>
          <a:chExt cx="0" cy="0"/>
        </a:xfrm>
      </p:grpSpPr>
      <p:sp>
        <p:nvSpPr>
          <p:cNvPr id="937" name="Google Shape;937;g3f824b0376f_0_9262"/>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938" name="Google Shape;938;g3f824b0376f_0_9262"/>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939" name="Google Shape;939;g3f824b0376f_0_9262"/>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940" name="Google Shape;940;g3f824b0376f_0_9262"/>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941" name="Google Shape;941;g3f824b0376f_0_9262"/>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942" name="Google Shape;942;g3f824b0376f_0_9262"/>
          <p:cNvSpPr txBox="1"/>
          <p:nvPr>
            <p:ph idx="2" type="body"/>
          </p:nvPr>
        </p:nvSpPr>
        <p:spPr>
          <a:xfrm>
            <a:off x="341883" y="1587519"/>
            <a:ext cx="3642600" cy="359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43" name="Google Shape;943;g3f824b0376f_0_9262"/>
          <p:cNvSpPr txBox="1"/>
          <p:nvPr>
            <p:ph idx="3" type="body"/>
          </p:nvPr>
        </p:nvSpPr>
        <p:spPr>
          <a:xfrm>
            <a:off x="341884" y="1961193"/>
            <a:ext cx="3642600" cy="1850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44" name="Google Shape;944;g3f824b0376f_0_9262"/>
          <p:cNvSpPr txBox="1"/>
          <p:nvPr>
            <p:ph idx="4" type="body"/>
          </p:nvPr>
        </p:nvSpPr>
        <p:spPr>
          <a:xfrm>
            <a:off x="346962" y="929442"/>
            <a:ext cx="11583900" cy="411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45" name="Google Shape;945;g3f824b0376f_0_9262"/>
          <p:cNvSpPr txBox="1"/>
          <p:nvPr>
            <p:ph idx="5" type="body"/>
          </p:nvPr>
        </p:nvSpPr>
        <p:spPr>
          <a:xfrm>
            <a:off x="4293221" y="1587519"/>
            <a:ext cx="3642600" cy="359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46" name="Google Shape;946;g3f824b0376f_0_9262"/>
          <p:cNvSpPr txBox="1"/>
          <p:nvPr>
            <p:ph idx="6" type="body"/>
          </p:nvPr>
        </p:nvSpPr>
        <p:spPr>
          <a:xfrm>
            <a:off x="4293222" y="1961193"/>
            <a:ext cx="3642600" cy="1850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47" name="Google Shape;947;g3f824b0376f_0_9262"/>
          <p:cNvSpPr txBox="1"/>
          <p:nvPr>
            <p:ph idx="7" type="body"/>
          </p:nvPr>
        </p:nvSpPr>
        <p:spPr>
          <a:xfrm>
            <a:off x="8244559" y="1587519"/>
            <a:ext cx="3642600" cy="359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48" name="Google Shape;948;g3f824b0376f_0_9262"/>
          <p:cNvSpPr txBox="1"/>
          <p:nvPr>
            <p:ph idx="8" type="body"/>
          </p:nvPr>
        </p:nvSpPr>
        <p:spPr>
          <a:xfrm>
            <a:off x="8244560" y="1961193"/>
            <a:ext cx="3642600" cy="1850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49" name="Google Shape;949;g3f824b0376f_0_9262"/>
          <p:cNvSpPr txBox="1"/>
          <p:nvPr>
            <p:ph idx="9" type="body"/>
          </p:nvPr>
        </p:nvSpPr>
        <p:spPr>
          <a:xfrm>
            <a:off x="341883" y="4050082"/>
            <a:ext cx="3642600" cy="359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50" name="Google Shape;950;g3f824b0376f_0_9262"/>
          <p:cNvSpPr txBox="1"/>
          <p:nvPr>
            <p:ph idx="13" type="body"/>
          </p:nvPr>
        </p:nvSpPr>
        <p:spPr>
          <a:xfrm>
            <a:off x="341884" y="4423756"/>
            <a:ext cx="3642600" cy="1850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51" name="Google Shape;951;g3f824b0376f_0_9262"/>
          <p:cNvSpPr txBox="1"/>
          <p:nvPr>
            <p:ph idx="14" type="body"/>
          </p:nvPr>
        </p:nvSpPr>
        <p:spPr>
          <a:xfrm>
            <a:off x="4293221" y="4050082"/>
            <a:ext cx="3642600" cy="359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52" name="Google Shape;952;g3f824b0376f_0_9262"/>
          <p:cNvSpPr txBox="1"/>
          <p:nvPr>
            <p:ph idx="15" type="body"/>
          </p:nvPr>
        </p:nvSpPr>
        <p:spPr>
          <a:xfrm>
            <a:off x="4293222" y="4423756"/>
            <a:ext cx="3642600" cy="1850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53" name="Google Shape;953;g3f824b0376f_0_9262"/>
          <p:cNvSpPr txBox="1"/>
          <p:nvPr>
            <p:ph idx="16" type="body"/>
          </p:nvPr>
        </p:nvSpPr>
        <p:spPr>
          <a:xfrm>
            <a:off x="8244559" y="4050082"/>
            <a:ext cx="3642600" cy="359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54" name="Google Shape;954;g3f824b0376f_0_9262"/>
          <p:cNvSpPr txBox="1"/>
          <p:nvPr>
            <p:ph idx="17" type="body"/>
          </p:nvPr>
        </p:nvSpPr>
        <p:spPr>
          <a:xfrm>
            <a:off x="8244560" y="4423756"/>
            <a:ext cx="3642600" cy="1850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955" name="Google Shape;955;g3f824b0376f_0_9262"/>
          <p:cNvCxnSpPr/>
          <p:nvPr/>
        </p:nvCxnSpPr>
        <p:spPr>
          <a:xfrm>
            <a:off x="4139553" y="1565753"/>
            <a:ext cx="0" cy="2254800"/>
          </a:xfrm>
          <a:prstGeom prst="straightConnector1">
            <a:avLst/>
          </a:prstGeom>
          <a:noFill/>
          <a:ln cap="flat" cmpd="sng" w="12700">
            <a:solidFill>
              <a:srgbClr val="BFBFBF"/>
            </a:solidFill>
            <a:prstDash val="solid"/>
            <a:miter lim="8000"/>
            <a:headEnd len="sm" w="sm" type="none"/>
            <a:tailEnd len="sm" w="sm" type="none"/>
          </a:ln>
        </p:spPr>
      </p:cxnSp>
      <p:cxnSp>
        <p:nvCxnSpPr>
          <p:cNvPr id="956" name="Google Shape;956;g3f824b0376f_0_9262"/>
          <p:cNvCxnSpPr/>
          <p:nvPr/>
        </p:nvCxnSpPr>
        <p:spPr>
          <a:xfrm>
            <a:off x="4139553" y="4038600"/>
            <a:ext cx="0" cy="2254800"/>
          </a:xfrm>
          <a:prstGeom prst="straightConnector1">
            <a:avLst/>
          </a:prstGeom>
          <a:noFill/>
          <a:ln cap="flat" cmpd="sng" w="12700">
            <a:solidFill>
              <a:srgbClr val="BFBFBF"/>
            </a:solidFill>
            <a:prstDash val="solid"/>
            <a:miter lim="8000"/>
            <a:headEnd len="sm" w="sm" type="none"/>
            <a:tailEnd len="sm" w="sm" type="none"/>
          </a:ln>
        </p:spPr>
      </p:cxnSp>
      <p:cxnSp>
        <p:nvCxnSpPr>
          <p:cNvPr id="957" name="Google Shape;957;g3f824b0376f_0_9262"/>
          <p:cNvCxnSpPr/>
          <p:nvPr/>
        </p:nvCxnSpPr>
        <p:spPr>
          <a:xfrm>
            <a:off x="8095690" y="1565753"/>
            <a:ext cx="0" cy="2254800"/>
          </a:xfrm>
          <a:prstGeom prst="straightConnector1">
            <a:avLst/>
          </a:prstGeom>
          <a:noFill/>
          <a:ln cap="flat" cmpd="sng" w="12700">
            <a:solidFill>
              <a:srgbClr val="BFBFBF"/>
            </a:solidFill>
            <a:prstDash val="solid"/>
            <a:miter lim="8000"/>
            <a:headEnd len="sm" w="sm" type="none"/>
            <a:tailEnd len="sm" w="sm" type="none"/>
          </a:ln>
        </p:spPr>
      </p:cxnSp>
      <p:cxnSp>
        <p:nvCxnSpPr>
          <p:cNvPr id="958" name="Google Shape;958;g3f824b0376f_0_9262"/>
          <p:cNvCxnSpPr/>
          <p:nvPr/>
        </p:nvCxnSpPr>
        <p:spPr>
          <a:xfrm>
            <a:off x="436560" y="3938394"/>
            <a:ext cx="3467400" cy="0"/>
          </a:xfrm>
          <a:prstGeom prst="straightConnector1">
            <a:avLst/>
          </a:prstGeom>
          <a:noFill/>
          <a:ln cap="flat" cmpd="sng" w="12700">
            <a:solidFill>
              <a:srgbClr val="BFBFBF"/>
            </a:solidFill>
            <a:prstDash val="solid"/>
            <a:miter lim="8000"/>
            <a:headEnd len="sm" w="sm" type="none"/>
            <a:tailEnd len="sm" w="sm" type="none"/>
          </a:ln>
        </p:spPr>
      </p:cxnSp>
      <p:cxnSp>
        <p:nvCxnSpPr>
          <p:cNvPr id="959" name="Google Shape;959;g3f824b0376f_0_9262"/>
          <p:cNvCxnSpPr/>
          <p:nvPr/>
        </p:nvCxnSpPr>
        <p:spPr>
          <a:xfrm>
            <a:off x="8095690" y="4038600"/>
            <a:ext cx="0" cy="2254800"/>
          </a:xfrm>
          <a:prstGeom prst="straightConnector1">
            <a:avLst/>
          </a:prstGeom>
          <a:noFill/>
          <a:ln cap="flat" cmpd="sng" w="12700">
            <a:solidFill>
              <a:srgbClr val="BFBFBF"/>
            </a:solidFill>
            <a:prstDash val="solid"/>
            <a:miter lim="8000"/>
            <a:headEnd len="sm" w="sm" type="none"/>
            <a:tailEnd len="sm" w="sm" type="none"/>
          </a:ln>
        </p:spPr>
      </p:cxnSp>
      <p:cxnSp>
        <p:nvCxnSpPr>
          <p:cNvPr id="960" name="Google Shape;960;g3f824b0376f_0_9262"/>
          <p:cNvCxnSpPr/>
          <p:nvPr/>
        </p:nvCxnSpPr>
        <p:spPr>
          <a:xfrm>
            <a:off x="4383879" y="3938394"/>
            <a:ext cx="3429600" cy="0"/>
          </a:xfrm>
          <a:prstGeom prst="straightConnector1">
            <a:avLst/>
          </a:prstGeom>
          <a:noFill/>
          <a:ln cap="flat" cmpd="sng" w="12700">
            <a:solidFill>
              <a:srgbClr val="BFBFBF"/>
            </a:solidFill>
            <a:prstDash val="solid"/>
            <a:miter lim="8000"/>
            <a:headEnd len="sm" w="sm" type="none"/>
            <a:tailEnd len="sm" w="sm" type="none"/>
          </a:ln>
        </p:spPr>
      </p:cxnSp>
      <p:cxnSp>
        <p:nvCxnSpPr>
          <p:cNvPr id="961" name="Google Shape;961;g3f824b0376f_0_9262"/>
          <p:cNvCxnSpPr/>
          <p:nvPr/>
        </p:nvCxnSpPr>
        <p:spPr>
          <a:xfrm>
            <a:off x="8331198" y="3938394"/>
            <a:ext cx="3452400" cy="0"/>
          </a:xfrm>
          <a:prstGeom prst="straightConnector1">
            <a:avLst/>
          </a:prstGeom>
          <a:noFill/>
          <a:ln cap="flat" cmpd="sng" w="12700">
            <a:solidFill>
              <a:srgbClr val="BFBFBF"/>
            </a:solidFill>
            <a:prstDash val="solid"/>
            <a:miter lim="8000"/>
            <a:headEnd len="sm" w="sm" type="none"/>
            <a:tailEnd len="sm" w="sm" type="none"/>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1">
    <p:spTree>
      <p:nvGrpSpPr>
        <p:cNvPr id="962" name="Shape 962"/>
        <p:cNvGrpSpPr/>
        <p:nvPr/>
      </p:nvGrpSpPr>
      <p:grpSpPr>
        <a:xfrm>
          <a:off x="0" y="0"/>
          <a:ext cx="0" cy="0"/>
          <a:chOff x="0" y="0"/>
          <a:chExt cx="0" cy="0"/>
        </a:xfrm>
      </p:grpSpPr>
      <p:sp>
        <p:nvSpPr>
          <p:cNvPr id="963" name="Google Shape;963;g3f824b0376f_0_9288"/>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964" name="Google Shape;964;g3f824b0376f_0_9288"/>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965" name="Google Shape;965;g3f824b0376f_0_9288"/>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966" name="Google Shape;966;g3f824b0376f_0_9288"/>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967" name="Google Shape;967;g3f824b0376f_0_9288"/>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968" name="Google Shape;968;g3f824b0376f_0_9288"/>
          <p:cNvSpPr/>
          <p:nvPr>
            <p:ph idx="2" type="pic"/>
          </p:nvPr>
        </p:nvSpPr>
        <p:spPr>
          <a:xfrm>
            <a:off x="345080" y="1173023"/>
            <a:ext cx="900000" cy="900600"/>
          </a:xfrm>
          <a:prstGeom prst="rect">
            <a:avLst/>
          </a:prstGeom>
          <a:noFill/>
          <a:ln>
            <a:noFill/>
          </a:ln>
        </p:spPr>
      </p:sp>
      <p:sp>
        <p:nvSpPr>
          <p:cNvPr id="969" name="Google Shape;969;g3f824b0376f_0_9288"/>
          <p:cNvSpPr txBox="1"/>
          <p:nvPr>
            <p:ph idx="3" type="body"/>
          </p:nvPr>
        </p:nvSpPr>
        <p:spPr>
          <a:xfrm>
            <a:off x="345080" y="2284264"/>
            <a:ext cx="3495000" cy="332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70" name="Google Shape;970;g3f824b0376f_0_9288"/>
          <p:cNvSpPr txBox="1"/>
          <p:nvPr>
            <p:ph idx="4" type="body"/>
          </p:nvPr>
        </p:nvSpPr>
        <p:spPr>
          <a:xfrm>
            <a:off x="369794" y="2660714"/>
            <a:ext cx="3495000" cy="599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71" name="Google Shape;971;g3f824b0376f_0_9288"/>
          <p:cNvSpPr/>
          <p:nvPr>
            <p:ph idx="5" type="pic"/>
          </p:nvPr>
        </p:nvSpPr>
        <p:spPr>
          <a:xfrm>
            <a:off x="4400602" y="1173023"/>
            <a:ext cx="900000" cy="900000"/>
          </a:xfrm>
          <a:prstGeom prst="rect">
            <a:avLst/>
          </a:prstGeom>
          <a:noFill/>
          <a:ln>
            <a:noFill/>
          </a:ln>
        </p:spPr>
      </p:sp>
      <p:sp>
        <p:nvSpPr>
          <p:cNvPr id="972" name="Google Shape;972;g3f824b0376f_0_9288"/>
          <p:cNvSpPr txBox="1"/>
          <p:nvPr>
            <p:ph idx="6" type="body"/>
          </p:nvPr>
        </p:nvSpPr>
        <p:spPr>
          <a:xfrm>
            <a:off x="4370255" y="2284264"/>
            <a:ext cx="3385200" cy="332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73" name="Google Shape;973;g3f824b0376f_0_9288"/>
          <p:cNvSpPr txBox="1"/>
          <p:nvPr>
            <p:ph idx="7" type="body"/>
          </p:nvPr>
        </p:nvSpPr>
        <p:spPr>
          <a:xfrm>
            <a:off x="4370255" y="2660714"/>
            <a:ext cx="3385200" cy="599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74" name="Google Shape;974;g3f824b0376f_0_9288"/>
          <p:cNvSpPr/>
          <p:nvPr>
            <p:ph idx="8" type="pic"/>
          </p:nvPr>
        </p:nvSpPr>
        <p:spPr>
          <a:xfrm>
            <a:off x="8251776" y="1173023"/>
            <a:ext cx="900000" cy="900000"/>
          </a:xfrm>
          <a:prstGeom prst="rect">
            <a:avLst/>
          </a:prstGeom>
          <a:noFill/>
          <a:ln>
            <a:noFill/>
          </a:ln>
        </p:spPr>
      </p:sp>
      <p:sp>
        <p:nvSpPr>
          <p:cNvPr id="975" name="Google Shape;975;g3f824b0376f_0_9288"/>
          <p:cNvSpPr txBox="1"/>
          <p:nvPr>
            <p:ph idx="9" type="body"/>
          </p:nvPr>
        </p:nvSpPr>
        <p:spPr>
          <a:xfrm>
            <a:off x="8221428" y="2284264"/>
            <a:ext cx="3705900" cy="332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76" name="Google Shape;976;g3f824b0376f_0_9288"/>
          <p:cNvSpPr txBox="1"/>
          <p:nvPr>
            <p:ph idx="13" type="body"/>
          </p:nvPr>
        </p:nvSpPr>
        <p:spPr>
          <a:xfrm>
            <a:off x="8221428" y="2660714"/>
            <a:ext cx="3705900" cy="599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77" name="Google Shape;977;g3f824b0376f_0_9288"/>
          <p:cNvSpPr/>
          <p:nvPr>
            <p:ph idx="14" type="pic"/>
          </p:nvPr>
        </p:nvSpPr>
        <p:spPr>
          <a:xfrm>
            <a:off x="345080" y="3856368"/>
            <a:ext cx="900000" cy="900000"/>
          </a:xfrm>
          <a:prstGeom prst="rect">
            <a:avLst/>
          </a:prstGeom>
          <a:noFill/>
          <a:ln>
            <a:noFill/>
          </a:ln>
        </p:spPr>
      </p:sp>
      <p:sp>
        <p:nvSpPr>
          <p:cNvPr id="978" name="Google Shape;978;g3f824b0376f_0_9288"/>
          <p:cNvSpPr txBox="1"/>
          <p:nvPr>
            <p:ph idx="15" type="body"/>
          </p:nvPr>
        </p:nvSpPr>
        <p:spPr>
          <a:xfrm>
            <a:off x="345080" y="4950983"/>
            <a:ext cx="3495000" cy="332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79" name="Google Shape;979;g3f824b0376f_0_9288"/>
          <p:cNvSpPr txBox="1"/>
          <p:nvPr>
            <p:ph idx="16" type="body"/>
          </p:nvPr>
        </p:nvSpPr>
        <p:spPr>
          <a:xfrm>
            <a:off x="345080" y="5327433"/>
            <a:ext cx="3495000" cy="749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80" name="Google Shape;980;g3f824b0376f_0_9288"/>
          <p:cNvSpPr/>
          <p:nvPr>
            <p:ph idx="17" type="pic"/>
          </p:nvPr>
        </p:nvSpPr>
        <p:spPr>
          <a:xfrm>
            <a:off x="4400602" y="3856368"/>
            <a:ext cx="900000" cy="900000"/>
          </a:xfrm>
          <a:prstGeom prst="rect">
            <a:avLst/>
          </a:prstGeom>
          <a:noFill/>
          <a:ln>
            <a:noFill/>
          </a:ln>
        </p:spPr>
      </p:sp>
      <p:sp>
        <p:nvSpPr>
          <p:cNvPr id="981" name="Google Shape;981;g3f824b0376f_0_9288"/>
          <p:cNvSpPr txBox="1"/>
          <p:nvPr>
            <p:ph idx="18" type="body"/>
          </p:nvPr>
        </p:nvSpPr>
        <p:spPr>
          <a:xfrm>
            <a:off x="4370255" y="4950983"/>
            <a:ext cx="3385200" cy="332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82" name="Google Shape;982;g3f824b0376f_0_9288"/>
          <p:cNvSpPr txBox="1"/>
          <p:nvPr>
            <p:ph idx="19" type="body"/>
          </p:nvPr>
        </p:nvSpPr>
        <p:spPr>
          <a:xfrm>
            <a:off x="4370255" y="5327433"/>
            <a:ext cx="3385200" cy="749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83" name="Google Shape;983;g3f824b0376f_0_9288"/>
          <p:cNvSpPr/>
          <p:nvPr>
            <p:ph idx="20" type="pic"/>
          </p:nvPr>
        </p:nvSpPr>
        <p:spPr>
          <a:xfrm>
            <a:off x="8251776" y="3856368"/>
            <a:ext cx="900000" cy="900000"/>
          </a:xfrm>
          <a:prstGeom prst="rect">
            <a:avLst/>
          </a:prstGeom>
          <a:noFill/>
          <a:ln>
            <a:noFill/>
          </a:ln>
        </p:spPr>
      </p:sp>
      <p:sp>
        <p:nvSpPr>
          <p:cNvPr id="984" name="Google Shape;984;g3f824b0376f_0_9288"/>
          <p:cNvSpPr txBox="1"/>
          <p:nvPr>
            <p:ph idx="21" type="body"/>
          </p:nvPr>
        </p:nvSpPr>
        <p:spPr>
          <a:xfrm>
            <a:off x="8221428" y="4950983"/>
            <a:ext cx="3705900" cy="332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85" name="Google Shape;985;g3f824b0376f_0_9288"/>
          <p:cNvSpPr txBox="1"/>
          <p:nvPr>
            <p:ph idx="22" type="body"/>
          </p:nvPr>
        </p:nvSpPr>
        <p:spPr>
          <a:xfrm>
            <a:off x="8221428" y="5327433"/>
            <a:ext cx="3705900" cy="749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2">
    <p:spTree>
      <p:nvGrpSpPr>
        <p:cNvPr id="986" name="Shape 986"/>
        <p:cNvGrpSpPr/>
        <p:nvPr/>
      </p:nvGrpSpPr>
      <p:grpSpPr>
        <a:xfrm>
          <a:off x="0" y="0"/>
          <a:ext cx="0" cy="0"/>
          <a:chOff x="0" y="0"/>
          <a:chExt cx="0" cy="0"/>
        </a:xfrm>
      </p:grpSpPr>
      <p:sp>
        <p:nvSpPr>
          <p:cNvPr id="987" name="Google Shape;987;g3f824b0376f_0_9312"/>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988" name="Google Shape;988;g3f824b0376f_0_9312"/>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989" name="Google Shape;989;g3f824b0376f_0_9312"/>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990" name="Google Shape;990;g3f824b0376f_0_9312"/>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991" name="Google Shape;991;g3f824b0376f_0_9312"/>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992" name="Google Shape;992;g3f824b0376f_0_9312"/>
          <p:cNvSpPr/>
          <p:nvPr>
            <p:ph idx="2" type="pic"/>
          </p:nvPr>
        </p:nvSpPr>
        <p:spPr>
          <a:xfrm>
            <a:off x="340785" y="1826100"/>
            <a:ext cx="720000" cy="720000"/>
          </a:xfrm>
          <a:prstGeom prst="rect">
            <a:avLst/>
          </a:prstGeom>
          <a:noFill/>
          <a:ln>
            <a:noFill/>
          </a:ln>
        </p:spPr>
      </p:sp>
      <p:sp>
        <p:nvSpPr>
          <p:cNvPr id="993" name="Google Shape;993;g3f824b0376f_0_9312"/>
          <p:cNvSpPr txBox="1"/>
          <p:nvPr>
            <p:ph idx="3" type="body"/>
          </p:nvPr>
        </p:nvSpPr>
        <p:spPr>
          <a:xfrm>
            <a:off x="1227476" y="1826100"/>
            <a:ext cx="46944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94" name="Google Shape;994;g3f824b0376f_0_9312"/>
          <p:cNvSpPr txBox="1"/>
          <p:nvPr>
            <p:ph idx="4" type="body"/>
          </p:nvPr>
        </p:nvSpPr>
        <p:spPr>
          <a:xfrm>
            <a:off x="1227476" y="2163271"/>
            <a:ext cx="46944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95" name="Google Shape;995;g3f824b0376f_0_9312"/>
          <p:cNvSpPr/>
          <p:nvPr>
            <p:ph idx="5" type="pic"/>
          </p:nvPr>
        </p:nvSpPr>
        <p:spPr>
          <a:xfrm>
            <a:off x="340785" y="4221088"/>
            <a:ext cx="720000" cy="720000"/>
          </a:xfrm>
          <a:prstGeom prst="rect">
            <a:avLst/>
          </a:prstGeom>
          <a:noFill/>
          <a:ln>
            <a:noFill/>
          </a:ln>
        </p:spPr>
      </p:sp>
      <p:sp>
        <p:nvSpPr>
          <p:cNvPr id="996" name="Google Shape;996;g3f824b0376f_0_9312"/>
          <p:cNvSpPr txBox="1"/>
          <p:nvPr>
            <p:ph idx="6" type="body"/>
          </p:nvPr>
        </p:nvSpPr>
        <p:spPr>
          <a:xfrm>
            <a:off x="1227476" y="4221088"/>
            <a:ext cx="46944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97" name="Google Shape;997;g3f824b0376f_0_9312"/>
          <p:cNvSpPr txBox="1"/>
          <p:nvPr>
            <p:ph idx="7" type="body"/>
          </p:nvPr>
        </p:nvSpPr>
        <p:spPr>
          <a:xfrm>
            <a:off x="1227476" y="4558259"/>
            <a:ext cx="46944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98" name="Google Shape;998;g3f824b0376f_0_9312"/>
          <p:cNvSpPr txBox="1"/>
          <p:nvPr>
            <p:ph idx="8" type="body"/>
          </p:nvPr>
        </p:nvSpPr>
        <p:spPr>
          <a:xfrm>
            <a:off x="346962" y="929442"/>
            <a:ext cx="11569200" cy="411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99" name="Google Shape;999;g3f824b0376f_0_9312"/>
          <p:cNvSpPr/>
          <p:nvPr>
            <p:ph idx="9" type="pic"/>
          </p:nvPr>
        </p:nvSpPr>
        <p:spPr>
          <a:xfrm>
            <a:off x="6324600" y="1826100"/>
            <a:ext cx="720000" cy="720000"/>
          </a:xfrm>
          <a:prstGeom prst="rect">
            <a:avLst/>
          </a:prstGeom>
          <a:noFill/>
          <a:ln>
            <a:noFill/>
          </a:ln>
        </p:spPr>
      </p:sp>
      <p:sp>
        <p:nvSpPr>
          <p:cNvPr id="1000" name="Google Shape;1000;g3f824b0376f_0_9312"/>
          <p:cNvSpPr txBox="1"/>
          <p:nvPr>
            <p:ph idx="13" type="body"/>
          </p:nvPr>
        </p:nvSpPr>
        <p:spPr>
          <a:xfrm>
            <a:off x="7211291" y="1826100"/>
            <a:ext cx="46944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01" name="Google Shape;1001;g3f824b0376f_0_9312"/>
          <p:cNvSpPr txBox="1"/>
          <p:nvPr>
            <p:ph idx="14" type="body"/>
          </p:nvPr>
        </p:nvSpPr>
        <p:spPr>
          <a:xfrm>
            <a:off x="7211291" y="2163271"/>
            <a:ext cx="46944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02" name="Google Shape;1002;g3f824b0376f_0_9312"/>
          <p:cNvSpPr/>
          <p:nvPr>
            <p:ph idx="15" type="pic"/>
          </p:nvPr>
        </p:nvSpPr>
        <p:spPr>
          <a:xfrm>
            <a:off x="6324600" y="4221088"/>
            <a:ext cx="720000" cy="720000"/>
          </a:xfrm>
          <a:prstGeom prst="rect">
            <a:avLst/>
          </a:prstGeom>
          <a:noFill/>
          <a:ln>
            <a:noFill/>
          </a:ln>
        </p:spPr>
      </p:sp>
      <p:sp>
        <p:nvSpPr>
          <p:cNvPr id="1003" name="Google Shape;1003;g3f824b0376f_0_9312"/>
          <p:cNvSpPr txBox="1"/>
          <p:nvPr>
            <p:ph idx="16" type="body"/>
          </p:nvPr>
        </p:nvSpPr>
        <p:spPr>
          <a:xfrm>
            <a:off x="7211291" y="4221088"/>
            <a:ext cx="46944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04" name="Google Shape;1004;g3f824b0376f_0_9312"/>
          <p:cNvSpPr txBox="1"/>
          <p:nvPr>
            <p:ph idx="17" type="body"/>
          </p:nvPr>
        </p:nvSpPr>
        <p:spPr>
          <a:xfrm>
            <a:off x="7211291" y="4558259"/>
            <a:ext cx="46944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3">
    <p:spTree>
      <p:nvGrpSpPr>
        <p:cNvPr id="1005" name="Shape 1005"/>
        <p:cNvGrpSpPr/>
        <p:nvPr/>
      </p:nvGrpSpPr>
      <p:grpSpPr>
        <a:xfrm>
          <a:off x="0" y="0"/>
          <a:ext cx="0" cy="0"/>
          <a:chOff x="0" y="0"/>
          <a:chExt cx="0" cy="0"/>
        </a:xfrm>
      </p:grpSpPr>
      <p:sp>
        <p:nvSpPr>
          <p:cNvPr id="1006" name="Google Shape;1006;g3f824b0376f_0_9331"/>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007" name="Google Shape;1007;g3f824b0376f_0_9331"/>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008" name="Google Shape;1008;g3f824b0376f_0_9331"/>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009" name="Google Shape;1009;g3f824b0376f_0_9331"/>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010" name="Google Shape;1010;g3f824b0376f_0_9331"/>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011" name="Google Shape;1011;g3f824b0376f_0_9331"/>
          <p:cNvSpPr/>
          <p:nvPr>
            <p:ph idx="2" type="pic"/>
          </p:nvPr>
        </p:nvSpPr>
        <p:spPr>
          <a:xfrm>
            <a:off x="344220" y="1809387"/>
            <a:ext cx="900000" cy="900000"/>
          </a:xfrm>
          <a:prstGeom prst="rect">
            <a:avLst/>
          </a:prstGeom>
          <a:noFill/>
          <a:ln>
            <a:noFill/>
          </a:ln>
        </p:spPr>
      </p:sp>
      <p:sp>
        <p:nvSpPr>
          <p:cNvPr id="1012" name="Google Shape;1012;g3f824b0376f_0_9331"/>
          <p:cNvSpPr txBox="1"/>
          <p:nvPr>
            <p:ph idx="3" type="body"/>
          </p:nvPr>
        </p:nvSpPr>
        <p:spPr>
          <a:xfrm>
            <a:off x="362676" y="3247687"/>
            <a:ext cx="2463900" cy="286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13" name="Google Shape;1013;g3f824b0376f_0_9331"/>
          <p:cNvSpPr/>
          <p:nvPr>
            <p:ph idx="4" type="pic"/>
          </p:nvPr>
        </p:nvSpPr>
        <p:spPr>
          <a:xfrm>
            <a:off x="3354959" y="1797030"/>
            <a:ext cx="900000" cy="900000"/>
          </a:xfrm>
          <a:prstGeom prst="rect">
            <a:avLst/>
          </a:prstGeom>
          <a:noFill/>
          <a:ln>
            <a:noFill/>
          </a:ln>
        </p:spPr>
      </p:sp>
      <p:sp>
        <p:nvSpPr>
          <p:cNvPr id="1014" name="Google Shape;1014;g3f824b0376f_0_9331"/>
          <p:cNvSpPr txBox="1"/>
          <p:nvPr>
            <p:ph idx="5" type="body"/>
          </p:nvPr>
        </p:nvSpPr>
        <p:spPr>
          <a:xfrm>
            <a:off x="3369473" y="3247687"/>
            <a:ext cx="2463900" cy="286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15" name="Google Shape;1015;g3f824b0376f_0_9331"/>
          <p:cNvSpPr/>
          <p:nvPr>
            <p:ph idx="6" type="pic"/>
          </p:nvPr>
        </p:nvSpPr>
        <p:spPr>
          <a:xfrm>
            <a:off x="9455053" y="1797030"/>
            <a:ext cx="900000" cy="900000"/>
          </a:xfrm>
          <a:prstGeom prst="rect">
            <a:avLst/>
          </a:prstGeom>
          <a:noFill/>
          <a:ln>
            <a:noFill/>
          </a:ln>
        </p:spPr>
      </p:sp>
      <p:sp>
        <p:nvSpPr>
          <p:cNvPr id="1016" name="Google Shape;1016;g3f824b0376f_0_9331"/>
          <p:cNvSpPr txBox="1"/>
          <p:nvPr>
            <p:ph idx="7" type="body"/>
          </p:nvPr>
        </p:nvSpPr>
        <p:spPr>
          <a:xfrm>
            <a:off x="9469567" y="3247687"/>
            <a:ext cx="2463900" cy="286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17" name="Google Shape;1017;g3f824b0376f_0_9331"/>
          <p:cNvSpPr/>
          <p:nvPr>
            <p:ph idx="8" type="pic"/>
          </p:nvPr>
        </p:nvSpPr>
        <p:spPr>
          <a:xfrm>
            <a:off x="6398829" y="1797030"/>
            <a:ext cx="900000" cy="900000"/>
          </a:xfrm>
          <a:prstGeom prst="rect">
            <a:avLst/>
          </a:prstGeom>
          <a:noFill/>
          <a:ln>
            <a:noFill/>
          </a:ln>
        </p:spPr>
      </p:sp>
      <p:sp>
        <p:nvSpPr>
          <p:cNvPr id="1018" name="Google Shape;1018;g3f824b0376f_0_9331"/>
          <p:cNvSpPr txBox="1"/>
          <p:nvPr>
            <p:ph idx="9" type="body"/>
          </p:nvPr>
        </p:nvSpPr>
        <p:spPr>
          <a:xfrm>
            <a:off x="6413343" y="3247687"/>
            <a:ext cx="2463900" cy="286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19" name="Google Shape;1019;g3f824b0376f_0_9331"/>
          <p:cNvSpPr txBox="1"/>
          <p:nvPr>
            <p:ph idx="13" type="body"/>
          </p:nvPr>
        </p:nvSpPr>
        <p:spPr>
          <a:xfrm>
            <a:off x="362676" y="3572062"/>
            <a:ext cx="2463900" cy="2062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20" name="Google Shape;1020;g3f824b0376f_0_9331"/>
          <p:cNvSpPr txBox="1"/>
          <p:nvPr>
            <p:ph idx="14" type="body"/>
          </p:nvPr>
        </p:nvSpPr>
        <p:spPr>
          <a:xfrm>
            <a:off x="3369473" y="3572062"/>
            <a:ext cx="2463900" cy="2062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21" name="Google Shape;1021;g3f824b0376f_0_9331"/>
          <p:cNvSpPr txBox="1"/>
          <p:nvPr>
            <p:ph idx="15" type="body"/>
          </p:nvPr>
        </p:nvSpPr>
        <p:spPr>
          <a:xfrm>
            <a:off x="9469567" y="3572062"/>
            <a:ext cx="2463900" cy="2062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22" name="Google Shape;1022;g3f824b0376f_0_9331"/>
          <p:cNvSpPr txBox="1"/>
          <p:nvPr>
            <p:ph idx="16" type="body"/>
          </p:nvPr>
        </p:nvSpPr>
        <p:spPr>
          <a:xfrm>
            <a:off x="6413343" y="3572062"/>
            <a:ext cx="2463900" cy="2062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1023" name="Google Shape;1023;g3f824b0376f_0_9331"/>
          <p:cNvCxnSpPr/>
          <p:nvPr/>
        </p:nvCxnSpPr>
        <p:spPr>
          <a:xfrm rot="10800000">
            <a:off x="9162458" y="3210886"/>
            <a:ext cx="0" cy="2466900"/>
          </a:xfrm>
          <a:prstGeom prst="straightConnector1">
            <a:avLst/>
          </a:prstGeom>
          <a:noFill/>
          <a:ln cap="flat" cmpd="sng" w="12700">
            <a:solidFill>
              <a:srgbClr val="BFBFBF"/>
            </a:solidFill>
            <a:prstDash val="solid"/>
            <a:miter lim="8000"/>
            <a:headEnd len="sm" w="sm" type="none"/>
            <a:tailEnd len="sm" w="sm" type="none"/>
          </a:ln>
        </p:spPr>
      </p:cxnSp>
      <p:cxnSp>
        <p:nvCxnSpPr>
          <p:cNvPr id="1024" name="Google Shape;1024;g3f824b0376f_0_9331"/>
          <p:cNvCxnSpPr/>
          <p:nvPr/>
        </p:nvCxnSpPr>
        <p:spPr>
          <a:xfrm rot="10800000">
            <a:off x="6125028" y="3210886"/>
            <a:ext cx="0" cy="2466900"/>
          </a:xfrm>
          <a:prstGeom prst="straightConnector1">
            <a:avLst/>
          </a:prstGeom>
          <a:noFill/>
          <a:ln cap="flat" cmpd="sng" w="12700">
            <a:solidFill>
              <a:srgbClr val="BFBFBF"/>
            </a:solidFill>
            <a:prstDash val="solid"/>
            <a:miter lim="8000"/>
            <a:headEnd len="sm" w="sm" type="none"/>
            <a:tailEnd len="sm" w="sm" type="none"/>
          </a:ln>
        </p:spPr>
      </p:cxnSp>
      <p:cxnSp>
        <p:nvCxnSpPr>
          <p:cNvPr id="1025" name="Google Shape;1025;g3f824b0376f_0_9331"/>
          <p:cNvCxnSpPr/>
          <p:nvPr/>
        </p:nvCxnSpPr>
        <p:spPr>
          <a:xfrm rot="10800000">
            <a:off x="3090530" y="3210886"/>
            <a:ext cx="0" cy="2466900"/>
          </a:xfrm>
          <a:prstGeom prst="straightConnector1">
            <a:avLst/>
          </a:prstGeom>
          <a:noFill/>
          <a:ln cap="flat" cmpd="sng" w="12700">
            <a:solidFill>
              <a:srgbClr val="BFBFBF"/>
            </a:solidFill>
            <a:prstDash val="solid"/>
            <a:miter lim="8000"/>
            <a:headEnd len="sm" w="sm" type="none"/>
            <a:tailEnd len="sm" w="sm" type="none"/>
          </a:ln>
        </p:spPr>
      </p:cxnSp>
      <p:sp>
        <p:nvSpPr>
          <p:cNvPr id="1026" name="Google Shape;1026;g3f824b0376f_0_9331"/>
          <p:cNvSpPr txBox="1"/>
          <p:nvPr>
            <p:ph idx="17" type="body"/>
          </p:nvPr>
        </p:nvSpPr>
        <p:spPr>
          <a:xfrm>
            <a:off x="346962" y="929442"/>
            <a:ext cx="11569200" cy="411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4">
    <p:spTree>
      <p:nvGrpSpPr>
        <p:cNvPr id="1027" name="Shape 1027"/>
        <p:cNvGrpSpPr/>
        <p:nvPr/>
      </p:nvGrpSpPr>
      <p:grpSpPr>
        <a:xfrm>
          <a:off x="0" y="0"/>
          <a:ext cx="0" cy="0"/>
          <a:chOff x="0" y="0"/>
          <a:chExt cx="0" cy="0"/>
        </a:xfrm>
      </p:grpSpPr>
      <p:sp>
        <p:nvSpPr>
          <p:cNvPr id="1028" name="Google Shape;1028;g3f824b0376f_0_9353"/>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029" name="Google Shape;1029;g3f824b0376f_0_9353"/>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030" name="Google Shape;1030;g3f824b0376f_0_9353"/>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031" name="Google Shape;1031;g3f824b0376f_0_9353"/>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032" name="Google Shape;1032;g3f824b0376f_0_9353"/>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033" name="Google Shape;1033;g3f824b0376f_0_9353"/>
          <p:cNvSpPr/>
          <p:nvPr>
            <p:ph idx="2" type="pic"/>
          </p:nvPr>
        </p:nvSpPr>
        <p:spPr>
          <a:xfrm>
            <a:off x="1217160" y="4332766"/>
            <a:ext cx="719700" cy="720000"/>
          </a:xfrm>
          <a:prstGeom prst="rect">
            <a:avLst/>
          </a:prstGeom>
          <a:noFill/>
          <a:ln>
            <a:noFill/>
          </a:ln>
        </p:spPr>
      </p:sp>
      <p:sp>
        <p:nvSpPr>
          <p:cNvPr id="1034" name="Google Shape;1034;g3f824b0376f_0_9353"/>
          <p:cNvSpPr txBox="1"/>
          <p:nvPr>
            <p:ph idx="3" type="body"/>
          </p:nvPr>
        </p:nvSpPr>
        <p:spPr>
          <a:xfrm>
            <a:off x="345100" y="5315053"/>
            <a:ext cx="2463900" cy="516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35" name="Google Shape;1035;g3f824b0376f_0_9353"/>
          <p:cNvSpPr/>
          <p:nvPr>
            <p:ph idx="4" type="pic"/>
          </p:nvPr>
        </p:nvSpPr>
        <p:spPr>
          <a:xfrm>
            <a:off x="4257331" y="4332766"/>
            <a:ext cx="720300" cy="720000"/>
          </a:xfrm>
          <a:prstGeom prst="rect">
            <a:avLst/>
          </a:prstGeom>
          <a:noFill/>
          <a:ln>
            <a:noFill/>
          </a:ln>
        </p:spPr>
      </p:sp>
      <p:sp>
        <p:nvSpPr>
          <p:cNvPr id="1036" name="Google Shape;1036;g3f824b0376f_0_9353"/>
          <p:cNvSpPr txBox="1"/>
          <p:nvPr>
            <p:ph idx="5" type="body"/>
          </p:nvPr>
        </p:nvSpPr>
        <p:spPr>
          <a:xfrm>
            <a:off x="3385590" y="5315053"/>
            <a:ext cx="2463900" cy="516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37" name="Google Shape;1037;g3f824b0376f_0_9353"/>
          <p:cNvSpPr/>
          <p:nvPr>
            <p:ph idx="6" type="pic"/>
          </p:nvPr>
        </p:nvSpPr>
        <p:spPr>
          <a:xfrm>
            <a:off x="10338470" y="4332766"/>
            <a:ext cx="720000" cy="720000"/>
          </a:xfrm>
          <a:prstGeom prst="rect">
            <a:avLst/>
          </a:prstGeom>
          <a:noFill/>
          <a:ln>
            <a:noFill/>
          </a:ln>
        </p:spPr>
      </p:sp>
      <p:sp>
        <p:nvSpPr>
          <p:cNvPr id="1038" name="Google Shape;1038;g3f824b0376f_0_9353"/>
          <p:cNvSpPr txBox="1"/>
          <p:nvPr>
            <p:ph idx="7" type="body"/>
          </p:nvPr>
        </p:nvSpPr>
        <p:spPr>
          <a:xfrm>
            <a:off x="9466570" y="5315053"/>
            <a:ext cx="2463900" cy="516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39" name="Google Shape;1039;g3f824b0376f_0_9353"/>
          <p:cNvSpPr/>
          <p:nvPr>
            <p:ph idx="8" type="pic"/>
          </p:nvPr>
        </p:nvSpPr>
        <p:spPr>
          <a:xfrm>
            <a:off x="7297980" y="4332766"/>
            <a:ext cx="720000" cy="720000"/>
          </a:xfrm>
          <a:prstGeom prst="rect">
            <a:avLst/>
          </a:prstGeom>
          <a:noFill/>
          <a:ln>
            <a:noFill/>
          </a:ln>
        </p:spPr>
      </p:sp>
      <p:sp>
        <p:nvSpPr>
          <p:cNvPr id="1040" name="Google Shape;1040;g3f824b0376f_0_9353"/>
          <p:cNvSpPr txBox="1"/>
          <p:nvPr>
            <p:ph idx="9" type="body"/>
          </p:nvPr>
        </p:nvSpPr>
        <p:spPr>
          <a:xfrm>
            <a:off x="6426080" y="5315053"/>
            <a:ext cx="2463900" cy="516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1" name="Google Shape;1041;g3f824b0376f_0_9353"/>
          <p:cNvSpPr txBox="1"/>
          <p:nvPr>
            <p:ph idx="13" type="body"/>
          </p:nvPr>
        </p:nvSpPr>
        <p:spPr>
          <a:xfrm>
            <a:off x="353154" y="1352814"/>
            <a:ext cx="11577600" cy="2544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1042" name="Google Shape;1042;g3f824b0376f_0_9353"/>
          <p:cNvCxnSpPr/>
          <p:nvPr/>
        </p:nvCxnSpPr>
        <p:spPr>
          <a:xfrm rot="10800000">
            <a:off x="9178225" y="4316958"/>
            <a:ext cx="0" cy="1743600"/>
          </a:xfrm>
          <a:prstGeom prst="straightConnector1">
            <a:avLst/>
          </a:prstGeom>
          <a:noFill/>
          <a:ln cap="flat" cmpd="sng" w="12700">
            <a:solidFill>
              <a:srgbClr val="BFBFBF"/>
            </a:solidFill>
            <a:prstDash val="solid"/>
            <a:miter lim="8000"/>
            <a:headEnd len="sm" w="sm" type="none"/>
            <a:tailEnd len="sm" w="sm" type="none"/>
          </a:ln>
        </p:spPr>
      </p:cxnSp>
      <p:cxnSp>
        <p:nvCxnSpPr>
          <p:cNvPr id="1043" name="Google Shape;1043;g3f824b0376f_0_9353"/>
          <p:cNvCxnSpPr/>
          <p:nvPr/>
        </p:nvCxnSpPr>
        <p:spPr>
          <a:xfrm rot="10800000">
            <a:off x="6137735" y="4316958"/>
            <a:ext cx="0" cy="1743600"/>
          </a:xfrm>
          <a:prstGeom prst="straightConnector1">
            <a:avLst/>
          </a:prstGeom>
          <a:noFill/>
          <a:ln cap="flat" cmpd="sng" w="12700">
            <a:solidFill>
              <a:srgbClr val="BFBFBF"/>
            </a:solidFill>
            <a:prstDash val="solid"/>
            <a:miter lim="8000"/>
            <a:headEnd len="sm" w="sm" type="none"/>
            <a:tailEnd len="sm" w="sm" type="none"/>
          </a:ln>
        </p:spPr>
      </p:cxnSp>
      <p:cxnSp>
        <p:nvCxnSpPr>
          <p:cNvPr id="1044" name="Google Shape;1044;g3f824b0376f_0_9353"/>
          <p:cNvCxnSpPr/>
          <p:nvPr/>
        </p:nvCxnSpPr>
        <p:spPr>
          <a:xfrm rot="10800000">
            <a:off x="3097245" y="4316958"/>
            <a:ext cx="0" cy="1743600"/>
          </a:xfrm>
          <a:prstGeom prst="straightConnector1">
            <a:avLst/>
          </a:prstGeom>
          <a:noFill/>
          <a:ln cap="flat" cmpd="sng" w="12700">
            <a:solidFill>
              <a:srgbClr val="BFBFBF"/>
            </a:solidFill>
            <a:prstDash val="solid"/>
            <a:miter lim="8000"/>
            <a:headEnd len="sm" w="sm" type="none"/>
            <a:tailEnd len="sm" w="sm" type="none"/>
          </a:ln>
        </p:spPr>
      </p:cxnSp>
      <p:sp>
        <p:nvSpPr>
          <p:cNvPr id="1045" name="Google Shape;1045;g3f824b0376f_0_9353"/>
          <p:cNvSpPr txBox="1"/>
          <p:nvPr>
            <p:ph idx="14" type="body"/>
          </p:nvPr>
        </p:nvSpPr>
        <p:spPr>
          <a:xfrm>
            <a:off x="346962" y="929442"/>
            <a:ext cx="11569200" cy="411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5">
    <p:spTree>
      <p:nvGrpSpPr>
        <p:cNvPr id="1046" name="Shape 1046"/>
        <p:cNvGrpSpPr/>
        <p:nvPr/>
      </p:nvGrpSpPr>
      <p:grpSpPr>
        <a:xfrm>
          <a:off x="0" y="0"/>
          <a:ext cx="0" cy="0"/>
          <a:chOff x="0" y="0"/>
          <a:chExt cx="0" cy="0"/>
        </a:xfrm>
      </p:grpSpPr>
      <p:sp>
        <p:nvSpPr>
          <p:cNvPr id="1047" name="Google Shape;1047;g3f824b0376f_0_9372"/>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048" name="Google Shape;1048;g3f824b0376f_0_9372"/>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049" name="Google Shape;1049;g3f824b0376f_0_9372"/>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050" name="Google Shape;1050;g3f824b0376f_0_9372"/>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051" name="Google Shape;1051;g3f824b0376f_0_9372"/>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052" name="Google Shape;1052;g3f824b0376f_0_9372"/>
          <p:cNvSpPr txBox="1"/>
          <p:nvPr>
            <p:ph idx="2" type="body"/>
          </p:nvPr>
        </p:nvSpPr>
        <p:spPr>
          <a:xfrm>
            <a:off x="7679766" y="1817983"/>
            <a:ext cx="4245600" cy="350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53" name="Google Shape;1053;g3f824b0376f_0_9372"/>
          <p:cNvSpPr txBox="1"/>
          <p:nvPr>
            <p:ph idx="3" type="body"/>
          </p:nvPr>
        </p:nvSpPr>
        <p:spPr>
          <a:xfrm>
            <a:off x="7679766" y="2211632"/>
            <a:ext cx="4245600" cy="4899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54" name="Google Shape;1054;g3f824b0376f_0_9372"/>
          <p:cNvSpPr txBox="1"/>
          <p:nvPr>
            <p:ph idx="4" type="body"/>
          </p:nvPr>
        </p:nvSpPr>
        <p:spPr>
          <a:xfrm>
            <a:off x="346962" y="929442"/>
            <a:ext cx="11583900" cy="3678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55" name="Google Shape;1055;g3f824b0376f_0_9372"/>
          <p:cNvSpPr/>
          <p:nvPr>
            <p:ph idx="5" type="pic"/>
          </p:nvPr>
        </p:nvSpPr>
        <p:spPr>
          <a:xfrm>
            <a:off x="6721292" y="1899968"/>
            <a:ext cx="720000" cy="720000"/>
          </a:xfrm>
          <a:prstGeom prst="rect">
            <a:avLst/>
          </a:prstGeom>
          <a:noFill/>
          <a:ln>
            <a:noFill/>
          </a:ln>
        </p:spPr>
      </p:sp>
      <p:sp>
        <p:nvSpPr>
          <p:cNvPr id="1056" name="Google Shape;1056;g3f824b0376f_0_9372"/>
          <p:cNvSpPr txBox="1"/>
          <p:nvPr>
            <p:ph idx="6" type="body"/>
          </p:nvPr>
        </p:nvSpPr>
        <p:spPr>
          <a:xfrm>
            <a:off x="7679766" y="3375920"/>
            <a:ext cx="4245600" cy="350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57" name="Google Shape;1057;g3f824b0376f_0_9372"/>
          <p:cNvSpPr txBox="1"/>
          <p:nvPr>
            <p:ph idx="7" type="body"/>
          </p:nvPr>
        </p:nvSpPr>
        <p:spPr>
          <a:xfrm>
            <a:off x="7679766" y="3769569"/>
            <a:ext cx="4245600" cy="4899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58" name="Google Shape;1058;g3f824b0376f_0_9372"/>
          <p:cNvSpPr/>
          <p:nvPr>
            <p:ph idx="8" type="pic"/>
          </p:nvPr>
        </p:nvSpPr>
        <p:spPr>
          <a:xfrm>
            <a:off x="6721292" y="3467676"/>
            <a:ext cx="720000" cy="720000"/>
          </a:xfrm>
          <a:prstGeom prst="rect">
            <a:avLst/>
          </a:prstGeom>
          <a:noFill/>
          <a:ln>
            <a:noFill/>
          </a:ln>
        </p:spPr>
      </p:sp>
      <p:sp>
        <p:nvSpPr>
          <p:cNvPr id="1059" name="Google Shape;1059;g3f824b0376f_0_9372"/>
          <p:cNvSpPr txBox="1"/>
          <p:nvPr>
            <p:ph idx="9" type="body"/>
          </p:nvPr>
        </p:nvSpPr>
        <p:spPr>
          <a:xfrm>
            <a:off x="7679766" y="4953399"/>
            <a:ext cx="4245600" cy="350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60" name="Google Shape;1060;g3f824b0376f_0_9372"/>
          <p:cNvSpPr txBox="1"/>
          <p:nvPr>
            <p:ph idx="13" type="body"/>
          </p:nvPr>
        </p:nvSpPr>
        <p:spPr>
          <a:xfrm>
            <a:off x="7679766" y="5347048"/>
            <a:ext cx="4245600" cy="4899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61" name="Google Shape;1061;g3f824b0376f_0_9372"/>
          <p:cNvSpPr/>
          <p:nvPr>
            <p:ph idx="14" type="pic"/>
          </p:nvPr>
        </p:nvSpPr>
        <p:spPr>
          <a:xfrm>
            <a:off x="6721292" y="5035384"/>
            <a:ext cx="720000" cy="720000"/>
          </a:xfrm>
          <a:prstGeom prst="rect">
            <a:avLst/>
          </a:prstGeom>
          <a:noFill/>
          <a:ln>
            <a:noFill/>
          </a:ln>
        </p:spPr>
      </p:sp>
      <p:sp>
        <p:nvSpPr>
          <p:cNvPr id="1062" name="Google Shape;1062;g3f824b0376f_0_9372"/>
          <p:cNvSpPr txBox="1"/>
          <p:nvPr>
            <p:ph idx="15" type="body"/>
          </p:nvPr>
        </p:nvSpPr>
        <p:spPr>
          <a:xfrm>
            <a:off x="346962" y="1341478"/>
            <a:ext cx="6073800" cy="4650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6">
    <p:spTree>
      <p:nvGrpSpPr>
        <p:cNvPr id="1063" name="Shape 1063"/>
        <p:cNvGrpSpPr/>
        <p:nvPr/>
      </p:nvGrpSpPr>
      <p:grpSpPr>
        <a:xfrm>
          <a:off x="0" y="0"/>
          <a:ext cx="0" cy="0"/>
          <a:chOff x="0" y="0"/>
          <a:chExt cx="0" cy="0"/>
        </a:xfrm>
      </p:grpSpPr>
      <p:sp>
        <p:nvSpPr>
          <p:cNvPr id="1064" name="Google Shape;1064;g3f824b0376f_0_9389"/>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065" name="Google Shape;1065;g3f824b0376f_0_9389"/>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066" name="Google Shape;1066;g3f824b0376f_0_9389"/>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067" name="Google Shape;1067;g3f824b0376f_0_9389"/>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068" name="Google Shape;1068;g3f824b0376f_0_9389"/>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069" name="Google Shape;1069;g3f824b0376f_0_9389"/>
          <p:cNvSpPr/>
          <p:nvPr>
            <p:ph idx="2" type="pic"/>
          </p:nvPr>
        </p:nvSpPr>
        <p:spPr>
          <a:xfrm>
            <a:off x="416537" y="3300715"/>
            <a:ext cx="720000" cy="720000"/>
          </a:xfrm>
          <a:prstGeom prst="rect">
            <a:avLst/>
          </a:prstGeom>
          <a:noFill/>
          <a:ln>
            <a:noFill/>
          </a:ln>
        </p:spPr>
      </p:sp>
      <p:sp>
        <p:nvSpPr>
          <p:cNvPr id="1070" name="Google Shape;1070;g3f824b0376f_0_9389"/>
          <p:cNvSpPr txBox="1"/>
          <p:nvPr>
            <p:ph idx="3" type="body"/>
          </p:nvPr>
        </p:nvSpPr>
        <p:spPr>
          <a:xfrm>
            <a:off x="1373741" y="3164698"/>
            <a:ext cx="7351800" cy="3036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71" name="Google Shape;1071;g3f824b0376f_0_9389"/>
          <p:cNvSpPr txBox="1"/>
          <p:nvPr>
            <p:ph idx="4" type="body"/>
          </p:nvPr>
        </p:nvSpPr>
        <p:spPr>
          <a:xfrm>
            <a:off x="1373741" y="3493719"/>
            <a:ext cx="7351800" cy="7296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72" name="Google Shape;1072;g3f824b0376f_0_9389"/>
          <p:cNvSpPr/>
          <p:nvPr>
            <p:ph idx="5" type="pic"/>
          </p:nvPr>
        </p:nvSpPr>
        <p:spPr>
          <a:xfrm>
            <a:off x="416537" y="4983466"/>
            <a:ext cx="720000" cy="720000"/>
          </a:xfrm>
          <a:prstGeom prst="rect">
            <a:avLst/>
          </a:prstGeom>
          <a:noFill/>
          <a:ln>
            <a:noFill/>
          </a:ln>
        </p:spPr>
      </p:sp>
      <p:sp>
        <p:nvSpPr>
          <p:cNvPr id="1073" name="Google Shape;1073;g3f824b0376f_0_9389"/>
          <p:cNvSpPr txBox="1"/>
          <p:nvPr>
            <p:ph idx="6" type="body"/>
          </p:nvPr>
        </p:nvSpPr>
        <p:spPr>
          <a:xfrm>
            <a:off x="1373741" y="4847449"/>
            <a:ext cx="7351800" cy="3036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74" name="Google Shape;1074;g3f824b0376f_0_9389"/>
          <p:cNvSpPr txBox="1"/>
          <p:nvPr>
            <p:ph idx="7" type="body"/>
          </p:nvPr>
        </p:nvSpPr>
        <p:spPr>
          <a:xfrm>
            <a:off x="1373741" y="5176470"/>
            <a:ext cx="7351800" cy="7296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75" name="Google Shape;1075;g3f824b0376f_0_9389"/>
          <p:cNvSpPr txBox="1"/>
          <p:nvPr>
            <p:ph idx="8" type="body"/>
          </p:nvPr>
        </p:nvSpPr>
        <p:spPr>
          <a:xfrm>
            <a:off x="335921" y="1354135"/>
            <a:ext cx="11565900" cy="1514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76" name="Google Shape;1076;g3f824b0376f_0_9389"/>
          <p:cNvSpPr txBox="1"/>
          <p:nvPr>
            <p:ph idx="9" type="body"/>
          </p:nvPr>
        </p:nvSpPr>
        <p:spPr>
          <a:xfrm>
            <a:off x="9552536" y="3153538"/>
            <a:ext cx="1971900" cy="323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77" name="Google Shape;1077;g3f824b0376f_0_9389"/>
          <p:cNvSpPr txBox="1"/>
          <p:nvPr>
            <p:ph idx="13" type="body"/>
          </p:nvPr>
        </p:nvSpPr>
        <p:spPr>
          <a:xfrm>
            <a:off x="9552536" y="3508694"/>
            <a:ext cx="1971900" cy="793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78" name="Google Shape;1078;g3f824b0376f_0_9389"/>
          <p:cNvSpPr txBox="1"/>
          <p:nvPr>
            <p:ph idx="14" type="body"/>
          </p:nvPr>
        </p:nvSpPr>
        <p:spPr>
          <a:xfrm>
            <a:off x="9552536" y="4849402"/>
            <a:ext cx="1971900" cy="323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79" name="Google Shape;1079;g3f824b0376f_0_9389"/>
          <p:cNvSpPr txBox="1"/>
          <p:nvPr>
            <p:ph idx="15" type="body"/>
          </p:nvPr>
        </p:nvSpPr>
        <p:spPr>
          <a:xfrm>
            <a:off x="9552536" y="5204558"/>
            <a:ext cx="1971900" cy="793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1080" name="Google Shape;1080;g3f824b0376f_0_9389"/>
          <p:cNvCxnSpPr/>
          <p:nvPr/>
        </p:nvCxnSpPr>
        <p:spPr>
          <a:xfrm>
            <a:off x="9525000" y="4589323"/>
            <a:ext cx="2026800" cy="0"/>
          </a:xfrm>
          <a:prstGeom prst="straightConnector1">
            <a:avLst/>
          </a:prstGeom>
          <a:noFill/>
          <a:ln cap="flat" cmpd="sng" w="12700">
            <a:solidFill>
              <a:srgbClr val="BFBFBF"/>
            </a:solidFill>
            <a:prstDash val="solid"/>
            <a:miter lim="8000"/>
            <a:headEnd len="sm" w="sm" type="none"/>
            <a:tailEnd len="sm" w="sm" type="none"/>
          </a:ln>
        </p:spPr>
      </p:cxnSp>
      <p:cxnSp>
        <p:nvCxnSpPr>
          <p:cNvPr id="1081" name="Google Shape;1081;g3f824b0376f_0_9389"/>
          <p:cNvCxnSpPr/>
          <p:nvPr/>
        </p:nvCxnSpPr>
        <p:spPr>
          <a:xfrm rot="-5400000">
            <a:off x="7543810" y="4632576"/>
            <a:ext cx="3264300" cy="0"/>
          </a:xfrm>
          <a:prstGeom prst="straightConnector1">
            <a:avLst/>
          </a:prstGeom>
          <a:noFill/>
          <a:ln cap="flat" cmpd="sng" w="12700">
            <a:solidFill>
              <a:srgbClr val="BFBFBF"/>
            </a:solidFill>
            <a:prstDash val="solid"/>
            <a:miter lim="8000"/>
            <a:headEnd len="sm" w="sm" type="none"/>
            <a:tailEnd len="sm" w="sm" type="none"/>
          </a:ln>
        </p:spPr>
      </p:cxnSp>
      <p:sp>
        <p:nvSpPr>
          <p:cNvPr id="1082" name="Google Shape;1082;g3f824b0376f_0_9389"/>
          <p:cNvSpPr txBox="1"/>
          <p:nvPr>
            <p:ph idx="16" type="body"/>
          </p:nvPr>
        </p:nvSpPr>
        <p:spPr>
          <a:xfrm>
            <a:off x="346962" y="929442"/>
            <a:ext cx="11569200" cy="411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7">
    <p:spTree>
      <p:nvGrpSpPr>
        <p:cNvPr id="1083" name="Shape 1083"/>
        <p:cNvGrpSpPr/>
        <p:nvPr/>
      </p:nvGrpSpPr>
      <p:grpSpPr>
        <a:xfrm>
          <a:off x="0" y="0"/>
          <a:ext cx="0" cy="0"/>
          <a:chOff x="0" y="0"/>
          <a:chExt cx="0" cy="0"/>
        </a:xfrm>
      </p:grpSpPr>
      <p:sp>
        <p:nvSpPr>
          <p:cNvPr id="1084" name="Google Shape;1084;g3f824b0376f_0_9409"/>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085" name="Google Shape;1085;g3f824b0376f_0_9409"/>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086" name="Google Shape;1086;g3f824b0376f_0_9409"/>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087" name="Google Shape;1087;g3f824b0376f_0_9409"/>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088" name="Google Shape;1088;g3f824b0376f_0_9409"/>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089" name="Google Shape;1089;g3f824b0376f_0_9409"/>
          <p:cNvSpPr txBox="1"/>
          <p:nvPr>
            <p:ph idx="2" type="body"/>
          </p:nvPr>
        </p:nvSpPr>
        <p:spPr>
          <a:xfrm>
            <a:off x="3654201" y="4181759"/>
            <a:ext cx="2530500" cy="349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90" name="Google Shape;1090;g3f824b0376f_0_9409"/>
          <p:cNvSpPr txBox="1"/>
          <p:nvPr>
            <p:ph idx="3" type="body"/>
          </p:nvPr>
        </p:nvSpPr>
        <p:spPr>
          <a:xfrm>
            <a:off x="3654201" y="4566737"/>
            <a:ext cx="2530500" cy="1707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91" name="Google Shape;1091;g3f824b0376f_0_9409"/>
          <p:cNvSpPr txBox="1"/>
          <p:nvPr>
            <p:ph idx="4" type="body"/>
          </p:nvPr>
        </p:nvSpPr>
        <p:spPr>
          <a:xfrm>
            <a:off x="335923" y="979649"/>
            <a:ext cx="3144900" cy="371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92" name="Google Shape;1092;g3f824b0376f_0_9409"/>
          <p:cNvSpPr/>
          <p:nvPr>
            <p:ph idx="5" type="pic"/>
          </p:nvPr>
        </p:nvSpPr>
        <p:spPr>
          <a:xfrm>
            <a:off x="3746455" y="979679"/>
            <a:ext cx="2346000" cy="2942700"/>
          </a:xfrm>
          <a:prstGeom prst="rect">
            <a:avLst/>
          </a:prstGeom>
          <a:noFill/>
          <a:ln>
            <a:noFill/>
          </a:ln>
        </p:spPr>
      </p:sp>
      <p:sp>
        <p:nvSpPr>
          <p:cNvPr id="1093" name="Google Shape;1093;g3f824b0376f_0_9409"/>
          <p:cNvSpPr txBox="1"/>
          <p:nvPr>
            <p:ph idx="6" type="body"/>
          </p:nvPr>
        </p:nvSpPr>
        <p:spPr>
          <a:xfrm>
            <a:off x="6596334" y="4181759"/>
            <a:ext cx="2530500" cy="349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94" name="Google Shape;1094;g3f824b0376f_0_9409"/>
          <p:cNvSpPr txBox="1"/>
          <p:nvPr>
            <p:ph idx="7" type="body"/>
          </p:nvPr>
        </p:nvSpPr>
        <p:spPr>
          <a:xfrm>
            <a:off x="6596334" y="4566737"/>
            <a:ext cx="2530500" cy="1707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95" name="Google Shape;1095;g3f824b0376f_0_9409"/>
          <p:cNvSpPr/>
          <p:nvPr>
            <p:ph idx="8" type="pic"/>
          </p:nvPr>
        </p:nvSpPr>
        <p:spPr>
          <a:xfrm>
            <a:off x="6688588" y="979679"/>
            <a:ext cx="2346000" cy="2942700"/>
          </a:xfrm>
          <a:prstGeom prst="rect">
            <a:avLst/>
          </a:prstGeom>
          <a:noFill/>
          <a:ln>
            <a:noFill/>
          </a:ln>
        </p:spPr>
      </p:sp>
      <p:sp>
        <p:nvSpPr>
          <p:cNvPr id="1096" name="Google Shape;1096;g3f824b0376f_0_9409"/>
          <p:cNvSpPr txBox="1"/>
          <p:nvPr>
            <p:ph idx="9" type="body"/>
          </p:nvPr>
        </p:nvSpPr>
        <p:spPr>
          <a:xfrm>
            <a:off x="9460130" y="4181759"/>
            <a:ext cx="2530500" cy="349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97" name="Google Shape;1097;g3f824b0376f_0_9409"/>
          <p:cNvSpPr txBox="1"/>
          <p:nvPr>
            <p:ph idx="13" type="body"/>
          </p:nvPr>
        </p:nvSpPr>
        <p:spPr>
          <a:xfrm>
            <a:off x="9460130" y="4566737"/>
            <a:ext cx="2530500" cy="1707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98" name="Google Shape;1098;g3f824b0376f_0_9409"/>
          <p:cNvSpPr/>
          <p:nvPr>
            <p:ph idx="14" type="pic"/>
          </p:nvPr>
        </p:nvSpPr>
        <p:spPr>
          <a:xfrm>
            <a:off x="9552384" y="979679"/>
            <a:ext cx="2346000" cy="2942700"/>
          </a:xfrm>
          <a:prstGeom prst="rect">
            <a:avLst/>
          </a:prstGeom>
          <a:noFill/>
          <a:ln>
            <a:noFill/>
          </a:ln>
        </p:spPr>
      </p:sp>
      <p:sp>
        <p:nvSpPr>
          <p:cNvPr id="1099" name="Google Shape;1099;g3f824b0376f_0_9409"/>
          <p:cNvSpPr txBox="1"/>
          <p:nvPr>
            <p:ph idx="15" type="body"/>
          </p:nvPr>
        </p:nvSpPr>
        <p:spPr>
          <a:xfrm>
            <a:off x="335923" y="1396395"/>
            <a:ext cx="3144900" cy="4877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1100" name="Google Shape;1100;g3f824b0376f_0_9409"/>
          <p:cNvCxnSpPr/>
          <p:nvPr/>
        </p:nvCxnSpPr>
        <p:spPr>
          <a:xfrm rot="10800000">
            <a:off x="6385868" y="4114938"/>
            <a:ext cx="0" cy="2203800"/>
          </a:xfrm>
          <a:prstGeom prst="straightConnector1">
            <a:avLst/>
          </a:prstGeom>
          <a:noFill/>
          <a:ln cap="flat" cmpd="sng" w="12700">
            <a:solidFill>
              <a:srgbClr val="BFBFBF"/>
            </a:solidFill>
            <a:prstDash val="solid"/>
            <a:miter lim="8000"/>
            <a:headEnd len="sm" w="sm" type="none"/>
            <a:tailEnd len="sm" w="sm" type="none"/>
          </a:ln>
        </p:spPr>
      </p:cxnSp>
      <p:cxnSp>
        <p:nvCxnSpPr>
          <p:cNvPr id="1101" name="Google Shape;1101;g3f824b0376f_0_9409"/>
          <p:cNvCxnSpPr/>
          <p:nvPr/>
        </p:nvCxnSpPr>
        <p:spPr>
          <a:xfrm rot="10800000">
            <a:off x="9296400" y="4114938"/>
            <a:ext cx="0" cy="2203800"/>
          </a:xfrm>
          <a:prstGeom prst="straightConnector1">
            <a:avLst/>
          </a:prstGeom>
          <a:noFill/>
          <a:ln cap="flat" cmpd="sng" w="12700">
            <a:solidFill>
              <a:srgbClr val="BFBFBF"/>
            </a:solidFill>
            <a:prstDash val="solid"/>
            <a:miter lim="8000"/>
            <a:headEnd len="sm" w="sm" type="none"/>
            <a:tailEnd len="sm" w="sm" type="none"/>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8">
    <p:spTree>
      <p:nvGrpSpPr>
        <p:cNvPr id="1102" name="Shape 1102"/>
        <p:cNvGrpSpPr/>
        <p:nvPr/>
      </p:nvGrpSpPr>
      <p:grpSpPr>
        <a:xfrm>
          <a:off x="0" y="0"/>
          <a:ext cx="0" cy="0"/>
          <a:chOff x="0" y="0"/>
          <a:chExt cx="0" cy="0"/>
        </a:xfrm>
      </p:grpSpPr>
      <p:sp>
        <p:nvSpPr>
          <p:cNvPr id="1103" name="Google Shape;1103;g3f824b0376f_0_9428"/>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104" name="Google Shape;1104;g3f824b0376f_0_9428"/>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105" name="Google Shape;1105;g3f824b0376f_0_9428"/>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106" name="Google Shape;1106;g3f824b0376f_0_9428"/>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107" name="Google Shape;1107;g3f824b0376f_0_9428"/>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108" name="Google Shape;1108;g3f824b0376f_0_9428"/>
          <p:cNvSpPr txBox="1"/>
          <p:nvPr>
            <p:ph idx="2" type="body"/>
          </p:nvPr>
        </p:nvSpPr>
        <p:spPr>
          <a:xfrm>
            <a:off x="4227616" y="929442"/>
            <a:ext cx="7721700" cy="374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09" name="Google Shape;1109;g3f824b0376f_0_9428"/>
          <p:cNvSpPr txBox="1"/>
          <p:nvPr>
            <p:ph idx="3" type="body"/>
          </p:nvPr>
        </p:nvSpPr>
        <p:spPr>
          <a:xfrm>
            <a:off x="4227616" y="1354667"/>
            <a:ext cx="7721700" cy="1519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10" name="Google Shape;1110;g3f824b0376f_0_9428"/>
          <p:cNvSpPr/>
          <p:nvPr>
            <p:ph idx="4" type="pic"/>
          </p:nvPr>
        </p:nvSpPr>
        <p:spPr>
          <a:xfrm>
            <a:off x="355600" y="914400"/>
            <a:ext cx="3575100" cy="5379600"/>
          </a:xfrm>
          <a:prstGeom prst="rect">
            <a:avLst/>
          </a:prstGeom>
          <a:noFill/>
          <a:ln>
            <a:noFill/>
          </a:ln>
        </p:spPr>
      </p:sp>
      <p:sp>
        <p:nvSpPr>
          <p:cNvPr id="1111" name="Google Shape;1111;g3f824b0376f_0_9428"/>
          <p:cNvSpPr/>
          <p:nvPr>
            <p:ph idx="5" type="pic"/>
          </p:nvPr>
        </p:nvSpPr>
        <p:spPr>
          <a:xfrm>
            <a:off x="4688969" y="3006721"/>
            <a:ext cx="900000" cy="900000"/>
          </a:xfrm>
          <a:prstGeom prst="rect">
            <a:avLst/>
          </a:prstGeom>
          <a:noFill/>
          <a:ln>
            <a:noFill/>
          </a:ln>
        </p:spPr>
      </p:sp>
      <p:sp>
        <p:nvSpPr>
          <p:cNvPr id="1112" name="Google Shape;1112;g3f824b0376f_0_9428"/>
          <p:cNvSpPr txBox="1"/>
          <p:nvPr>
            <p:ph idx="6" type="body"/>
          </p:nvPr>
        </p:nvSpPr>
        <p:spPr>
          <a:xfrm>
            <a:off x="4191990" y="3980826"/>
            <a:ext cx="1893900" cy="462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13" name="Google Shape;1113;g3f824b0376f_0_9428"/>
          <p:cNvSpPr/>
          <p:nvPr>
            <p:ph idx="7" type="pic"/>
          </p:nvPr>
        </p:nvSpPr>
        <p:spPr>
          <a:xfrm>
            <a:off x="7633206" y="3006721"/>
            <a:ext cx="900000" cy="900000"/>
          </a:xfrm>
          <a:prstGeom prst="rect">
            <a:avLst/>
          </a:prstGeom>
          <a:noFill/>
          <a:ln>
            <a:noFill/>
          </a:ln>
        </p:spPr>
      </p:sp>
      <p:sp>
        <p:nvSpPr>
          <p:cNvPr id="1114" name="Google Shape;1114;g3f824b0376f_0_9428"/>
          <p:cNvSpPr txBox="1"/>
          <p:nvPr>
            <p:ph idx="8" type="body"/>
          </p:nvPr>
        </p:nvSpPr>
        <p:spPr>
          <a:xfrm>
            <a:off x="7136227" y="3980826"/>
            <a:ext cx="1893900" cy="462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15" name="Google Shape;1115;g3f824b0376f_0_9428"/>
          <p:cNvSpPr/>
          <p:nvPr>
            <p:ph idx="9" type="pic"/>
          </p:nvPr>
        </p:nvSpPr>
        <p:spPr>
          <a:xfrm>
            <a:off x="10577442" y="3006721"/>
            <a:ext cx="900000" cy="900000"/>
          </a:xfrm>
          <a:prstGeom prst="rect">
            <a:avLst/>
          </a:prstGeom>
          <a:noFill/>
          <a:ln>
            <a:noFill/>
          </a:ln>
        </p:spPr>
      </p:sp>
      <p:sp>
        <p:nvSpPr>
          <p:cNvPr id="1116" name="Google Shape;1116;g3f824b0376f_0_9428"/>
          <p:cNvSpPr txBox="1"/>
          <p:nvPr>
            <p:ph idx="13" type="body"/>
          </p:nvPr>
        </p:nvSpPr>
        <p:spPr>
          <a:xfrm>
            <a:off x="10080463" y="3980826"/>
            <a:ext cx="1893900" cy="462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17" name="Google Shape;1117;g3f824b0376f_0_9428"/>
          <p:cNvSpPr/>
          <p:nvPr>
            <p:ph idx="14" type="pic"/>
          </p:nvPr>
        </p:nvSpPr>
        <p:spPr>
          <a:xfrm>
            <a:off x="4688969" y="4737019"/>
            <a:ext cx="900000" cy="900000"/>
          </a:xfrm>
          <a:prstGeom prst="rect">
            <a:avLst/>
          </a:prstGeom>
          <a:noFill/>
          <a:ln>
            <a:noFill/>
          </a:ln>
        </p:spPr>
      </p:sp>
      <p:sp>
        <p:nvSpPr>
          <p:cNvPr id="1118" name="Google Shape;1118;g3f824b0376f_0_9428"/>
          <p:cNvSpPr txBox="1"/>
          <p:nvPr>
            <p:ph idx="15" type="body"/>
          </p:nvPr>
        </p:nvSpPr>
        <p:spPr>
          <a:xfrm>
            <a:off x="4191990" y="5711124"/>
            <a:ext cx="1893900" cy="462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19" name="Google Shape;1119;g3f824b0376f_0_9428"/>
          <p:cNvSpPr/>
          <p:nvPr>
            <p:ph idx="16" type="pic"/>
          </p:nvPr>
        </p:nvSpPr>
        <p:spPr>
          <a:xfrm>
            <a:off x="7633206" y="4737019"/>
            <a:ext cx="900000" cy="900000"/>
          </a:xfrm>
          <a:prstGeom prst="rect">
            <a:avLst/>
          </a:prstGeom>
          <a:noFill/>
          <a:ln>
            <a:noFill/>
          </a:ln>
        </p:spPr>
      </p:sp>
      <p:sp>
        <p:nvSpPr>
          <p:cNvPr id="1120" name="Google Shape;1120;g3f824b0376f_0_9428"/>
          <p:cNvSpPr txBox="1"/>
          <p:nvPr>
            <p:ph idx="17" type="body"/>
          </p:nvPr>
        </p:nvSpPr>
        <p:spPr>
          <a:xfrm>
            <a:off x="7136227" y="5711124"/>
            <a:ext cx="1893900" cy="462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21" name="Google Shape;1121;g3f824b0376f_0_9428"/>
          <p:cNvSpPr/>
          <p:nvPr>
            <p:ph idx="18" type="pic"/>
          </p:nvPr>
        </p:nvSpPr>
        <p:spPr>
          <a:xfrm>
            <a:off x="10577442" y="4737019"/>
            <a:ext cx="900000" cy="900000"/>
          </a:xfrm>
          <a:prstGeom prst="rect">
            <a:avLst/>
          </a:prstGeom>
          <a:noFill/>
          <a:ln>
            <a:noFill/>
          </a:ln>
        </p:spPr>
      </p:sp>
      <p:sp>
        <p:nvSpPr>
          <p:cNvPr id="1122" name="Google Shape;1122;g3f824b0376f_0_9428"/>
          <p:cNvSpPr txBox="1"/>
          <p:nvPr>
            <p:ph idx="19" type="body"/>
          </p:nvPr>
        </p:nvSpPr>
        <p:spPr>
          <a:xfrm>
            <a:off x="10080463" y="5711124"/>
            <a:ext cx="1893900" cy="462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1123" name="Google Shape;1123;g3f824b0376f_0_9428"/>
          <p:cNvCxnSpPr/>
          <p:nvPr/>
        </p:nvCxnSpPr>
        <p:spPr>
          <a:xfrm rot="-5400000">
            <a:off x="5861366" y="3646920"/>
            <a:ext cx="1522800" cy="0"/>
          </a:xfrm>
          <a:prstGeom prst="straightConnector1">
            <a:avLst/>
          </a:prstGeom>
          <a:noFill/>
          <a:ln cap="flat" cmpd="sng" w="12700">
            <a:solidFill>
              <a:srgbClr val="BFBFBF"/>
            </a:solidFill>
            <a:prstDash val="solid"/>
            <a:miter lim="8000"/>
            <a:headEnd len="sm" w="sm" type="none"/>
            <a:tailEnd len="sm" w="sm" type="none"/>
          </a:ln>
        </p:spPr>
      </p:cxnSp>
      <p:cxnSp>
        <p:nvCxnSpPr>
          <p:cNvPr id="1124" name="Google Shape;1124;g3f824b0376f_0_9428"/>
          <p:cNvCxnSpPr/>
          <p:nvPr/>
        </p:nvCxnSpPr>
        <p:spPr>
          <a:xfrm rot="-5400000">
            <a:off x="5861366" y="5485855"/>
            <a:ext cx="1522800" cy="0"/>
          </a:xfrm>
          <a:prstGeom prst="straightConnector1">
            <a:avLst/>
          </a:prstGeom>
          <a:noFill/>
          <a:ln cap="flat" cmpd="sng" w="12700">
            <a:solidFill>
              <a:srgbClr val="BFBFBF"/>
            </a:solidFill>
            <a:prstDash val="solid"/>
            <a:miter lim="8000"/>
            <a:headEnd len="sm" w="sm" type="none"/>
            <a:tailEnd len="sm" w="sm" type="none"/>
          </a:ln>
        </p:spPr>
      </p:cxnSp>
      <p:cxnSp>
        <p:nvCxnSpPr>
          <p:cNvPr id="1125" name="Google Shape;1125;g3f824b0376f_0_9428"/>
          <p:cNvCxnSpPr/>
          <p:nvPr/>
        </p:nvCxnSpPr>
        <p:spPr>
          <a:xfrm rot="-5400000">
            <a:off x="8772506" y="3646921"/>
            <a:ext cx="1522800" cy="0"/>
          </a:xfrm>
          <a:prstGeom prst="straightConnector1">
            <a:avLst/>
          </a:prstGeom>
          <a:noFill/>
          <a:ln cap="flat" cmpd="sng" w="12700">
            <a:solidFill>
              <a:srgbClr val="BFBFBF"/>
            </a:solidFill>
            <a:prstDash val="solid"/>
            <a:miter lim="8000"/>
            <a:headEnd len="sm" w="sm" type="none"/>
            <a:tailEnd len="sm" w="sm" type="none"/>
          </a:ln>
        </p:spPr>
      </p:cxnSp>
      <p:cxnSp>
        <p:nvCxnSpPr>
          <p:cNvPr id="1126" name="Google Shape;1126;g3f824b0376f_0_9428"/>
          <p:cNvCxnSpPr/>
          <p:nvPr/>
        </p:nvCxnSpPr>
        <p:spPr>
          <a:xfrm rot="-5400000">
            <a:off x="8772507" y="5485856"/>
            <a:ext cx="1522800" cy="0"/>
          </a:xfrm>
          <a:prstGeom prst="straightConnector1">
            <a:avLst/>
          </a:prstGeom>
          <a:noFill/>
          <a:ln cap="flat" cmpd="sng" w="12700">
            <a:solidFill>
              <a:srgbClr val="BFBFBF"/>
            </a:solidFill>
            <a:prstDash val="solid"/>
            <a:miter lim="8000"/>
            <a:headEnd len="sm" w="sm" type="none"/>
            <a:tailEnd len="sm" w="sm" type="none"/>
          </a:ln>
        </p:spPr>
      </p:cxnSp>
      <p:cxnSp>
        <p:nvCxnSpPr>
          <p:cNvPr id="1127" name="Google Shape;1127;g3f824b0376f_0_9428"/>
          <p:cNvCxnSpPr/>
          <p:nvPr/>
        </p:nvCxnSpPr>
        <p:spPr>
          <a:xfrm rot="10800000">
            <a:off x="4142292" y="4585039"/>
            <a:ext cx="1980000" cy="0"/>
          </a:xfrm>
          <a:prstGeom prst="straightConnector1">
            <a:avLst/>
          </a:prstGeom>
          <a:noFill/>
          <a:ln cap="flat" cmpd="sng" w="12700">
            <a:solidFill>
              <a:srgbClr val="BFBFBF"/>
            </a:solidFill>
            <a:prstDash val="solid"/>
            <a:miter lim="8000"/>
            <a:headEnd len="sm" w="sm" type="none"/>
            <a:tailEnd len="sm" w="sm" type="none"/>
          </a:ln>
        </p:spPr>
      </p:cxnSp>
      <p:cxnSp>
        <p:nvCxnSpPr>
          <p:cNvPr id="1128" name="Google Shape;1128;g3f824b0376f_0_9428"/>
          <p:cNvCxnSpPr/>
          <p:nvPr/>
        </p:nvCxnSpPr>
        <p:spPr>
          <a:xfrm rot="10800000">
            <a:off x="7069771" y="4585039"/>
            <a:ext cx="1980000" cy="0"/>
          </a:xfrm>
          <a:prstGeom prst="straightConnector1">
            <a:avLst/>
          </a:prstGeom>
          <a:noFill/>
          <a:ln cap="flat" cmpd="sng" w="12700">
            <a:solidFill>
              <a:srgbClr val="BFBFBF"/>
            </a:solidFill>
            <a:prstDash val="solid"/>
            <a:miter lim="8000"/>
            <a:headEnd len="sm" w="sm" type="none"/>
            <a:tailEnd len="sm" w="sm" type="none"/>
          </a:ln>
        </p:spPr>
      </p:cxnSp>
      <p:cxnSp>
        <p:nvCxnSpPr>
          <p:cNvPr id="1129" name="Google Shape;1129;g3f824b0376f_0_9428"/>
          <p:cNvCxnSpPr/>
          <p:nvPr/>
        </p:nvCxnSpPr>
        <p:spPr>
          <a:xfrm rot="10800000">
            <a:off x="10012871" y="4585039"/>
            <a:ext cx="1980000" cy="0"/>
          </a:xfrm>
          <a:prstGeom prst="straightConnector1">
            <a:avLst/>
          </a:prstGeom>
          <a:noFill/>
          <a:ln cap="flat" cmpd="sng" w="12700">
            <a:solidFill>
              <a:srgbClr val="BFBFBF"/>
            </a:solidFill>
            <a:prstDash val="solid"/>
            <a:miter lim="8000"/>
            <a:headEnd len="sm" w="sm" type="none"/>
            <a:tailEnd len="sm" w="sm" type="none"/>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9">
    <p:spTree>
      <p:nvGrpSpPr>
        <p:cNvPr id="1130" name="Shape 1130"/>
        <p:cNvGrpSpPr/>
        <p:nvPr/>
      </p:nvGrpSpPr>
      <p:grpSpPr>
        <a:xfrm>
          <a:off x="0" y="0"/>
          <a:ext cx="0" cy="0"/>
          <a:chOff x="0" y="0"/>
          <a:chExt cx="0" cy="0"/>
        </a:xfrm>
      </p:grpSpPr>
      <p:sp>
        <p:nvSpPr>
          <p:cNvPr id="1131" name="Google Shape;1131;g3f824b0376f_0_9456"/>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132" name="Google Shape;1132;g3f824b0376f_0_9456"/>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133" name="Google Shape;1133;g3f824b0376f_0_9456"/>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134" name="Google Shape;1134;g3f824b0376f_0_9456"/>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135" name="Google Shape;1135;g3f824b0376f_0_9456"/>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136" name="Google Shape;1136;g3f824b0376f_0_9456"/>
          <p:cNvSpPr txBox="1"/>
          <p:nvPr>
            <p:ph idx="2" type="body"/>
          </p:nvPr>
        </p:nvSpPr>
        <p:spPr>
          <a:xfrm>
            <a:off x="4310741" y="2817627"/>
            <a:ext cx="3550800" cy="3426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37" name="Google Shape;1137;g3f824b0376f_0_9456"/>
          <p:cNvSpPr txBox="1"/>
          <p:nvPr>
            <p:ph idx="3" type="body"/>
          </p:nvPr>
        </p:nvSpPr>
        <p:spPr>
          <a:xfrm>
            <a:off x="4310741" y="3187774"/>
            <a:ext cx="3550800" cy="2718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38" name="Google Shape;1138;g3f824b0376f_0_9456"/>
          <p:cNvSpPr/>
          <p:nvPr>
            <p:ph idx="4" type="pic"/>
          </p:nvPr>
        </p:nvSpPr>
        <p:spPr>
          <a:xfrm>
            <a:off x="4310741" y="1498573"/>
            <a:ext cx="900000" cy="900000"/>
          </a:xfrm>
          <a:prstGeom prst="rect">
            <a:avLst/>
          </a:prstGeom>
          <a:noFill/>
          <a:ln>
            <a:noFill/>
          </a:ln>
        </p:spPr>
      </p:sp>
      <p:sp>
        <p:nvSpPr>
          <p:cNvPr id="1139" name="Google Shape;1139;g3f824b0376f_0_9456"/>
          <p:cNvSpPr txBox="1"/>
          <p:nvPr>
            <p:ph idx="5" type="body"/>
          </p:nvPr>
        </p:nvSpPr>
        <p:spPr>
          <a:xfrm>
            <a:off x="343992" y="915040"/>
            <a:ext cx="3586800" cy="3888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40" name="Google Shape;1140;g3f824b0376f_0_9456"/>
          <p:cNvSpPr txBox="1"/>
          <p:nvPr>
            <p:ph idx="6" type="body"/>
          </p:nvPr>
        </p:nvSpPr>
        <p:spPr>
          <a:xfrm>
            <a:off x="8310060" y="2817627"/>
            <a:ext cx="3550800" cy="3426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41" name="Google Shape;1141;g3f824b0376f_0_9456"/>
          <p:cNvSpPr txBox="1"/>
          <p:nvPr>
            <p:ph idx="7" type="body"/>
          </p:nvPr>
        </p:nvSpPr>
        <p:spPr>
          <a:xfrm>
            <a:off x="8310060" y="3187774"/>
            <a:ext cx="3550800" cy="2718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42" name="Google Shape;1142;g3f824b0376f_0_9456"/>
          <p:cNvSpPr/>
          <p:nvPr>
            <p:ph idx="8" type="pic"/>
          </p:nvPr>
        </p:nvSpPr>
        <p:spPr>
          <a:xfrm>
            <a:off x="8310060" y="1498573"/>
            <a:ext cx="900000" cy="900000"/>
          </a:xfrm>
          <a:prstGeom prst="rect">
            <a:avLst/>
          </a:prstGeom>
          <a:noFill/>
          <a:ln>
            <a:noFill/>
          </a:ln>
        </p:spPr>
      </p:sp>
      <p:sp>
        <p:nvSpPr>
          <p:cNvPr id="1143" name="Google Shape;1143;g3f824b0376f_0_9456"/>
          <p:cNvSpPr txBox="1"/>
          <p:nvPr>
            <p:ph idx="9" type="body"/>
          </p:nvPr>
        </p:nvSpPr>
        <p:spPr>
          <a:xfrm>
            <a:off x="343992" y="1371599"/>
            <a:ext cx="3586800" cy="4625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1144" name="Google Shape;1144;g3f824b0376f_0_9456"/>
          <p:cNvCxnSpPr/>
          <p:nvPr/>
        </p:nvCxnSpPr>
        <p:spPr>
          <a:xfrm rot="-5400000">
            <a:off x="6468989" y="4391945"/>
            <a:ext cx="3264300" cy="0"/>
          </a:xfrm>
          <a:prstGeom prst="straightConnector1">
            <a:avLst/>
          </a:prstGeom>
          <a:noFill/>
          <a:ln cap="flat" cmpd="sng" w="12700">
            <a:solidFill>
              <a:srgbClr val="BFBFBF"/>
            </a:solidFill>
            <a:prstDash val="solid"/>
            <a:miter lim="8000"/>
            <a:headEnd len="sm" w="sm" type="none"/>
            <a:tailEnd len="sm" w="sm" type="none"/>
          </a:ln>
        </p:spPr>
      </p:cxn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0">
    <p:spTree>
      <p:nvGrpSpPr>
        <p:cNvPr id="1145" name="Shape 1145"/>
        <p:cNvGrpSpPr/>
        <p:nvPr/>
      </p:nvGrpSpPr>
      <p:grpSpPr>
        <a:xfrm>
          <a:off x="0" y="0"/>
          <a:ext cx="0" cy="0"/>
          <a:chOff x="0" y="0"/>
          <a:chExt cx="0" cy="0"/>
        </a:xfrm>
      </p:grpSpPr>
      <p:sp>
        <p:nvSpPr>
          <p:cNvPr id="1146" name="Google Shape;1146;g3f824b0376f_0_9471"/>
          <p:cNvSpPr/>
          <p:nvPr/>
        </p:nvSpPr>
        <p:spPr>
          <a:xfrm>
            <a:off x="552893" y="3104706"/>
            <a:ext cx="5358900" cy="2998500"/>
          </a:xfrm>
          <a:prstGeom prst="roundRect">
            <a:avLst>
              <a:gd fmla="val 3915" name="adj"/>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7" name="Google Shape;1147;g3f824b0376f_0_9471"/>
          <p:cNvSpPr/>
          <p:nvPr/>
        </p:nvSpPr>
        <p:spPr>
          <a:xfrm>
            <a:off x="6363585" y="3104706"/>
            <a:ext cx="5358900" cy="2998500"/>
          </a:xfrm>
          <a:prstGeom prst="roundRect">
            <a:avLst>
              <a:gd fmla="val 3915" name="adj"/>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8" name="Google Shape;1148;g3f824b0376f_0_9471"/>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149" name="Google Shape;1149;g3f824b0376f_0_9471"/>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150" name="Google Shape;1150;g3f824b0376f_0_9471"/>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151" name="Google Shape;1151;g3f824b0376f_0_9471"/>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152" name="Google Shape;1152;g3f824b0376f_0_9471"/>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153" name="Google Shape;1153;g3f824b0376f_0_9471"/>
          <p:cNvSpPr txBox="1"/>
          <p:nvPr>
            <p:ph idx="2" type="body"/>
          </p:nvPr>
        </p:nvSpPr>
        <p:spPr>
          <a:xfrm>
            <a:off x="935665" y="4470461"/>
            <a:ext cx="4593300" cy="358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54" name="Google Shape;1154;g3f824b0376f_0_9471"/>
          <p:cNvSpPr txBox="1"/>
          <p:nvPr>
            <p:ph idx="3" type="body"/>
          </p:nvPr>
        </p:nvSpPr>
        <p:spPr>
          <a:xfrm>
            <a:off x="935665" y="4858212"/>
            <a:ext cx="4593300" cy="965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55" name="Google Shape;1155;g3f824b0376f_0_9471"/>
          <p:cNvSpPr/>
          <p:nvPr>
            <p:ph idx="4" type="pic"/>
          </p:nvPr>
        </p:nvSpPr>
        <p:spPr>
          <a:xfrm>
            <a:off x="2782297" y="3394190"/>
            <a:ext cx="900000" cy="900000"/>
          </a:xfrm>
          <a:prstGeom prst="rect">
            <a:avLst/>
          </a:prstGeom>
          <a:noFill/>
          <a:ln>
            <a:noFill/>
          </a:ln>
        </p:spPr>
      </p:sp>
      <p:sp>
        <p:nvSpPr>
          <p:cNvPr id="1156" name="Google Shape;1156;g3f824b0376f_0_9471"/>
          <p:cNvSpPr txBox="1"/>
          <p:nvPr>
            <p:ph idx="5" type="body"/>
          </p:nvPr>
        </p:nvSpPr>
        <p:spPr>
          <a:xfrm>
            <a:off x="346362" y="808162"/>
            <a:ext cx="11569800" cy="29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57" name="Google Shape;1157;g3f824b0376f_0_9471"/>
          <p:cNvSpPr txBox="1"/>
          <p:nvPr>
            <p:ph idx="6" type="body"/>
          </p:nvPr>
        </p:nvSpPr>
        <p:spPr>
          <a:xfrm>
            <a:off x="346362" y="1115600"/>
            <a:ext cx="11569800" cy="17976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58" name="Google Shape;1158;g3f824b0376f_0_9471"/>
          <p:cNvSpPr txBox="1"/>
          <p:nvPr>
            <p:ph idx="7" type="body"/>
          </p:nvPr>
        </p:nvSpPr>
        <p:spPr>
          <a:xfrm>
            <a:off x="6746357" y="4470461"/>
            <a:ext cx="4593300" cy="358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59" name="Google Shape;1159;g3f824b0376f_0_9471"/>
          <p:cNvSpPr txBox="1"/>
          <p:nvPr>
            <p:ph idx="8" type="body"/>
          </p:nvPr>
        </p:nvSpPr>
        <p:spPr>
          <a:xfrm>
            <a:off x="6746357" y="4858212"/>
            <a:ext cx="4593300" cy="965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0" name="Google Shape;1160;g3f824b0376f_0_9471"/>
          <p:cNvSpPr/>
          <p:nvPr>
            <p:ph idx="9" type="pic"/>
          </p:nvPr>
        </p:nvSpPr>
        <p:spPr>
          <a:xfrm>
            <a:off x="8592989" y="3394190"/>
            <a:ext cx="900000" cy="900000"/>
          </a:xfrm>
          <a:prstGeom prst="rect">
            <a:avLst/>
          </a:prstGeom>
          <a:no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1">
    <p:spTree>
      <p:nvGrpSpPr>
        <p:cNvPr id="1161" name="Shape 1161"/>
        <p:cNvGrpSpPr/>
        <p:nvPr/>
      </p:nvGrpSpPr>
      <p:grpSpPr>
        <a:xfrm>
          <a:off x="0" y="0"/>
          <a:ext cx="0" cy="0"/>
          <a:chOff x="0" y="0"/>
          <a:chExt cx="0" cy="0"/>
        </a:xfrm>
      </p:grpSpPr>
      <p:sp>
        <p:nvSpPr>
          <p:cNvPr id="1162" name="Google Shape;1162;g3f824b0376f_0_9487"/>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163" name="Google Shape;1163;g3f824b0376f_0_9487"/>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164" name="Google Shape;1164;g3f824b0376f_0_9487"/>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165" name="Google Shape;1165;g3f824b0376f_0_9487"/>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166" name="Google Shape;1166;g3f824b0376f_0_9487"/>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167" name="Google Shape;1167;g3f824b0376f_0_9487"/>
          <p:cNvSpPr/>
          <p:nvPr/>
        </p:nvSpPr>
        <p:spPr>
          <a:xfrm>
            <a:off x="401590" y="938470"/>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68" name="Google Shape;1168;g3f824b0376f_0_9487"/>
          <p:cNvSpPr/>
          <p:nvPr>
            <p:ph idx="2" type="pic"/>
          </p:nvPr>
        </p:nvSpPr>
        <p:spPr>
          <a:xfrm>
            <a:off x="671590" y="1208470"/>
            <a:ext cx="540000" cy="540000"/>
          </a:xfrm>
          <a:prstGeom prst="rect">
            <a:avLst/>
          </a:prstGeom>
          <a:noFill/>
          <a:ln>
            <a:noFill/>
          </a:ln>
        </p:spPr>
      </p:sp>
      <p:sp>
        <p:nvSpPr>
          <p:cNvPr id="1169" name="Google Shape;1169;g3f824b0376f_0_9487"/>
          <p:cNvSpPr txBox="1"/>
          <p:nvPr>
            <p:ph idx="3" type="body"/>
          </p:nvPr>
        </p:nvSpPr>
        <p:spPr>
          <a:xfrm>
            <a:off x="1701543" y="924057"/>
            <a:ext cx="10223700" cy="311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0" name="Google Shape;1170;g3f824b0376f_0_9487"/>
          <p:cNvSpPr txBox="1"/>
          <p:nvPr>
            <p:ph idx="4" type="body"/>
          </p:nvPr>
        </p:nvSpPr>
        <p:spPr>
          <a:xfrm>
            <a:off x="1701543" y="1273586"/>
            <a:ext cx="10223700" cy="789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1" name="Google Shape;1171;g3f824b0376f_0_9487"/>
          <p:cNvSpPr/>
          <p:nvPr/>
        </p:nvSpPr>
        <p:spPr>
          <a:xfrm>
            <a:off x="401590" y="2273641"/>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72" name="Google Shape;1172;g3f824b0376f_0_9487"/>
          <p:cNvSpPr/>
          <p:nvPr>
            <p:ph idx="5" type="pic"/>
          </p:nvPr>
        </p:nvSpPr>
        <p:spPr>
          <a:xfrm>
            <a:off x="671590" y="2543641"/>
            <a:ext cx="540000" cy="540000"/>
          </a:xfrm>
          <a:prstGeom prst="rect">
            <a:avLst/>
          </a:prstGeom>
          <a:noFill/>
          <a:ln>
            <a:noFill/>
          </a:ln>
        </p:spPr>
      </p:sp>
      <p:sp>
        <p:nvSpPr>
          <p:cNvPr id="1173" name="Google Shape;1173;g3f824b0376f_0_9487"/>
          <p:cNvSpPr txBox="1"/>
          <p:nvPr>
            <p:ph idx="6" type="body"/>
          </p:nvPr>
        </p:nvSpPr>
        <p:spPr>
          <a:xfrm>
            <a:off x="1701543" y="2259228"/>
            <a:ext cx="10223700" cy="311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4" name="Google Shape;1174;g3f824b0376f_0_9487"/>
          <p:cNvSpPr txBox="1"/>
          <p:nvPr>
            <p:ph idx="7" type="body"/>
          </p:nvPr>
        </p:nvSpPr>
        <p:spPr>
          <a:xfrm>
            <a:off x="1701543" y="2608757"/>
            <a:ext cx="10223700" cy="789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5" name="Google Shape;1175;g3f824b0376f_0_9487"/>
          <p:cNvSpPr/>
          <p:nvPr/>
        </p:nvSpPr>
        <p:spPr>
          <a:xfrm>
            <a:off x="401590" y="3604054"/>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76" name="Google Shape;1176;g3f824b0376f_0_9487"/>
          <p:cNvSpPr/>
          <p:nvPr>
            <p:ph idx="8" type="pic"/>
          </p:nvPr>
        </p:nvSpPr>
        <p:spPr>
          <a:xfrm>
            <a:off x="671590" y="3874054"/>
            <a:ext cx="540000" cy="540000"/>
          </a:xfrm>
          <a:prstGeom prst="rect">
            <a:avLst/>
          </a:prstGeom>
          <a:noFill/>
          <a:ln>
            <a:noFill/>
          </a:ln>
        </p:spPr>
      </p:sp>
      <p:sp>
        <p:nvSpPr>
          <p:cNvPr id="1177" name="Google Shape;1177;g3f824b0376f_0_9487"/>
          <p:cNvSpPr txBox="1"/>
          <p:nvPr>
            <p:ph idx="9" type="body"/>
          </p:nvPr>
        </p:nvSpPr>
        <p:spPr>
          <a:xfrm>
            <a:off x="1701543" y="3589641"/>
            <a:ext cx="10223700" cy="311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8" name="Google Shape;1178;g3f824b0376f_0_9487"/>
          <p:cNvSpPr txBox="1"/>
          <p:nvPr>
            <p:ph idx="13" type="body"/>
          </p:nvPr>
        </p:nvSpPr>
        <p:spPr>
          <a:xfrm>
            <a:off x="1701543" y="3939170"/>
            <a:ext cx="10223700" cy="789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9" name="Google Shape;1179;g3f824b0376f_0_9487"/>
          <p:cNvSpPr/>
          <p:nvPr/>
        </p:nvSpPr>
        <p:spPr>
          <a:xfrm>
            <a:off x="401590" y="4967413"/>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80" name="Google Shape;1180;g3f824b0376f_0_9487"/>
          <p:cNvSpPr/>
          <p:nvPr>
            <p:ph idx="14" type="pic"/>
          </p:nvPr>
        </p:nvSpPr>
        <p:spPr>
          <a:xfrm>
            <a:off x="671590" y="5237413"/>
            <a:ext cx="540000" cy="540000"/>
          </a:xfrm>
          <a:prstGeom prst="rect">
            <a:avLst/>
          </a:prstGeom>
          <a:noFill/>
          <a:ln>
            <a:noFill/>
          </a:ln>
        </p:spPr>
      </p:sp>
      <p:sp>
        <p:nvSpPr>
          <p:cNvPr id="1181" name="Google Shape;1181;g3f824b0376f_0_9487"/>
          <p:cNvSpPr txBox="1"/>
          <p:nvPr>
            <p:ph idx="15" type="body"/>
          </p:nvPr>
        </p:nvSpPr>
        <p:spPr>
          <a:xfrm>
            <a:off x="1701543" y="4953000"/>
            <a:ext cx="10223700" cy="311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82" name="Google Shape;1182;g3f824b0376f_0_9487"/>
          <p:cNvSpPr txBox="1"/>
          <p:nvPr>
            <p:ph idx="16" type="body"/>
          </p:nvPr>
        </p:nvSpPr>
        <p:spPr>
          <a:xfrm>
            <a:off x="1701543" y="5302529"/>
            <a:ext cx="10223700" cy="789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2">
    <p:spTree>
      <p:nvGrpSpPr>
        <p:cNvPr id="1183" name="Shape 1183"/>
        <p:cNvGrpSpPr/>
        <p:nvPr/>
      </p:nvGrpSpPr>
      <p:grpSpPr>
        <a:xfrm>
          <a:off x="0" y="0"/>
          <a:ext cx="0" cy="0"/>
          <a:chOff x="0" y="0"/>
          <a:chExt cx="0" cy="0"/>
        </a:xfrm>
      </p:grpSpPr>
      <p:sp>
        <p:nvSpPr>
          <p:cNvPr id="1184" name="Google Shape;1184;g3f824b0376f_0_9509"/>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185" name="Google Shape;1185;g3f824b0376f_0_9509"/>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186" name="Google Shape;1186;g3f824b0376f_0_9509"/>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187" name="Google Shape;1187;g3f824b0376f_0_9509"/>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188" name="Google Shape;1188;g3f824b0376f_0_9509"/>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189" name="Google Shape;1189;g3f824b0376f_0_9509"/>
          <p:cNvSpPr/>
          <p:nvPr/>
        </p:nvSpPr>
        <p:spPr>
          <a:xfrm>
            <a:off x="448124" y="4709191"/>
            <a:ext cx="1980000" cy="1483200"/>
          </a:xfrm>
          <a:prstGeom prst="roundRect">
            <a:avLst>
              <a:gd fmla="val 8334" name="adj"/>
            </a:avLst>
          </a:prstGeom>
          <a:solidFill>
            <a:srgbClr val="F2F2F2"/>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90" name="Google Shape;1190;g3f824b0376f_0_9509"/>
          <p:cNvSpPr/>
          <p:nvPr/>
        </p:nvSpPr>
        <p:spPr>
          <a:xfrm>
            <a:off x="2829403" y="4709191"/>
            <a:ext cx="1980000" cy="1483200"/>
          </a:xfrm>
          <a:prstGeom prst="roundRect">
            <a:avLst>
              <a:gd fmla="val 8334" name="adj"/>
            </a:avLst>
          </a:prstGeom>
          <a:solidFill>
            <a:srgbClr val="F2F2F2"/>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91" name="Google Shape;1191;g3f824b0376f_0_9509"/>
          <p:cNvSpPr/>
          <p:nvPr/>
        </p:nvSpPr>
        <p:spPr>
          <a:xfrm>
            <a:off x="5210682" y="4709191"/>
            <a:ext cx="1980000" cy="1483200"/>
          </a:xfrm>
          <a:prstGeom prst="roundRect">
            <a:avLst>
              <a:gd fmla="val 8334" name="adj"/>
            </a:avLst>
          </a:prstGeom>
          <a:solidFill>
            <a:srgbClr val="F2F2F2"/>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92" name="Google Shape;1192;g3f824b0376f_0_9509"/>
          <p:cNvSpPr/>
          <p:nvPr/>
        </p:nvSpPr>
        <p:spPr>
          <a:xfrm>
            <a:off x="7591961" y="4709191"/>
            <a:ext cx="1980000" cy="1483200"/>
          </a:xfrm>
          <a:prstGeom prst="roundRect">
            <a:avLst>
              <a:gd fmla="val 8334" name="adj"/>
            </a:avLst>
          </a:prstGeom>
          <a:solidFill>
            <a:srgbClr val="F2F2F2"/>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93" name="Google Shape;1193;g3f824b0376f_0_9509"/>
          <p:cNvSpPr/>
          <p:nvPr/>
        </p:nvSpPr>
        <p:spPr>
          <a:xfrm>
            <a:off x="9973241" y="4709191"/>
            <a:ext cx="1980000" cy="1483200"/>
          </a:xfrm>
          <a:prstGeom prst="roundRect">
            <a:avLst>
              <a:gd fmla="val 8334" name="adj"/>
            </a:avLst>
          </a:prstGeom>
          <a:solidFill>
            <a:srgbClr val="F2F2F2"/>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94" name="Google Shape;1194;g3f824b0376f_0_9509"/>
          <p:cNvSpPr/>
          <p:nvPr/>
        </p:nvSpPr>
        <p:spPr>
          <a:xfrm>
            <a:off x="8575417" y="3108525"/>
            <a:ext cx="3060000" cy="972000"/>
          </a:xfrm>
          <a:prstGeom prst="roundRect">
            <a:avLst>
              <a:gd fmla="val 8242" name="adj"/>
            </a:avLst>
          </a:prstGeom>
          <a:solidFill>
            <a:schemeClr val="lt1"/>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95" name="Google Shape;1195;g3f824b0376f_0_9509"/>
          <p:cNvSpPr/>
          <p:nvPr/>
        </p:nvSpPr>
        <p:spPr>
          <a:xfrm rot="5400000">
            <a:off x="2275953" y="5356052"/>
            <a:ext cx="708600" cy="209400"/>
          </a:xfrm>
          <a:prstGeom prst="triangle">
            <a:avLst>
              <a:gd fmla="val 51613" name="adj"/>
            </a:avLst>
          </a:prstGeom>
          <a:solidFill>
            <a:srgbClr val="E2404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96" name="Google Shape;1196;g3f824b0376f_0_9509"/>
          <p:cNvSpPr/>
          <p:nvPr/>
        </p:nvSpPr>
        <p:spPr>
          <a:xfrm rot="5400000">
            <a:off x="4660322" y="5356053"/>
            <a:ext cx="708600" cy="209400"/>
          </a:xfrm>
          <a:prstGeom prst="triangle">
            <a:avLst>
              <a:gd fmla="val 51613" name="adj"/>
            </a:avLst>
          </a:prstGeom>
          <a:solidFill>
            <a:srgbClr val="E2404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97" name="Google Shape;1197;g3f824b0376f_0_9509"/>
          <p:cNvSpPr/>
          <p:nvPr/>
        </p:nvSpPr>
        <p:spPr>
          <a:xfrm rot="5400000">
            <a:off x="7044691" y="5356054"/>
            <a:ext cx="708600" cy="209400"/>
          </a:xfrm>
          <a:prstGeom prst="triangle">
            <a:avLst>
              <a:gd fmla="val 51613" name="adj"/>
            </a:avLst>
          </a:prstGeom>
          <a:solidFill>
            <a:srgbClr val="E2404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98" name="Google Shape;1198;g3f824b0376f_0_9509"/>
          <p:cNvSpPr/>
          <p:nvPr/>
        </p:nvSpPr>
        <p:spPr>
          <a:xfrm rot="5400000">
            <a:off x="9429060" y="5356055"/>
            <a:ext cx="708600" cy="209400"/>
          </a:xfrm>
          <a:prstGeom prst="triangle">
            <a:avLst>
              <a:gd fmla="val 51613" name="adj"/>
            </a:avLst>
          </a:prstGeom>
          <a:solidFill>
            <a:srgbClr val="E2404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99" name="Google Shape;1199;g3f824b0376f_0_9509"/>
          <p:cNvSpPr txBox="1"/>
          <p:nvPr>
            <p:ph idx="2" type="body"/>
          </p:nvPr>
        </p:nvSpPr>
        <p:spPr>
          <a:xfrm>
            <a:off x="371475" y="929441"/>
            <a:ext cx="11544300" cy="11499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00" name="Google Shape;1200;g3f824b0376f_0_9509"/>
          <p:cNvSpPr txBox="1"/>
          <p:nvPr>
            <p:ph idx="3" type="body"/>
          </p:nvPr>
        </p:nvSpPr>
        <p:spPr>
          <a:xfrm>
            <a:off x="371475" y="2159081"/>
            <a:ext cx="11544300" cy="346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01" name="Google Shape;1201;g3f824b0376f_0_9509"/>
          <p:cNvSpPr txBox="1"/>
          <p:nvPr>
            <p:ph idx="4" type="body"/>
          </p:nvPr>
        </p:nvSpPr>
        <p:spPr>
          <a:xfrm>
            <a:off x="371475" y="2590800"/>
            <a:ext cx="11544300" cy="274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1" i="1"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02" name="Google Shape;1202;g3f824b0376f_0_9509"/>
          <p:cNvSpPr txBox="1"/>
          <p:nvPr>
            <p:ph idx="5" type="body"/>
          </p:nvPr>
        </p:nvSpPr>
        <p:spPr>
          <a:xfrm>
            <a:off x="371475" y="4267200"/>
            <a:ext cx="11544300" cy="274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03" name="Google Shape;1203;g3f824b0376f_0_9509"/>
          <p:cNvSpPr/>
          <p:nvPr/>
        </p:nvSpPr>
        <p:spPr>
          <a:xfrm>
            <a:off x="728862" y="3108525"/>
            <a:ext cx="3060000" cy="972000"/>
          </a:xfrm>
          <a:prstGeom prst="roundRect">
            <a:avLst>
              <a:gd fmla="val 6996" name="adj"/>
            </a:avLst>
          </a:prstGeom>
          <a:solidFill>
            <a:schemeClr val="lt1"/>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04" name="Google Shape;1204;g3f824b0376f_0_9509"/>
          <p:cNvSpPr/>
          <p:nvPr/>
        </p:nvSpPr>
        <p:spPr>
          <a:xfrm>
            <a:off x="4652139" y="3108525"/>
            <a:ext cx="3060000" cy="972000"/>
          </a:xfrm>
          <a:prstGeom prst="roundRect">
            <a:avLst>
              <a:gd fmla="val 8242" name="adj"/>
            </a:avLst>
          </a:prstGeom>
          <a:solidFill>
            <a:schemeClr val="lt1"/>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1205" name="Google Shape;1205;g3f824b0376f_0_9509"/>
          <p:cNvCxnSpPr/>
          <p:nvPr/>
        </p:nvCxnSpPr>
        <p:spPr>
          <a:xfrm>
            <a:off x="3795601" y="3594525"/>
            <a:ext cx="820200" cy="0"/>
          </a:xfrm>
          <a:prstGeom prst="straightConnector1">
            <a:avLst/>
          </a:prstGeom>
          <a:noFill/>
          <a:ln cap="flat" cmpd="sng" w="12700">
            <a:solidFill>
              <a:srgbClr val="E24048"/>
            </a:solidFill>
            <a:prstDash val="solid"/>
            <a:miter lim="8000"/>
            <a:headEnd len="sm" w="sm" type="none"/>
            <a:tailEnd len="med" w="med" type="stealth"/>
          </a:ln>
        </p:spPr>
      </p:cxnSp>
      <p:cxnSp>
        <p:nvCxnSpPr>
          <p:cNvPr id="1206" name="Google Shape;1206;g3f824b0376f_0_9509"/>
          <p:cNvCxnSpPr/>
          <p:nvPr/>
        </p:nvCxnSpPr>
        <p:spPr>
          <a:xfrm>
            <a:off x="7732923" y="3594525"/>
            <a:ext cx="820200" cy="0"/>
          </a:xfrm>
          <a:prstGeom prst="straightConnector1">
            <a:avLst/>
          </a:prstGeom>
          <a:noFill/>
          <a:ln cap="flat" cmpd="sng" w="12700">
            <a:solidFill>
              <a:srgbClr val="E24048"/>
            </a:solidFill>
            <a:prstDash val="solid"/>
            <a:miter lim="8000"/>
            <a:headEnd len="sm" w="sm" type="none"/>
            <a:tailEnd len="med" w="med" type="stealth"/>
          </a:ln>
        </p:spPr>
      </p:cxnSp>
      <p:sp>
        <p:nvSpPr>
          <p:cNvPr id="1207" name="Google Shape;1207;g3f824b0376f_0_9509"/>
          <p:cNvSpPr/>
          <p:nvPr>
            <p:ph idx="6" type="pic"/>
          </p:nvPr>
        </p:nvSpPr>
        <p:spPr>
          <a:xfrm>
            <a:off x="906624" y="3241066"/>
            <a:ext cx="720000" cy="720000"/>
          </a:xfrm>
          <a:prstGeom prst="rect">
            <a:avLst/>
          </a:prstGeom>
          <a:noFill/>
          <a:ln>
            <a:noFill/>
          </a:ln>
        </p:spPr>
      </p:sp>
      <p:sp>
        <p:nvSpPr>
          <p:cNvPr id="1208" name="Google Shape;1208;g3f824b0376f_0_9509"/>
          <p:cNvSpPr txBox="1"/>
          <p:nvPr>
            <p:ph idx="7" type="body"/>
          </p:nvPr>
        </p:nvSpPr>
        <p:spPr>
          <a:xfrm>
            <a:off x="1737069" y="3193065"/>
            <a:ext cx="19824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09" name="Google Shape;1209;g3f824b0376f_0_9509"/>
          <p:cNvSpPr txBox="1"/>
          <p:nvPr>
            <p:ph idx="8" type="body"/>
          </p:nvPr>
        </p:nvSpPr>
        <p:spPr>
          <a:xfrm>
            <a:off x="1737069" y="3530237"/>
            <a:ext cx="1982400" cy="473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10" name="Google Shape;1210;g3f824b0376f_0_9509"/>
          <p:cNvSpPr/>
          <p:nvPr>
            <p:ph idx="9" type="pic"/>
          </p:nvPr>
        </p:nvSpPr>
        <p:spPr>
          <a:xfrm>
            <a:off x="4773828" y="3241066"/>
            <a:ext cx="720000" cy="720000"/>
          </a:xfrm>
          <a:prstGeom prst="rect">
            <a:avLst/>
          </a:prstGeom>
          <a:noFill/>
          <a:ln>
            <a:noFill/>
          </a:ln>
        </p:spPr>
      </p:sp>
      <p:sp>
        <p:nvSpPr>
          <p:cNvPr id="1211" name="Google Shape;1211;g3f824b0376f_0_9509"/>
          <p:cNvSpPr txBox="1"/>
          <p:nvPr>
            <p:ph idx="13" type="body"/>
          </p:nvPr>
        </p:nvSpPr>
        <p:spPr>
          <a:xfrm>
            <a:off x="5604273" y="3193065"/>
            <a:ext cx="19824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12" name="Google Shape;1212;g3f824b0376f_0_9509"/>
          <p:cNvSpPr txBox="1"/>
          <p:nvPr>
            <p:ph idx="14" type="body"/>
          </p:nvPr>
        </p:nvSpPr>
        <p:spPr>
          <a:xfrm>
            <a:off x="5604273" y="3530237"/>
            <a:ext cx="1982400" cy="473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13" name="Google Shape;1213;g3f824b0376f_0_9509"/>
          <p:cNvSpPr/>
          <p:nvPr>
            <p:ph idx="15" type="pic"/>
          </p:nvPr>
        </p:nvSpPr>
        <p:spPr>
          <a:xfrm>
            <a:off x="8713572" y="3241066"/>
            <a:ext cx="720000" cy="720000"/>
          </a:xfrm>
          <a:prstGeom prst="rect">
            <a:avLst/>
          </a:prstGeom>
          <a:noFill/>
          <a:ln>
            <a:noFill/>
          </a:ln>
        </p:spPr>
      </p:sp>
      <p:sp>
        <p:nvSpPr>
          <p:cNvPr id="1214" name="Google Shape;1214;g3f824b0376f_0_9509"/>
          <p:cNvSpPr txBox="1"/>
          <p:nvPr>
            <p:ph idx="16" type="body"/>
          </p:nvPr>
        </p:nvSpPr>
        <p:spPr>
          <a:xfrm>
            <a:off x="9544017" y="3193065"/>
            <a:ext cx="19824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15" name="Google Shape;1215;g3f824b0376f_0_9509"/>
          <p:cNvSpPr txBox="1"/>
          <p:nvPr>
            <p:ph idx="17" type="body"/>
          </p:nvPr>
        </p:nvSpPr>
        <p:spPr>
          <a:xfrm>
            <a:off x="9544017" y="3530237"/>
            <a:ext cx="1982400" cy="473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16" name="Google Shape;1216;g3f824b0376f_0_9509"/>
          <p:cNvSpPr/>
          <p:nvPr>
            <p:ph idx="18" type="pic"/>
          </p:nvPr>
        </p:nvSpPr>
        <p:spPr>
          <a:xfrm>
            <a:off x="1078124" y="4800600"/>
            <a:ext cx="720000" cy="720000"/>
          </a:xfrm>
          <a:prstGeom prst="rect">
            <a:avLst/>
          </a:prstGeom>
          <a:noFill/>
          <a:ln>
            <a:noFill/>
          </a:ln>
        </p:spPr>
      </p:sp>
      <p:sp>
        <p:nvSpPr>
          <p:cNvPr id="1217" name="Google Shape;1217;g3f824b0376f_0_9509"/>
          <p:cNvSpPr txBox="1"/>
          <p:nvPr>
            <p:ph idx="19" type="body"/>
          </p:nvPr>
        </p:nvSpPr>
        <p:spPr>
          <a:xfrm>
            <a:off x="539278" y="5638800"/>
            <a:ext cx="1800000" cy="473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18" name="Google Shape;1218;g3f824b0376f_0_9509"/>
          <p:cNvSpPr/>
          <p:nvPr>
            <p:ph idx="20" type="pic"/>
          </p:nvPr>
        </p:nvSpPr>
        <p:spPr>
          <a:xfrm>
            <a:off x="3441357" y="4800600"/>
            <a:ext cx="720000" cy="720000"/>
          </a:xfrm>
          <a:prstGeom prst="rect">
            <a:avLst/>
          </a:prstGeom>
          <a:noFill/>
          <a:ln>
            <a:noFill/>
          </a:ln>
        </p:spPr>
      </p:sp>
      <p:sp>
        <p:nvSpPr>
          <p:cNvPr id="1219" name="Google Shape;1219;g3f824b0376f_0_9509"/>
          <p:cNvSpPr txBox="1"/>
          <p:nvPr>
            <p:ph idx="21" type="body"/>
          </p:nvPr>
        </p:nvSpPr>
        <p:spPr>
          <a:xfrm>
            <a:off x="2919403" y="5638800"/>
            <a:ext cx="1800000" cy="473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20" name="Google Shape;1220;g3f824b0376f_0_9509"/>
          <p:cNvSpPr/>
          <p:nvPr>
            <p:ph idx="22" type="pic"/>
          </p:nvPr>
        </p:nvSpPr>
        <p:spPr>
          <a:xfrm>
            <a:off x="5840628" y="4800600"/>
            <a:ext cx="720000" cy="720000"/>
          </a:xfrm>
          <a:prstGeom prst="rect">
            <a:avLst/>
          </a:prstGeom>
          <a:noFill/>
          <a:ln>
            <a:noFill/>
          </a:ln>
        </p:spPr>
      </p:sp>
      <p:sp>
        <p:nvSpPr>
          <p:cNvPr id="1221" name="Google Shape;1221;g3f824b0376f_0_9509"/>
          <p:cNvSpPr txBox="1"/>
          <p:nvPr>
            <p:ph idx="23" type="body"/>
          </p:nvPr>
        </p:nvSpPr>
        <p:spPr>
          <a:xfrm>
            <a:off x="5300682" y="5638800"/>
            <a:ext cx="1800000" cy="473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22" name="Google Shape;1222;g3f824b0376f_0_9509"/>
          <p:cNvSpPr/>
          <p:nvPr>
            <p:ph idx="24" type="pic"/>
          </p:nvPr>
        </p:nvSpPr>
        <p:spPr>
          <a:xfrm>
            <a:off x="8215185" y="4800600"/>
            <a:ext cx="720000" cy="720000"/>
          </a:xfrm>
          <a:prstGeom prst="rect">
            <a:avLst/>
          </a:prstGeom>
          <a:noFill/>
          <a:ln>
            <a:noFill/>
          </a:ln>
        </p:spPr>
      </p:sp>
      <p:sp>
        <p:nvSpPr>
          <p:cNvPr id="1223" name="Google Shape;1223;g3f824b0376f_0_9509"/>
          <p:cNvSpPr txBox="1"/>
          <p:nvPr>
            <p:ph idx="25" type="body"/>
          </p:nvPr>
        </p:nvSpPr>
        <p:spPr>
          <a:xfrm>
            <a:off x="7681961" y="5638800"/>
            <a:ext cx="1800000" cy="473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24" name="Google Shape;1224;g3f824b0376f_0_9509"/>
          <p:cNvSpPr/>
          <p:nvPr>
            <p:ph idx="26" type="pic"/>
          </p:nvPr>
        </p:nvSpPr>
        <p:spPr>
          <a:xfrm>
            <a:off x="10591800" y="4800600"/>
            <a:ext cx="720000" cy="720000"/>
          </a:xfrm>
          <a:prstGeom prst="rect">
            <a:avLst/>
          </a:prstGeom>
          <a:noFill/>
          <a:ln>
            <a:noFill/>
          </a:ln>
        </p:spPr>
      </p:sp>
      <p:sp>
        <p:nvSpPr>
          <p:cNvPr id="1225" name="Google Shape;1225;g3f824b0376f_0_9509"/>
          <p:cNvSpPr txBox="1"/>
          <p:nvPr>
            <p:ph idx="27" type="body"/>
          </p:nvPr>
        </p:nvSpPr>
        <p:spPr>
          <a:xfrm>
            <a:off x="10063241" y="5638800"/>
            <a:ext cx="1800000" cy="473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3">
    <p:spTree>
      <p:nvGrpSpPr>
        <p:cNvPr id="1226" name="Shape 1226"/>
        <p:cNvGrpSpPr/>
        <p:nvPr/>
      </p:nvGrpSpPr>
      <p:grpSpPr>
        <a:xfrm>
          <a:off x="0" y="0"/>
          <a:ext cx="0" cy="0"/>
          <a:chOff x="0" y="0"/>
          <a:chExt cx="0" cy="0"/>
        </a:xfrm>
      </p:grpSpPr>
      <p:sp>
        <p:nvSpPr>
          <p:cNvPr id="1227" name="Google Shape;1227;g3f824b0376f_0_9552"/>
          <p:cNvSpPr/>
          <p:nvPr/>
        </p:nvSpPr>
        <p:spPr>
          <a:xfrm rot="2700000">
            <a:off x="790888" y="3467711"/>
            <a:ext cx="914289" cy="914289"/>
          </a:xfrm>
          <a:prstGeom prst="roundRect">
            <a:avLst>
              <a:gd fmla="val 16667" name="adj"/>
            </a:avLst>
          </a:prstGeom>
          <a:solidFill>
            <a:srgbClr val="F2F2F2"/>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28" name="Google Shape;1228;g3f824b0376f_0_9552"/>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229" name="Google Shape;1229;g3f824b0376f_0_9552"/>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230" name="Google Shape;1230;g3f824b0376f_0_9552"/>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231" name="Google Shape;1231;g3f824b0376f_0_9552"/>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232" name="Google Shape;1232;g3f824b0376f_0_9552"/>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233" name="Google Shape;1233;g3f824b0376f_0_9552"/>
          <p:cNvSpPr/>
          <p:nvPr>
            <p:ph idx="2" type="pic"/>
          </p:nvPr>
        </p:nvSpPr>
        <p:spPr>
          <a:xfrm>
            <a:off x="996033" y="3672934"/>
            <a:ext cx="504000" cy="504000"/>
          </a:xfrm>
          <a:prstGeom prst="rect">
            <a:avLst/>
          </a:prstGeom>
          <a:noFill/>
          <a:ln>
            <a:noFill/>
          </a:ln>
        </p:spPr>
      </p:sp>
      <p:sp>
        <p:nvSpPr>
          <p:cNvPr id="1234" name="Google Shape;1234;g3f824b0376f_0_9552"/>
          <p:cNvSpPr txBox="1"/>
          <p:nvPr>
            <p:ph idx="3" type="body"/>
          </p:nvPr>
        </p:nvSpPr>
        <p:spPr>
          <a:xfrm>
            <a:off x="244240" y="5094845"/>
            <a:ext cx="2463900" cy="584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35" name="Google Shape;1235;g3f824b0376f_0_9552"/>
          <p:cNvSpPr txBox="1"/>
          <p:nvPr>
            <p:ph idx="4" type="body"/>
          </p:nvPr>
        </p:nvSpPr>
        <p:spPr>
          <a:xfrm>
            <a:off x="4033381" y="5094845"/>
            <a:ext cx="2463900" cy="584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36" name="Google Shape;1236;g3f824b0376f_0_9552"/>
          <p:cNvSpPr txBox="1"/>
          <p:nvPr>
            <p:ph idx="5" type="body"/>
          </p:nvPr>
        </p:nvSpPr>
        <p:spPr>
          <a:xfrm>
            <a:off x="7822522" y="5094845"/>
            <a:ext cx="2463900" cy="584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37" name="Google Shape;1237;g3f824b0376f_0_9552"/>
          <p:cNvSpPr txBox="1"/>
          <p:nvPr>
            <p:ph idx="6" type="body"/>
          </p:nvPr>
        </p:nvSpPr>
        <p:spPr>
          <a:xfrm>
            <a:off x="2088668" y="1343699"/>
            <a:ext cx="2463900" cy="584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38" name="Google Shape;1238;g3f824b0376f_0_9552"/>
          <p:cNvSpPr txBox="1"/>
          <p:nvPr>
            <p:ph idx="7" type="body"/>
          </p:nvPr>
        </p:nvSpPr>
        <p:spPr>
          <a:xfrm>
            <a:off x="5861556" y="1343699"/>
            <a:ext cx="2463900" cy="584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39" name="Google Shape;1239;g3f824b0376f_0_9552"/>
          <p:cNvSpPr txBox="1"/>
          <p:nvPr>
            <p:ph idx="8" type="body"/>
          </p:nvPr>
        </p:nvSpPr>
        <p:spPr>
          <a:xfrm>
            <a:off x="9634445" y="1343699"/>
            <a:ext cx="2452800" cy="584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0" name="Google Shape;1240;g3f824b0376f_0_9552"/>
          <p:cNvSpPr/>
          <p:nvPr/>
        </p:nvSpPr>
        <p:spPr>
          <a:xfrm rot="2700000">
            <a:off x="2895655" y="2630819"/>
            <a:ext cx="914289" cy="914289"/>
          </a:xfrm>
          <a:prstGeom prst="roundRect">
            <a:avLst>
              <a:gd fmla="val 16667" name="adj"/>
            </a:avLst>
          </a:prstGeom>
          <a:solidFill>
            <a:srgbClr val="F2F2F2"/>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41" name="Google Shape;1241;g3f824b0376f_0_9552"/>
          <p:cNvSpPr/>
          <p:nvPr>
            <p:ph idx="9" type="pic"/>
          </p:nvPr>
        </p:nvSpPr>
        <p:spPr>
          <a:xfrm>
            <a:off x="3100801" y="2836043"/>
            <a:ext cx="504000" cy="504000"/>
          </a:xfrm>
          <a:prstGeom prst="rect">
            <a:avLst/>
          </a:prstGeom>
          <a:noFill/>
          <a:ln>
            <a:noFill/>
          </a:ln>
        </p:spPr>
      </p:sp>
      <p:sp>
        <p:nvSpPr>
          <p:cNvPr id="1242" name="Google Shape;1242;g3f824b0376f_0_9552"/>
          <p:cNvSpPr/>
          <p:nvPr/>
        </p:nvSpPr>
        <p:spPr>
          <a:xfrm rot="2700000">
            <a:off x="4800655" y="3467711"/>
            <a:ext cx="914289" cy="914289"/>
          </a:xfrm>
          <a:prstGeom prst="roundRect">
            <a:avLst>
              <a:gd fmla="val 16667" name="adj"/>
            </a:avLst>
          </a:prstGeom>
          <a:solidFill>
            <a:srgbClr val="F2F2F2"/>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43" name="Google Shape;1243;g3f824b0376f_0_9552"/>
          <p:cNvSpPr/>
          <p:nvPr>
            <p:ph idx="13" type="pic"/>
          </p:nvPr>
        </p:nvSpPr>
        <p:spPr>
          <a:xfrm>
            <a:off x="5005801" y="3672935"/>
            <a:ext cx="504000" cy="504000"/>
          </a:xfrm>
          <a:prstGeom prst="rect">
            <a:avLst/>
          </a:prstGeom>
          <a:noFill/>
          <a:ln>
            <a:noFill/>
          </a:ln>
        </p:spPr>
      </p:sp>
      <p:sp>
        <p:nvSpPr>
          <p:cNvPr id="1244" name="Google Shape;1244;g3f824b0376f_0_9552"/>
          <p:cNvSpPr/>
          <p:nvPr/>
        </p:nvSpPr>
        <p:spPr>
          <a:xfrm rot="2700000">
            <a:off x="6687574" y="2630819"/>
            <a:ext cx="914289" cy="914289"/>
          </a:xfrm>
          <a:prstGeom prst="roundRect">
            <a:avLst>
              <a:gd fmla="val 16667" name="adj"/>
            </a:avLst>
          </a:prstGeom>
          <a:solidFill>
            <a:srgbClr val="F2F2F2"/>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45" name="Google Shape;1245;g3f824b0376f_0_9552"/>
          <p:cNvSpPr/>
          <p:nvPr>
            <p:ph idx="14" type="pic"/>
          </p:nvPr>
        </p:nvSpPr>
        <p:spPr>
          <a:xfrm>
            <a:off x="6892720" y="2836043"/>
            <a:ext cx="504000" cy="504000"/>
          </a:xfrm>
          <a:prstGeom prst="rect">
            <a:avLst/>
          </a:prstGeom>
          <a:noFill/>
          <a:ln>
            <a:noFill/>
          </a:ln>
        </p:spPr>
      </p:sp>
      <p:sp>
        <p:nvSpPr>
          <p:cNvPr id="1246" name="Google Shape;1246;g3f824b0376f_0_9552"/>
          <p:cNvSpPr/>
          <p:nvPr/>
        </p:nvSpPr>
        <p:spPr>
          <a:xfrm rot="2700000">
            <a:off x="10347757" y="2630819"/>
            <a:ext cx="914289" cy="914289"/>
          </a:xfrm>
          <a:prstGeom prst="roundRect">
            <a:avLst>
              <a:gd fmla="val 16667" name="adj"/>
            </a:avLst>
          </a:prstGeom>
          <a:solidFill>
            <a:srgbClr val="F2F2F2"/>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47" name="Google Shape;1247;g3f824b0376f_0_9552"/>
          <p:cNvSpPr/>
          <p:nvPr>
            <p:ph idx="15" type="pic"/>
          </p:nvPr>
        </p:nvSpPr>
        <p:spPr>
          <a:xfrm>
            <a:off x="10552903" y="2836043"/>
            <a:ext cx="504000" cy="504000"/>
          </a:xfrm>
          <a:prstGeom prst="rect">
            <a:avLst/>
          </a:prstGeom>
          <a:noFill/>
          <a:ln>
            <a:noFill/>
          </a:ln>
        </p:spPr>
      </p:sp>
      <p:sp>
        <p:nvSpPr>
          <p:cNvPr id="1248" name="Google Shape;1248;g3f824b0376f_0_9552"/>
          <p:cNvSpPr/>
          <p:nvPr/>
        </p:nvSpPr>
        <p:spPr>
          <a:xfrm rot="2700000">
            <a:off x="8382055" y="3467711"/>
            <a:ext cx="914289" cy="914289"/>
          </a:xfrm>
          <a:prstGeom prst="roundRect">
            <a:avLst>
              <a:gd fmla="val 16667" name="adj"/>
            </a:avLst>
          </a:prstGeom>
          <a:solidFill>
            <a:srgbClr val="F2F2F2"/>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49" name="Google Shape;1249;g3f824b0376f_0_9552"/>
          <p:cNvSpPr/>
          <p:nvPr>
            <p:ph idx="16" type="pic"/>
          </p:nvPr>
        </p:nvSpPr>
        <p:spPr>
          <a:xfrm>
            <a:off x="8587201" y="3672935"/>
            <a:ext cx="504000" cy="504000"/>
          </a:xfrm>
          <a:prstGeom prst="rect">
            <a:avLst/>
          </a:prstGeom>
          <a:noFill/>
          <a:ln>
            <a:noFill/>
          </a:ln>
        </p:spPr>
      </p:sp>
      <p:cxnSp>
        <p:nvCxnSpPr>
          <p:cNvPr id="1250" name="Google Shape;1250;g3f824b0376f_0_9552"/>
          <p:cNvCxnSpPr/>
          <p:nvPr/>
        </p:nvCxnSpPr>
        <p:spPr>
          <a:xfrm rot="10800000">
            <a:off x="1247359" y="4521615"/>
            <a:ext cx="0" cy="495900"/>
          </a:xfrm>
          <a:prstGeom prst="straightConnector1">
            <a:avLst/>
          </a:prstGeom>
          <a:noFill/>
          <a:ln cap="flat" cmpd="sng" w="12700">
            <a:solidFill>
              <a:srgbClr val="AEABAB"/>
            </a:solidFill>
            <a:prstDash val="solid"/>
            <a:miter lim="8000"/>
            <a:headEnd len="med" w="med" type="oval"/>
            <a:tailEnd len="sm" w="sm" type="none"/>
          </a:ln>
        </p:spPr>
      </p:cxnSp>
      <p:cxnSp>
        <p:nvCxnSpPr>
          <p:cNvPr id="1251" name="Google Shape;1251;g3f824b0376f_0_9552"/>
          <p:cNvCxnSpPr/>
          <p:nvPr/>
        </p:nvCxnSpPr>
        <p:spPr>
          <a:xfrm rot="10800000">
            <a:off x="3346555" y="1980004"/>
            <a:ext cx="0" cy="495900"/>
          </a:xfrm>
          <a:prstGeom prst="straightConnector1">
            <a:avLst/>
          </a:prstGeom>
          <a:noFill/>
          <a:ln cap="flat" cmpd="sng" w="12700">
            <a:solidFill>
              <a:srgbClr val="AEABAB"/>
            </a:solidFill>
            <a:prstDash val="solid"/>
            <a:miter lim="8000"/>
            <a:headEnd len="sm" w="sm" type="none"/>
            <a:tailEnd len="med" w="med" type="oval"/>
          </a:ln>
        </p:spPr>
      </p:cxnSp>
      <p:cxnSp>
        <p:nvCxnSpPr>
          <p:cNvPr id="1252" name="Google Shape;1252;g3f824b0376f_0_9552"/>
          <p:cNvCxnSpPr/>
          <p:nvPr/>
        </p:nvCxnSpPr>
        <p:spPr>
          <a:xfrm rot="10800000">
            <a:off x="7140315" y="1980004"/>
            <a:ext cx="0" cy="495900"/>
          </a:xfrm>
          <a:prstGeom prst="straightConnector1">
            <a:avLst/>
          </a:prstGeom>
          <a:noFill/>
          <a:ln cap="flat" cmpd="sng" w="12700">
            <a:solidFill>
              <a:srgbClr val="AEABAB"/>
            </a:solidFill>
            <a:prstDash val="solid"/>
            <a:miter lim="8000"/>
            <a:headEnd len="sm" w="sm" type="none"/>
            <a:tailEnd len="med" w="med" type="oval"/>
          </a:ln>
        </p:spPr>
      </p:cxnSp>
      <p:cxnSp>
        <p:nvCxnSpPr>
          <p:cNvPr id="1253" name="Google Shape;1253;g3f824b0376f_0_9552"/>
          <p:cNvCxnSpPr/>
          <p:nvPr/>
        </p:nvCxnSpPr>
        <p:spPr>
          <a:xfrm rot="10800000">
            <a:off x="10804160" y="1980004"/>
            <a:ext cx="0" cy="495900"/>
          </a:xfrm>
          <a:prstGeom prst="straightConnector1">
            <a:avLst/>
          </a:prstGeom>
          <a:noFill/>
          <a:ln cap="flat" cmpd="sng" w="12700">
            <a:solidFill>
              <a:srgbClr val="AEABAB"/>
            </a:solidFill>
            <a:prstDash val="solid"/>
            <a:miter lim="8000"/>
            <a:headEnd len="sm" w="sm" type="none"/>
            <a:tailEnd len="med" w="med" type="oval"/>
          </a:ln>
        </p:spPr>
      </p:cxnSp>
      <p:cxnSp>
        <p:nvCxnSpPr>
          <p:cNvPr id="1254" name="Google Shape;1254;g3f824b0376f_0_9552"/>
          <p:cNvCxnSpPr/>
          <p:nvPr/>
        </p:nvCxnSpPr>
        <p:spPr>
          <a:xfrm rot="10800000">
            <a:off x="5257800" y="4521615"/>
            <a:ext cx="0" cy="495900"/>
          </a:xfrm>
          <a:prstGeom prst="straightConnector1">
            <a:avLst/>
          </a:prstGeom>
          <a:noFill/>
          <a:ln cap="flat" cmpd="sng" w="12700">
            <a:solidFill>
              <a:srgbClr val="AEABAB"/>
            </a:solidFill>
            <a:prstDash val="solid"/>
            <a:miter lim="8000"/>
            <a:headEnd len="med" w="med" type="oval"/>
            <a:tailEnd len="sm" w="sm" type="none"/>
          </a:ln>
        </p:spPr>
      </p:cxnSp>
      <p:cxnSp>
        <p:nvCxnSpPr>
          <p:cNvPr id="1255" name="Google Shape;1255;g3f824b0376f_0_9552"/>
          <p:cNvCxnSpPr/>
          <p:nvPr/>
        </p:nvCxnSpPr>
        <p:spPr>
          <a:xfrm rot="10800000">
            <a:off x="8839200" y="4521615"/>
            <a:ext cx="0" cy="495900"/>
          </a:xfrm>
          <a:prstGeom prst="straightConnector1">
            <a:avLst/>
          </a:prstGeom>
          <a:noFill/>
          <a:ln cap="flat" cmpd="sng" w="12700">
            <a:solidFill>
              <a:srgbClr val="AEABAB"/>
            </a:solidFill>
            <a:prstDash val="solid"/>
            <a:miter lim="8000"/>
            <a:headEnd len="med" w="med" type="oval"/>
            <a:tailEnd len="sm" w="sm" type="none"/>
          </a:ln>
        </p:spPr>
      </p:cxn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4">
    <p:spTree>
      <p:nvGrpSpPr>
        <p:cNvPr id="1256" name="Shape 1256"/>
        <p:cNvGrpSpPr/>
        <p:nvPr/>
      </p:nvGrpSpPr>
      <p:grpSpPr>
        <a:xfrm>
          <a:off x="0" y="0"/>
          <a:ext cx="0" cy="0"/>
          <a:chOff x="0" y="0"/>
          <a:chExt cx="0" cy="0"/>
        </a:xfrm>
      </p:grpSpPr>
      <p:sp>
        <p:nvSpPr>
          <p:cNvPr id="1257" name="Google Shape;1257;g3f824b0376f_0_9582"/>
          <p:cNvSpPr/>
          <p:nvPr/>
        </p:nvSpPr>
        <p:spPr>
          <a:xfrm>
            <a:off x="797830" y="2935063"/>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58" name="Google Shape;1258;g3f824b0376f_0_9582"/>
          <p:cNvSpPr/>
          <p:nvPr/>
        </p:nvSpPr>
        <p:spPr>
          <a:xfrm>
            <a:off x="3200400" y="2935063"/>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59" name="Google Shape;1259;g3f824b0376f_0_9582"/>
          <p:cNvSpPr/>
          <p:nvPr/>
        </p:nvSpPr>
        <p:spPr>
          <a:xfrm>
            <a:off x="5562600" y="2935063"/>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0" name="Google Shape;1260;g3f824b0376f_0_9582"/>
          <p:cNvSpPr/>
          <p:nvPr/>
        </p:nvSpPr>
        <p:spPr>
          <a:xfrm>
            <a:off x="7924800" y="2935063"/>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1" name="Google Shape;1261;g3f824b0376f_0_9582"/>
          <p:cNvSpPr/>
          <p:nvPr/>
        </p:nvSpPr>
        <p:spPr>
          <a:xfrm>
            <a:off x="10287000" y="2935063"/>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2" name="Google Shape;1262;g3f824b0376f_0_9582"/>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263" name="Google Shape;1263;g3f824b0376f_0_9582"/>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264" name="Google Shape;1264;g3f824b0376f_0_9582"/>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265" name="Google Shape;1265;g3f824b0376f_0_9582"/>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266" name="Google Shape;1266;g3f824b0376f_0_9582"/>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267" name="Google Shape;1267;g3f824b0376f_0_9582"/>
          <p:cNvSpPr/>
          <p:nvPr>
            <p:ph idx="2" type="pic"/>
          </p:nvPr>
        </p:nvSpPr>
        <p:spPr>
          <a:xfrm>
            <a:off x="1067830" y="3205063"/>
            <a:ext cx="540000" cy="540000"/>
          </a:xfrm>
          <a:prstGeom prst="rect">
            <a:avLst/>
          </a:prstGeom>
          <a:noFill/>
          <a:ln>
            <a:noFill/>
          </a:ln>
        </p:spPr>
      </p:sp>
      <p:sp>
        <p:nvSpPr>
          <p:cNvPr id="1268" name="Google Shape;1268;g3f824b0376f_0_9582"/>
          <p:cNvSpPr txBox="1"/>
          <p:nvPr>
            <p:ph idx="3" type="body"/>
          </p:nvPr>
        </p:nvSpPr>
        <p:spPr>
          <a:xfrm>
            <a:off x="280252" y="1555624"/>
            <a:ext cx="2123100" cy="3198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9" name="Google Shape;1269;g3f824b0376f_0_9582"/>
          <p:cNvSpPr txBox="1"/>
          <p:nvPr>
            <p:ph idx="4" type="body"/>
          </p:nvPr>
        </p:nvSpPr>
        <p:spPr>
          <a:xfrm>
            <a:off x="280252" y="1869407"/>
            <a:ext cx="2123100" cy="599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70" name="Google Shape;1270;g3f824b0376f_0_9582"/>
          <p:cNvSpPr/>
          <p:nvPr>
            <p:ph idx="5" type="pic"/>
          </p:nvPr>
        </p:nvSpPr>
        <p:spPr>
          <a:xfrm>
            <a:off x="3470400" y="3205063"/>
            <a:ext cx="540000" cy="540000"/>
          </a:xfrm>
          <a:prstGeom prst="rect">
            <a:avLst/>
          </a:prstGeom>
          <a:noFill/>
          <a:ln>
            <a:noFill/>
          </a:ln>
        </p:spPr>
      </p:sp>
      <p:sp>
        <p:nvSpPr>
          <p:cNvPr id="1271" name="Google Shape;1271;g3f824b0376f_0_9582"/>
          <p:cNvSpPr txBox="1"/>
          <p:nvPr>
            <p:ph idx="6" type="body"/>
          </p:nvPr>
        </p:nvSpPr>
        <p:spPr>
          <a:xfrm>
            <a:off x="2675879" y="4436726"/>
            <a:ext cx="2123100" cy="3198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72" name="Google Shape;1272;g3f824b0376f_0_9582"/>
          <p:cNvSpPr txBox="1"/>
          <p:nvPr>
            <p:ph idx="7" type="body"/>
          </p:nvPr>
        </p:nvSpPr>
        <p:spPr>
          <a:xfrm>
            <a:off x="2675879" y="4750509"/>
            <a:ext cx="2123100" cy="599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73" name="Google Shape;1273;g3f824b0376f_0_9582"/>
          <p:cNvSpPr/>
          <p:nvPr>
            <p:ph idx="8" type="pic"/>
          </p:nvPr>
        </p:nvSpPr>
        <p:spPr>
          <a:xfrm>
            <a:off x="5832600" y="3205063"/>
            <a:ext cx="540000" cy="540000"/>
          </a:xfrm>
          <a:prstGeom prst="rect">
            <a:avLst/>
          </a:prstGeom>
          <a:noFill/>
          <a:ln>
            <a:noFill/>
          </a:ln>
        </p:spPr>
      </p:sp>
      <p:sp>
        <p:nvSpPr>
          <p:cNvPr id="1274" name="Google Shape;1274;g3f824b0376f_0_9582"/>
          <p:cNvSpPr txBox="1"/>
          <p:nvPr>
            <p:ph idx="9" type="body"/>
          </p:nvPr>
        </p:nvSpPr>
        <p:spPr>
          <a:xfrm>
            <a:off x="5016504" y="1555624"/>
            <a:ext cx="2123100" cy="3198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75" name="Google Shape;1275;g3f824b0376f_0_9582"/>
          <p:cNvSpPr txBox="1"/>
          <p:nvPr>
            <p:ph idx="13" type="body"/>
          </p:nvPr>
        </p:nvSpPr>
        <p:spPr>
          <a:xfrm>
            <a:off x="5016504" y="1869407"/>
            <a:ext cx="2123100" cy="599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76" name="Google Shape;1276;g3f824b0376f_0_9582"/>
          <p:cNvSpPr/>
          <p:nvPr>
            <p:ph idx="14" type="pic"/>
          </p:nvPr>
        </p:nvSpPr>
        <p:spPr>
          <a:xfrm>
            <a:off x="8194800" y="3205063"/>
            <a:ext cx="540000" cy="540000"/>
          </a:xfrm>
          <a:prstGeom prst="rect">
            <a:avLst/>
          </a:prstGeom>
          <a:noFill/>
          <a:ln>
            <a:noFill/>
          </a:ln>
        </p:spPr>
      </p:sp>
      <p:sp>
        <p:nvSpPr>
          <p:cNvPr id="1277" name="Google Shape;1277;g3f824b0376f_0_9582"/>
          <p:cNvSpPr txBox="1"/>
          <p:nvPr>
            <p:ph idx="15" type="body"/>
          </p:nvPr>
        </p:nvSpPr>
        <p:spPr>
          <a:xfrm>
            <a:off x="7454938" y="4436726"/>
            <a:ext cx="2123100" cy="3198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78" name="Google Shape;1278;g3f824b0376f_0_9582"/>
          <p:cNvSpPr txBox="1"/>
          <p:nvPr>
            <p:ph idx="16" type="body"/>
          </p:nvPr>
        </p:nvSpPr>
        <p:spPr>
          <a:xfrm>
            <a:off x="7454938" y="4750509"/>
            <a:ext cx="2123100" cy="599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grpSp>
        <p:nvGrpSpPr>
          <p:cNvPr id="1279" name="Google Shape;1279;g3f824b0376f_0_9582"/>
          <p:cNvGrpSpPr/>
          <p:nvPr/>
        </p:nvGrpSpPr>
        <p:grpSpPr>
          <a:xfrm>
            <a:off x="2220480" y="3253332"/>
            <a:ext cx="616858" cy="429000"/>
            <a:chOff x="2500074" y="3510843"/>
            <a:chExt cx="616858" cy="429000"/>
          </a:xfrm>
        </p:grpSpPr>
        <p:sp>
          <p:nvSpPr>
            <p:cNvPr id="1280" name="Google Shape;1280;g3f824b0376f_0_9582"/>
            <p:cNvSpPr/>
            <p:nvPr/>
          </p:nvSpPr>
          <p:spPr>
            <a:xfrm>
              <a:off x="2500074" y="3510843"/>
              <a:ext cx="333300" cy="42900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1" name="Google Shape;1281;g3f824b0376f_0_9582"/>
            <p:cNvSpPr/>
            <p:nvPr/>
          </p:nvSpPr>
          <p:spPr>
            <a:xfrm>
              <a:off x="2783632" y="3510843"/>
              <a:ext cx="333300" cy="42900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282" name="Google Shape;1282;g3f824b0376f_0_9582"/>
          <p:cNvGrpSpPr/>
          <p:nvPr/>
        </p:nvGrpSpPr>
        <p:grpSpPr>
          <a:xfrm>
            <a:off x="4594951" y="3253332"/>
            <a:ext cx="616858" cy="429000"/>
            <a:chOff x="2500074" y="3510843"/>
            <a:chExt cx="616858" cy="429000"/>
          </a:xfrm>
        </p:grpSpPr>
        <p:sp>
          <p:nvSpPr>
            <p:cNvPr id="1283" name="Google Shape;1283;g3f824b0376f_0_9582"/>
            <p:cNvSpPr/>
            <p:nvPr/>
          </p:nvSpPr>
          <p:spPr>
            <a:xfrm>
              <a:off x="2500074" y="3510843"/>
              <a:ext cx="333300" cy="42900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4" name="Google Shape;1284;g3f824b0376f_0_9582"/>
            <p:cNvSpPr/>
            <p:nvPr/>
          </p:nvSpPr>
          <p:spPr>
            <a:xfrm>
              <a:off x="2783632" y="3510843"/>
              <a:ext cx="333300" cy="42900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285" name="Google Shape;1285;g3f824b0376f_0_9582"/>
          <p:cNvGrpSpPr/>
          <p:nvPr/>
        </p:nvGrpSpPr>
        <p:grpSpPr>
          <a:xfrm>
            <a:off x="6969422" y="3253332"/>
            <a:ext cx="616858" cy="429000"/>
            <a:chOff x="2500074" y="3510843"/>
            <a:chExt cx="616858" cy="429000"/>
          </a:xfrm>
        </p:grpSpPr>
        <p:sp>
          <p:nvSpPr>
            <p:cNvPr id="1286" name="Google Shape;1286;g3f824b0376f_0_9582"/>
            <p:cNvSpPr/>
            <p:nvPr/>
          </p:nvSpPr>
          <p:spPr>
            <a:xfrm>
              <a:off x="2500074" y="3510843"/>
              <a:ext cx="333300" cy="42900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7" name="Google Shape;1287;g3f824b0376f_0_9582"/>
            <p:cNvSpPr/>
            <p:nvPr/>
          </p:nvSpPr>
          <p:spPr>
            <a:xfrm>
              <a:off x="2783632" y="3510843"/>
              <a:ext cx="333300" cy="42900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288" name="Google Shape;1288;g3f824b0376f_0_9582"/>
          <p:cNvSpPr/>
          <p:nvPr>
            <p:ph idx="17" type="pic"/>
          </p:nvPr>
        </p:nvSpPr>
        <p:spPr>
          <a:xfrm>
            <a:off x="10557000" y="3205063"/>
            <a:ext cx="540000" cy="540000"/>
          </a:xfrm>
          <a:prstGeom prst="rect">
            <a:avLst/>
          </a:prstGeom>
          <a:noFill/>
          <a:ln>
            <a:noFill/>
          </a:ln>
        </p:spPr>
      </p:sp>
      <p:sp>
        <p:nvSpPr>
          <p:cNvPr id="1289" name="Google Shape;1289;g3f824b0376f_0_9582"/>
          <p:cNvSpPr txBox="1"/>
          <p:nvPr>
            <p:ph idx="18" type="body"/>
          </p:nvPr>
        </p:nvSpPr>
        <p:spPr>
          <a:xfrm>
            <a:off x="9804644" y="1555624"/>
            <a:ext cx="2123100" cy="3198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90" name="Google Shape;1290;g3f824b0376f_0_9582"/>
          <p:cNvSpPr txBox="1"/>
          <p:nvPr>
            <p:ph idx="19" type="body"/>
          </p:nvPr>
        </p:nvSpPr>
        <p:spPr>
          <a:xfrm>
            <a:off x="9804644" y="1869407"/>
            <a:ext cx="2123100" cy="599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grpSp>
        <p:nvGrpSpPr>
          <p:cNvPr id="1291" name="Google Shape;1291;g3f824b0376f_0_9582"/>
          <p:cNvGrpSpPr/>
          <p:nvPr/>
        </p:nvGrpSpPr>
        <p:grpSpPr>
          <a:xfrm>
            <a:off x="9343893" y="3253332"/>
            <a:ext cx="616858" cy="429000"/>
            <a:chOff x="2500074" y="3510843"/>
            <a:chExt cx="616858" cy="429000"/>
          </a:xfrm>
        </p:grpSpPr>
        <p:sp>
          <p:nvSpPr>
            <p:cNvPr id="1292" name="Google Shape;1292;g3f824b0376f_0_9582"/>
            <p:cNvSpPr/>
            <p:nvPr/>
          </p:nvSpPr>
          <p:spPr>
            <a:xfrm>
              <a:off x="2500074" y="3510843"/>
              <a:ext cx="333300" cy="42900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3" name="Google Shape;1293;g3f824b0376f_0_9582"/>
            <p:cNvSpPr/>
            <p:nvPr/>
          </p:nvSpPr>
          <p:spPr>
            <a:xfrm>
              <a:off x="2783632" y="3510843"/>
              <a:ext cx="333300" cy="42900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1294" name="Google Shape;1294;g3f824b0376f_0_9582"/>
          <p:cNvCxnSpPr/>
          <p:nvPr/>
        </p:nvCxnSpPr>
        <p:spPr>
          <a:xfrm rot="10800000">
            <a:off x="3765833" y="4055987"/>
            <a:ext cx="0" cy="307800"/>
          </a:xfrm>
          <a:prstGeom prst="straightConnector1">
            <a:avLst/>
          </a:prstGeom>
          <a:noFill/>
          <a:ln cap="flat" cmpd="sng" w="12700">
            <a:solidFill>
              <a:srgbClr val="AEABAB"/>
            </a:solidFill>
            <a:prstDash val="solid"/>
            <a:miter lim="8000"/>
            <a:headEnd len="med" w="med" type="oval"/>
            <a:tailEnd len="sm" w="sm" type="none"/>
          </a:ln>
        </p:spPr>
      </p:cxnSp>
      <p:cxnSp>
        <p:nvCxnSpPr>
          <p:cNvPr id="1295" name="Google Shape;1295;g3f824b0376f_0_9582"/>
          <p:cNvCxnSpPr/>
          <p:nvPr/>
        </p:nvCxnSpPr>
        <p:spPr>
          <a:xfrm rot="10800000">
            <a:off x="8458200" y="4055987"/>
            <a:ext cx="0" cy="307800"/>
          </a:xfrm>
          <a:prstGeom prst="straightConnector1">
            <a:avLst/>
          </a:prstGeom>
          <a:noFill/>
          <a:ln cap="flat" cmpd="sng" w="12700">
            <a:solidFill>
              <a:srgbClr val="AEABAB"/>
            </a:solidFill>
            <a:prstDash val="solid"/>
            <a:miter lim="8000"/>
            <a:headEnd len="med" w="med" type="oval"/>
            <a:tailEnd len="sm" w="sm" type="none"/>
          </a:ln>
        </p:spPr>
      </p:cxnSp>
      <p:cxnSp>
        <p:nvCxnSpPr>
          <p:cNvPr id="1296" name="Google Shape;1296;g3f824b0376f_0_9582"/>
          <p:cNvCxnSpPr/>
          <p:nvPr/>
        </p:nvCxnSpPr>
        <p:spPr>
          <a:xfrm>
            <a:off x="1323888" y="2592094"/>
            <a:ext cx="0" cy="307800"/>
          </a:xfrm>
          <a:prstGeom prst="straightConnector1">
            <a:avLst/>
          </a:prstGeom>
          <a:noFill/>
          <a:ln cap="flat" cmpd="sng" w="12700">
            <a:solidFill>
              <a:srgbClr val="AEABAB"/>
            </a:solidFill>
            <a:prstDash val="solid"/>
            <a:miter lim="8000"/>
            <a:headEnd len="med" w="med" type="oval"/>
            <a:tailEnd len="sm" w="sm" type="none"/>
          </a:ln>
        </p:spPr>
      </p:cxnSp>
      <p:cxnSp>
        <p:nvCxnSpPr>
          <p:cNvPr id="1297" name="Google Shape;1297;g3f824b0376f_0_9582"/>
          <p:cNvCxnSpPr/>
          <p:nvPr/>
        </p:nvCxnSpPr>
        <p:spPr>
          <a:xfrm>
            <a:off x="6096000" y="2592094"/>
            <a:ext cx="0" cy="307800"/>
          </a:xfrm>
          <a:prstGeom prst="straightConnector1">
            <a:avLst/>
          </a:prstGeom>
          <a:noFill/>
          <a:ln cap="flat" cmpd="sng" w="12700">
            <a:solidFill>
              <a:srgbClr val="AEABAB"/>
            </a:solidFill>
            <a:prstDash val="solid"/>
            <a:miter lim="8000"/>
            <a:headEnd len="med" w="med" type="oval"/>
            <a:tailEnd len="sm" w="sm" type="none"/>
          </a:ln>
        </p:spPr>
      </p:cxnSp>
      <p:cxnSp>
        <p:nvCxnSpPr>
          <p:cNvPr id="1298" name="Google Shape;1298;g3f824b0376f_0_9582"/>
          <p:cNvCxnSpPr/>
          <p:nvPr/>
        </p:nvCxnSpPr>
        <p:spPr>
          <a:xfrm>
            <a:off x="10843437" y="2592094"/>
            <a:ext cx="0" cy="307800"/>
          </a:xfrm>
          <a:prstGeom prst="straightConnector1">
            <a:avLst/>
          </a:prstGeom>
          <a:noFill/>
          <a:ln cap="flat" cmpd="sng" w="12700">
            <a:solidFill>
              <a:srgbClr val="AEABAB"/>
            </a:solidFill>
            <a:prstDash val="solid"/>
            <a:miter lim="8000"/>
            <a:headEnd len="med" w="med" type="oval"/>
            <a:tailEnd len="sm" w="sm" type="none"/>
          </a:ln>
        </p:spPr>
      </p:cxn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5">
    <p:spTree>
      <p:nvGrpSpPr>
        <p:cNvPr id="1299" name="Shape 1299"/>
        <p:cNvGrpSpPr/>
        <p:nvPr/>
      </p:nvGrpSpPr>
      <p:grpSpPr>
        <a:xfrm>
          <a:off x="0" y="0"/>
          <a:ext cx="0" cy="0"/>
          <a:chOff x="0" y="0"/>
          <a:chExt cx="0" cy="0"/>
        </a:xfrm>
      </p:grpSpPr>
      <p:sp>
        <p:nvSpPr>
          <p:cNvPr id="1300" name="Google Shape;1300;g3f824b0376f_0_9625"/>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301" name="Google Shape;1301;g3f824b0376f_0_9625"/>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302" name="Google Shape;1302;g3f824b0376f_0_9625"/>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303" name="Google Shape;1303;g3f824b0376f_0_9625"/>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304" name="Google Shape;1304;g3f824b0376f_0_9625"/>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305" name="Google Shape;1305;g3f824b0376f_0_9625"/>
          <p:cNvSpPr/>
          <p:nvPr/>
        </p:nvSpPr>
        <p:spPr>
          <a:xfrm>
            <a:off x="4514349" y="1853044"/>
            <a:ext cx="3111300" cy="3111300"/>
          </a:xfrm>
          <a:prstGeom prst="ellipse">
            <a:avLst/>
          </a:prstGeom>
          <a:solidFill>
            <a:srgbClr val="1E3D7D"/>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06" name="Google Shape;1306;g3f824b0376f_0_9625"/>
          <p:cNvSpPr txBox="1"/>
          <p:nvPr>
            <p:ph idx="2" type="body"/>
          </p:nvPr>
        </p:nvSpPr>
        <p:spPr>
          <a:xfrm>
            <a:off x="4889509" y="3463677"/>
            <a:ext cx="2383200" cy="7755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lt1"/>
              </a:buClr>
              <a:buSzPts val="1800"/>
              <a:buFont typeface="Arial"/>
              <a:buNone/>
              <a:defRPr b="1" i="0" sz="1800" u="none" cap="none" strike="noStrike">
                <a:solidFill>
                  <a:schemeClr val="lt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07" name="Google Shape;1307;g3f824b0376f_0_9625"/>
          <p:cNvSpPr/>
          <p:nvPr>
            <p:ph idx="3" type="pic"/>
          </p:nvPr>
        </p:nvSpPr>
        <p:spPr>
          <a:xfrm>
            <a:off x="750949" y="1316248"/>
            <a:ext cx="720000" cy="720000"/>
          </a:xfrm>
          <a:prstGeom prst="rect">
            <a:avLst/>
          </a:prstGeom>
          <a:noFill/>
          <a:ln>
            <a:noFill/>
          </a:ln>
        </p:spPr>
      </p:sp>
      <p:sp>
        <p:nvSpPr>
          <p:cNvPr id="1308" name="Google Shape;1308;g3f824b0376f_0_9625"/>
          <p:cNvSpPr txBox="1"/>
          <p:nvPr>
            <p:ph idx="4" type="body"/>
          </p:nvPr>
        </p:nvSpPr>
        <p:spPr>
          <a:xfrm>
            <a:off x="1717270" y="865212"/>
            <a:ext cx="24639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09" name="Google Shape;1309;g3f824b0376f_0_9625"/>
          <p:cNvSpPr txBox="1"/>
          <p:nvPr>
            <p:ph idx="5" type="body"/>
          </p:nvPr>
        </p:nvSpPr>
        <p:spPr>
          <a:xfrm>
            <a:off x="1717270" y="1252487"/>
            <a:ext cx="24639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10" name="Google Shape;1310;g3f824b0376f_0_9625"/>
          <p:cNvSpPr/>
          <p:nvPr>
            <p:ph idx="6" type="pic"/>
          </p:nvPr>
        </p:nvSpPr>
        <p:spPr>
          <a:xfrm>
            <a:off x="422705" y="3214568"/>
            <a:ext cx="720000" cy="720000"/>
          </a:xfrm>
          <a:prstGeom prst="rect">
            <a:avLst/>
          </a:prstGeom>
          <a:noFill/>
          <a:ln>
            <a:noFill/>
          </a:ln>
        </p:spPr>
      </p:sp>
      <p:sp>
        <p:nvSpPr>
          <p:cNvPr id="1311" name="Google Shape;1311;g3f824b0376f_0_9625"/>
          <p:cNvSpPr txBox="1"/>
          <p:nvPr>
            <p:ph idx="7" type="body"/>
          </p:nvPr>
        </p:nvSpPr>
        <p:spPr>
          <a:xfrm>
            <a:off x="1389026" y="2763532"/>
            <a:ext cx="24639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12" name="Google Shape;1312;g3f824b0376f_0_9625"/>
          <p:cNvSpPr txBox="1"/>
          <p:nvPr>
            <p:ph idx="8" type="body"/>
          </p:nvPr>
        </p:nvSpPr>
        <p:spPr>
          <a:xfrm>
            <a:off x="1389026" y="3150807"/>
            <a:ext cx="24639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13" name="Google Shape;1313;g3f824b0376f_0_9625"/>
          <p:cNvSpPr/>
          <p:nvPr>
            <p:ph idx="9" type="pic"/>
          </p:nvPr>
        </p:nvSpPr>
        <p:spPr>
          <a:xfrm>
            <a:off x="750949" y="5086776"/>
            <a:ext cx="720000" cy="720000"/>
          </a:xfrm>
          <a:prstGeom prst="rect">
            <a:avLst/>
          </a:prstGeom>
          <a:noFill/>
          <a:ln>
            <a:noFill/>
          </a:ln>
        </p:spPr>
      </p:sp>
      <p:sp>
        <p:nvSpPr>
          <p:cNvPr id="1314" name="Google Shape;1314;g3f824b0376f_0_9625"/>
          <p:cNvSpPr txBox="1"/>
          <p:nvPr>
            <p:ph idx="13" type="body"/>
          </p:nvPr>
        </p:nvSpPr>
        <p:spPr>
          <a:xfrm>
            <a:off x="1717270" y="4635740"/>
            <a:ext cx="24639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15" name="Google Shape;1315;g3f824b0376f_0_9625"/>
          <p:cNvSpPr txBox="1"/>
          <p:nvPr>
            <p:ph idx="14" type="body"/>
          </p:nvPr>
        </p:nvSpPr>
        <p:spPr>
          <a:xfrm>
            <a:off x="1717270" y="5023015"/>
            <a:ext cx="24639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16" name="Google Shape;1316;g3f824b0376f_0_9625"/>
          <p:cNvSpPr/>
          <p:nvPr>
            <p:ph idx="15" type="pic"/>
          </p:nvPr>
        </p:nvSpPr>
        <p:spPr>
          <a:xfrm>
            <a:off x="8081439" y="1316248"/>
            <a:ext cx="720000" cy="720000"/>
          </a:xfrm>
          <a:prstGeom prst="rect">
            <a:avLst/>
          </a:prstGeom>
          <a:noFill/>
          <a:ln>
            <a:noFill/>
          </a:ln>
        </p:spPr>
      </p:sp>
      <p:sp>
        <p:nvSpPr>
          <p:cNvPr id="1317" name="Google Shape;1317;g3f824b0376f_0_9625"/>
          <p:cNvSpPr txBox="1"/>
          <p:nvPr>
            <p:ph idx="16" type="body"/>
          </p:nvPr>
        </p:nvSpPr>
        <p:spPr>
          <a:xfrm>
            <a:off x="9047760" y="865212"/>
            <a:ext cx="24639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18" name="Google Shape;1318;g3f824b0376f_0_9625"/>
          <p:cNvSpPr txBox="1"/>
          <p:nvPr>
            <p:ph idx="17" type="body"/>
          </p:nvPr>
        </p:nvSpPr>
        <p:spPr>
          <a:xfrm>
            <a:off x="9047760" y="1252487"/>
            <a:ext cx="24639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19" name="Google Shape;1319;g3f824b0376f_0_9625"/>
          <p:cNvSpPr/>
          <p:nvPr>
            <p:ph idx="18" type="pic"/>
          </p:nvPr>
        </p:nvSpPr>
        <p:spPr>
          <a:xfrm>
            <a:off x="8456575" y="3214568"/>
            <a:ext cx="720000" cy="720000"/>
          </a:xfrm>
          <a:prstGeom prst="rect">
            <a:avLst/>
          </a:prstGeom>
          <a:noFill/>
          <a:ln>
            <a:noFill/>
          </a:ln>
        </p:spPr>
      </p:sp>
      <p:sp>
        <p:nvSpPr>
          <p:cNvPr id="1320" name="Google Shape;1320;g3f824b0376f_0_9625"/>
          <p:cNvSpPr txBox="1"/>
          <p:nvPr>
            <p:ph idx="19" type="body"/>
          </p:nvPr>
        </p:nvSpPr>
        <p:spPr>
          <a:xfrm>
            <a:off x="9422896" y="2763532"/>
            <a:ext cx="24639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21" name="Google Shape;1321;g3f824b0376f_0_9625"/>
          <p:cNvSpPr txBox="1"/>
          <p:nvPr>
            <p:ph idx="20" type="body"/>
          </p:nvPr>
        </p:nvSpPr>
        <p:spPr>
          <a:xfrm>
            <a:off x="9422896" y="3150807"/>
            <a:ext cx="24639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22" name="Google Shape;1322;g3f824b0376f_0_9625"/>
          <p:cNvSpPr/>
          <p:nvPr>
            <p:ph idx="21" type="pic"/>
          </p:nvPr>
        </p:nvSpPr>
        <p:spPr>
          <a:xfrm>
            <a:off x="8081439" y="5086776"/>
            <a:ext cx="720000" cy="720000"/>
          </a:xfrm>
          <a:prstGeom prst="rect">
            <a:avLst/>
          </a:prstGeom>
          <a:noFill/>
          <a:ln>
            <a:noFill/>
          </a:ln>
        </p:spPr>
      </p:sp>
      <p:sp>
        <p:nvSpPr>
          <p:cNvPr id="1323" name="Google Shape;1323;g3f824b0376f_0_9625"/>
          <p:cNvSpPr txBox="1"/>
          <p:nvPr>
            <p:ph idx="22" type="body"/>
          </p:nvPr>
        </p:nvSpPr>
        <p:spPr>
          <a:xfrm>
            <a:off x="9047760" y="4635740"/>
            <a:ext cx="24639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24" name="Google Shape;1324;g3f824b0376f_0_9625"/>
          <p:cNvSpPr txBox="1"/>
          <p:nvPr>
            <p:ph idx="23" type="body"/>
          </p:nvPr>
        </p:nvSpPr>
        <p:spPr>
          <a:xfrm>
            <a:off x="9047760" y="5023015"/>
            <a:ext cx="24639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1325" name="Google Shape;1325;g3f824b0376f_0_9625"/>
          <p:cNvCxnSpPr/>
          <p:nvPr/>
        </p:nvCxnSpPr>
        <p:spPr>
          <a:xfrm rot="5400000">
            <a:off x="4189106" y="4698955"/>
            <a:ext cx="791700" cy="650400"/>
          </a:xfrm>
          <a:prstGeom prst="bentConnector3">
            <a:avLst>
              <a:gd fmla="val 100699" name="adj1"/>
            </a:avLst>
          </a:prstGeom>
          <a:noFill/>
          <a:ln cap="flat" cmpd="sng" w="12700">
            <a:solidFill>
              <a:srgbClr val="AEABAB"/>
            </a:solidFill>
            <a:prstDash val="solid"/>
            <a:miter lim="8000"/>
            <a:headEnd len="sm" w="sm" type="none"/>
            <a:tailEnd len="med" w="med" type="oval"/>
          </a:ln>
        </p:spPr>
      </p:cxnSp>
      <p:cxnSp>
        <p:nvCxnSpPr>
          <p:cNvPr id="1326" name="Google Shape;1326;g3f824b0376f_0_9625"/>
          <p:cNvCxnSpPr/>
          <p:nvPr/>
        </p:nvCxnSpPr>
        <p:spPr>
          <a:xfrm flipH="1" rot="-5400000">
            <a:off x="7155205" y="4698955"/>
            <a:ext cx="791700" cy="650400"/>
          </a:xfrm>
          <a:prstGeom prst="bentConnector3">
            <a:avLst>
              <a:gd fmla="val 100699" name="adj1"/>
            </a:avLst>
          </a:prstGeom>
          <a:noFill/>
          <a:ln cap="flat" cmpd="sng" w="12700">
            <a:solidFill>
              <a:srgbClr val="AEABAB"/>
            </a:solidFill>
            <a:prstDash val="solid"/>
            <a:miter lim="8000"/>
            <a:headEnd len="sm" w="sm" type="none"/>
            <a:tailEnd len="med" w="med" type="oval"/>
          </a:ln>
        </p:spPr>
      </p:cxnSp>
      <p:cxnSp>
        <p:nvCxnSpPr>
          <p:cNvPr id="1327" name="Google Shape;1327;g3f824b0376f_0_9625"/>
          <p:cNvCxnSpPr/>
          <p:nvPr/>
        </p:nvCxnSpPr>
        <p:spPr>
          <a:xfrm flipH="1" rot="5400000">
            <a:off x="4189106" y="1498440"/>
            <a:ext cx="791700" cy="650400"/>
          </a:xfrm>
          <a:prstGeom prst="bentConnector3">
            <a:avLst>
              <a:gd fmla="val 100699" name="adj1"/>
            </a:avLst>
          </a:prstGeom>
          <a:noFill/>
          <a:ln cap="flat" cmpd="sng" w="12700">
            <a:solidFill>
              <a:srgbClr val="AEABAB"/>
            </a:solidFill>
            <a:prstDash val="solid"/>
            <a:miter lim="8000"/>
            <a:headEnd len="sm" w="sm" type="none"/>
            <a:tailEnd len="med" w="med" type="oval"/>
          </a:ln>
        </p:spPr>
      </p:cxnSp>
      <p:cxnSp>
        <p:nvCxnSpPr>
          <p:cNvPr id="1328" name="Google Shape;1328;g3f824b0376f_0_9625"/>
          <p:cNvCxnSpPr/>
          <p:nvPr/>
        </p:nvCxnSpPr>
        <p:spPr>
          <a:xfrm rot="-5400000">
            <a:off x="7155205" y="1498440"/>
            <a:ext cx="791700" cy="650400"/>
          </a:xfrm>
          <a:prstGeom prst="bentConnector3">
            <a:avLst>
              <a:gd fmla="val 100699" name="adj1"/>
            </a:avLst>
          </a:prstGeom>
          <a:noFill/>
          <a:ln cap="flat" cmpd="sng" w="12700">
            <a:solidFill>
              <a:srgbClr val="AEABAB"/>
            </a:solidFill>
            <a:prstDash val="solid"/>
            <a:miter lim="8000"/>
            <a:headEnd len="sm" w="sm" type="none"/>
            <a:tailEnd len="med" w="med" type="oval"/>
          </a:ln>
        </p:spPr>
      </p:cxnSp>
      <p:cxnSp>
        <p:nvCxnSpPr>
          <p:cNvPr id="1329" name="Google Shape;1329;g3f824b0376f_0_9625"/>
          <p:cNvCxnSpPr/>
          <p:nvPr/>
        </p:nvCxnSpPr>
        <p:spPr>
          <a:xfrm rot="10800000">
            <a:off x="7945390" y="3306999"/>
            <a:ext cx="0" cy="495900"/>
          </a:xfrm>
          <a:prstGeom prst="straightConnector1">
            <a:avLst/>
          </a:prstGeom>
          <a:noFill/>
          <a:ln cap="flat" cmpd="sng" w="12700">
            <a:solidFill>
              <a:srgbClr val="AEABAB"/>
            </a:solidFill>
            <a:prstDash val="solid"/>
            <a:miter lim="8000"/>
            <a:headEnd len="sm" w="sm" type="none"/>
            <a:tailEnd len="med" w="med" type="oval"/>
          </a:ln>
        </p:spPr>
      </p:cxnSp>
      <p:cxnSp>
        <p:nvCxnSpPr>
          <p:cNvPr id="1330" name="Google Shape;1330;g3f824b0376f_0_9625"/>
          <p:cNvCxnSpPr/>
          <p:nvPr/>
        </p:nvCxnSpPr>
        <p:spPr>
          <a:xfrm>
            <a:off x="4220883" y="3306953"/>
            <a:ext cx="0" cy="495900"/>
          </a:xfrm>
          <a:prstGeom prst="straightConnector1">
            <a:avLst/>
          </a:prstGeom>
          <a:noFill/>
          <a:ln cap="flat" cmpd="sng" w="12700">
            <a:solidFill>
              <a:srgbClr val="AEABAB"/>
            </a:solidFill>
            <a:prstDash val="solid"/>
            <a:miter lim="8000"/>
            <a:headEnd len="sm" w="sm" type="none"/>
            <a:tailEnd len="med" w="med" type="oval"/>
          </a:ln>
        </p:spPr>
      </p:cxnSp>
      <p:sp>
        <p:nvSpPr>
          <p:cNvPr id="1331" name="Google Shape;1331;g3f824b0376f_0_9625"/>
          <p:cNvSpPr/>
          <p:nvPr>
            <p:ph idx="24" type="pic"/>
          </p:nvPr>
        </p:nvSpPr>
        <p:spPr>
          <a:xfrm>
            <a:off x="5620050" y="2425700"/>
            <a:ext cx="900000" cy="900000"/>
          </a:xfrm>
          <a:prstGeom prst="rect">
            <a:avLst/>
          </a:prstGeom>
          <a:noFill/>
          <a:ln>
            <a:noFill/>
          </a:ln>
        </p:spPr>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6">
    <p:spTree>
      <p:nvGrpSpPr>
        <p:cNvPr id="1332" name="Shape 1332"/>
        <p:cNvGrpSpPr/>
        <p:nvPr/>
      </p:nvGrpSpPr>
      <p:grpSpPr>
        <a:xfrm>
          <a:off x="0" y="0"/>
          <a:ext cx="0" cy="0"/>
          <a:chOff x="0" y="0"/>
          <a:chExt cx="0" cy="0"/>
        </a:xfrm>
      </p:grpSpPr>
      <p:sp>
        <p:nvSpPr>
          <p:cNvPr id="1333" name="Google Shape;1333;g3f824b0376f_0_9658"/>
          <p:cNvSpPr/>
          <p:nvPr/>
        </p:nvSpPr>
        <p:spPr>
          <a:xfrm>
            <a:off x="0" y="0"/>
            <a:ext cx="12192000" cy="6858000"/>
          </a:xfrm>
          <a:prstGeom prst="rect">
            <a:avLst/>
          </a:prstGeom>
          <a:solidFill>
            <a:srgbClr val="F7F8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34" name="Google Shape;1334;g3f824b0376f_0_9658"/>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335" name="Google Shape;1335;g3f824b0376f_0_9658"/>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336" name="Google Shape;1336;g3f824b0376f_0_9658"/>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337" name="Google Shape;1337;g3f824b0376f_0_9658"/>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338" name="Google Shape;1338;g3f824b0376f_0_9658"/>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339" name="Google Shape;1339;g3f824b0376f_0_9658"/>
          <p:cNvSpPr/>
          <p:nvPr/>
        </p:nvSpPr>
        <p:spPr>
          <a:xfrm>
            <a:off x="2928966" y="960543"/>
            <a:ext cx="1548000" cy="360000"/>
          </a:xfrm>
          <a:prstGeom prst="roundRect">
            <a:avLst>
              <a:gd fmla="val 8674" name="adj"/>
            </a:avLst>
          </a:prstGeom>
          <a:solidFill>
            <a:srgbClr val="75707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1340" name="Google Shape;1340;g3f824b0376f_0_9658"/>
          <p:cNvSpPr/>
          <p:nvPr/>
        </p:nvSpPr>
        <p:spPr>
          <a:xfrm>
            <a:off x="4621954" y="960543"/>
            <a:ext cx="1548000" cy="360000"/>
          </a:xfrm>
          <a:prstGeom prst="roundRect">
            <a:avLst>
              <a:gd fmla="val 8674" name="adj"/>
            </a:avLst>
          </a:prstGeom>
          <a:solidFill>
            <a:srgbClr val="75707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1341" name="Google Shape;1341;g3f824b0376f_0_9658"/>
          <p:cNvSpPr/>
          <p:nvPr/>
        </p:nvSpPr>
        <p:spPr>
          <a:xfrm>
            <a:off x="6314942" y="960543"/>
            <a:ext cx="1548000" cy="360000"/>
          </a:xfrm>
          <a:prstGeom prst="roundRect">
            <a:avLst>
              <a:gd fmla="val 8674" name="adj"/>
            </a:avLst>
          </a:prstGeom>
          <a:solidFill>
            <a:srgbClr val="75707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1342" name="Google Shape;1342;g3f824b0376f_0_9658"/>
          <p:cNvSpPr/>
          <p:nvPr/>
        </p:nvSpPr>
        <p:spPr>
          <a:xfrm>
            <a:off x="8007930" y="960543"/>
            <a:ext cx="1548000" cy="360000"/>
          </a:xfrm>
          <a:prstGeom prst="roundRect">
            <a:avLst>
              <a:gd fmla="val 8674" name="adj"/>
            </a:avLst>
          </a:prstGeom>
          <a:solidFill>
            <a:srgbClr val="75707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1343" name="Google Shape;1343;g3f824b0376f_0_9658"/>
          <p:cNvSpPr/>
          <p:nvPr/>
        </p:nvSpPr>
        <p:spPr>
          <a:xfrm>
            <a:off x="9700918" y="960543"/>
            <a:ext cx="1548000" cy="369900"/>
          </a:xfrm>
          <a:prstGeom prst="roundRect">
            <a:avLst>
              <a:gd fmla="val 8674" name="adj"/>
            </a:avLst>
          </a:prstGeom>
          <a:solidFill>
            <a:srgbClr val="75707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1344" name="Google Shape;1344;g3f824b0376f_0_9658"/>
          <p:cNvSpPr/>
          <p:nvPr/>
        </p:nvSpPr>
        <p:spPr>
          <a:xfrm>
            <a:off x="815849" y="1432490"/>
            <a:ext cx="1803600" cy="1080000"/>
          </a:xfrm>
          <a:prstGeom prst="roundRect">
            <a:avLst>
              <a:gd fmla="val 8674" name="adj"/>
            </a:avLst>
          </a:prstGeom>
          <a:solidFill>
            <a:srgbClr val="9CC2E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1345" name="Google Shape;1345;g3f824b0376f_0_9658"/>
          <p:cNvSpPr/>
          <p:nvPr/>
        </p:nvSpPr>
        <p:spPr>
          <a:xfrm>
            <a:off x="815849" y="2622085"/>
            <a:ext cx="1803600" cy="1080000"/>
          </a:xfrm>
          <a:prstGeom prst="roundRect">
            <a:avLst>
              <a:gd fmla="val 3730" name="adj"/>
            </a:avLst>
          </a:prstGeom>
          <a:solidFill>
            <a:srgbClr val="B3C6E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1346" name="Google Shape;1346;g3f824b0376f_0_9658"/>
          <p:cNvSpPr/>
          <p:nvPr/>
        </p:nvSpPr>
        <p:spPr>
          <a:xfrm>
            <a:off x="815849" y="3811680"/>
            <a:ext cx="1803600" cy="1080000"/>
          </a:xfrm>
          <a:prstGeom prst="roundRect">
            <a:avLst>
              <a:gd fmla="val 4500" name="adj"/>
            </a:avLst>
          </a:prstGeom>
          <a:solidFill>
            <a:srgbClr val="6E8CC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47" name="Google Shape;1347;g3f824b0376f_0_9658"/>
          <p:cNvSpPr/>
          <p:nvPr/>
        </p:nvSpPr>
        <p:spPr>
          <a:xfrm>
            <a:off x="815849" y="5001275"/>
            <a:ext cx="1803600" cy="1080000"/>
          </a:xfrm>
          <a:prstGeom prst="roundRect">
            <a:avLst>
              <a:gd fmla="val 5440" name="adj"/>
            </a:avLst>
          </a:prstGeom>
          <a:solidFill>
            <a:srgbClr val="1A427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cxnSp>
        <p:nvCxnSpPr>
          <p:cNvPr id="1348" name="Google Shape;1348;g3f824b0376f_0_9658"/>
          <p:cNvCxnSpPr/>
          <p:nvPr/>
        </p:nvCxnSpPr>
        <p:spPr>
          <a:xfrm>
            <a:off x="2688316" y="2550344"/>
            <a:ext cx="8561100" cy="0"/>
          </a:xfrm>
          <a:prstGeom prst="straightConnector1">
            <a:avLst/>
          </a:prstGeom>
          <a:noFill/>
          <a:ln cap="flat" cmpd="sng" w="12700">
            <a:solidFill>
              <a:srgbClr val="D8D8D8"/>
            </a:solidFill>
            <a:prstDash val="solid"/>
            <a:miter lim="8000"/>
            <a:headEnd len="sm" w="sm" type="none"/>
            <a:tailEnd len="sm" w="sm" type="none"/>
          </a:ln>
        </p:spPr>
      </p:cxnSp>
      <p:cxnSp>
        <p:nvCxnSpPr>
          <p:cNvPr id="1349" name="Google Shape;1349;g3f824b0376f_0_9658"/>
          <p:cNvCxnSpPr/>
          <p:nvPr/>
        </p:nvCxnSpPr>
        <p:spPr>
          <a:xfrm>
            <a:off x="2688316" y="3742607"/>
            <a:ext cx="8561100" cy="0"/>
          </a:xfrm>
          <a:prstGeom prst="straightConnector1">
            <a:avLst/>
          </a:prstGeom>
          <a:noFill/>
          <a:ln cap="flat" cmpd="sng" w="12700">
            <a:solidFill>
              <a:srgbClr val="D8D8D8"/>
            </a:solidFill>
            <a:prstDash val="solid"/>
            <a:miter lim="8000"/>
            <a:headEnd len="sm" w="sm" type="none"/>
            <a:tailEnd len="sm" w="sm" type="none"/>
          </a:ln>
        </p:spPr>
      </p:cxnSp>
      <p:cxnSp>
        <p:nvCxnSpPr>
          <p:cNvPr id="1350" name="Google Shape;1350;g3f824b0376f_0_9658"/>
          <p:cNvCxnSpPr/>
          <p:nvPr/>
        </p:nvCxnSpPr>
        <p:spPr>
          <a:xfrm>
            <a:off x="2688316" y="4934870"/>
            <a:ext cx="8561100" cy="0"/>
          </a:xfrm>
          <a:prstGeom prst="straightConnector1">
            <a:avLst/>
          </a:prstGeom>
          <a:noFill/>
          <a:ln cap="flat" cmpd="sng" w="12700">
            <a:solidFill>
              <a:srgbClr val="D8D8D8"/>
            </a:solidFill>
            <a:prstDash val="solid"/>
            <a:miter lim="8000"/>
            <a:headEnd len="sm" w="sm" type="none"/>
            <a:tailEnd len="sm" w="sm" type="none"/>
          </a:ln>
        </p:spPr>
      </p:cxnSp>
      <p:cxnSp>
        <p:nvCxnSpPr>
          <p:cNvPr id="1351" name="Google Shape;1351;g3f824b0376f_0_9658"/>
          <p:cNvCxnSpPr/>
          <p:nvPr/>
        </p:nvCxnSpPr>
        <p:spPr>
          <a:xfrm>
            <a:off x="2688316" y="6091457"/>
            <a:ext cx="8561100" cy="0"/>
          </a:xfrm>
          <a:prstGeom prst="straightConnector1">
            <a:avLst/>
          </a:prstGeom>
          <a:noFill/>
          <a:ln cap="flat" cmpd="sng" w="12700">
            <a:solidFill>
              <a:srgbClr val="D8D8D8"/>
            </a:solidFill>
            <a:prstDash val="solid"/>
            <a:miter lim="8000"/>
            <a:headEnd len="sm" w="sm" type="none"/>
            <a:tailEnd len="sm" w="sm" type="none"/>
          </a:ln>
        </p:spPr>
      </p:cxnSp>
      <p:cxnSp>
        <p:nvCxnSpPr>
          <p:cNvPr id="1352" name="Google Shape;1352;g3f824b0376f_0_9658"/>
          <p:cNvCxnSpPr/>
          <p:nvPr/>
        </p:nvCxnSpPr>
        <p:spPr>
          <a:xfrm>
            <a:off x="4549460" y="1320543"/>
            <a:ext cx="0" cy="4783500"/>
          </a:xfrm>
          <a:prstGeom prst="straightConnector1">
            <a:avLst/>
          </a:prstGeom>
          <a:noFill/>
          <a:ln cap="flat" cmpd="sng" w="12700">
            <a:solidFill>
              <a:srgbClr val="D8D8D8"/>
            </a:solidFill>
            <a:prstDash val="solid"/>
            <a:miter lim="8000"/>
            <a:headEnd len="sm" w="sm" type="none"/>
            <a:tailEnd len="sm" w="sm" type="none"/>
          </a:ln>
        </p:spPr>
      </p:cxnSp>
      <p:cxnSp>
        <p:nvCxnSpPr>
          <p:cNvPr id="1353" name="Google Shape;1353;g3f824b0376f_0_9658"/>
          <p:cNvCxnSpPr/>
          <p:nvPr/>
        </p:nvCxnSpPr>
        <p:spPr>
          <a:xfrm>
            <a:off x="6242448" y="1320543"/>
            <a:ext cx="0" cy="4783500"/>
          </a:xfrm>
          <a:prstGeom prst="straightConnector1">
            <a:avLst/>
          </a:prstGeom>
          <a:noFill/>
          <a:ln cap="flat" cmpd="sng" w="12700">
            <a:solidFill>
              <a:srgbClr val="D8D8D8"/>
            </a:solidFill>
            <a:prstDash val="solid"/>
            <a:miter lim="8000"/>
            <a:headEnd len="sm" w="sm" type="none"/>
            <a:tailEnd len="sm" w="sm" type="none"/>
          </a:ln>
        </p:spPr>
      </p:cxnSp>
      <p:cxnSp>
        <p:nvCxnSpPr>
          <p:cNvPr id="1354" name="Google Shape;1354;g3f824b0376f_0_9658"/>
          <p:cNvCxnSpPr/>
          <p:nvPr/>
        </p:nvCxnSpPr>
        <p:spPr>
          <a:xfrm>
            <a:off x="7935436" y="1320543"/>
            <a:ext cx="0" cy="4783500"/>
          </a:xfrm>
          <a:prstGeom prst="straightConnector1">
            <a:avLst/>
          </a:prstGeom>
          <a:noFill/>
          <a:ln cap="flat" cmpd="sng" w="12700">
            <a:solidFill>
              <a:srgbClr val="D8D8D8"/>
            </a:solidFill>
            <a:prstDash val="solid"/>
            <a:miter lim="8000"/>
            <a:headEnd len="sm" w="sm" type="none"/>
            <a:tailEnd len="sm" w="sm" type="none"/>
          </a:ln>
        </p:spPr>
      </p:cxnSp>
      <p:cxnSp>
        <p:nvCxnSpPr>
          <p:cNvPr id="1355" name="Google Shape;1355;g3f824b0376f_0_9658"/>
          <p:cNvCxnSpPr/>
          <p:nvPr/>
        </p:nvCxnSpPr>
        <p:spPr>
          <a:xfrm>
            <a:off x="9628424" y="1320543"/>
            <a:ext cx="0" cy="4783500"/>
          </a:xfrm>
          <a:prstGeom prst="straightConnector1">
            <a:avLst/>
          </a:prstGeom>
          <a:noFill/>
          <a:ln cap="flat" cmpd="sng" w="12700">
            <a:solidFill>
              <a:srgbClr val="D8D8D8"/>
            </a:solidFill>
            <a:prstDash val="solid"/>
            <a:miter lim="8000"/>
            <a:headEnd len="sm" w="sm" type="none"/>
            <a:tailEnd len="sm" w="sm" type="none"/>
          </a:ln>
        </p:spPr>
      </p:cxnSp>
      <p:cxnSp>
        <p:nvCxnSpPr>
          <p:cNvPr id="1356" name="Google Shape;1356;g3f824b0376f_0_9658"/>
          <p:cNvCxnSpPr/>
          <p:nvPr/>
        </p:nvCxnSpPr>
        <p:spPr>
          <a:xfrm>
            <a:off x="11248918" y="1320543"/>
            <a:ext cx="0" cy="4783500"/>
          </a:xfrm>
          <a:prstGeom prst="straightConnector1">
            <a:avLst/>
          </a:prstGeom>
          <a:noFill/>
          <a:ln cap="flat" cmpd="sng" w="12700">
            <a:solidFill>
              <a:srgbClr val="323F4F">
                <a:alpha val="49412"/>
              </a:srgbClr>
            </a:solidFill>
            <a:prstDash val="solid"/>
            <a:miter lim="8000"/>
            <a:headEnd len="sm" w="sm" type="none"/>
            <a:tailEnd len="sm" w="sm" type="none"/>
          </a:ln>
        </p:spPr>
      </p:cxnSp>
      <p:sp>
        <p:nvSpPr>
          <p:cNvPr id="1357" name="Google Shape;1357;g3f824b0376f_0_9658"/>
          <p:cNvSpPr txBox="1"/>
          <p:nvPr/>
        </p:nvSpPr>
        <p:spPr>
          <a:xfrm>
            <a:off x="2222419" y="1946270"/>
            <a:ext cx="384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IN" sz="2800" u="none" cap="none" strike="noStrike">
                <a:solidFill>
                  <a:schemeClr val="lt1"/>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1358" name="Google Shape;1358;g3f824b0376f_0_9658"/>
          <p:cNvSpPr txBox="1"/>
          <p:nvPr/>
        </p:nvSpPr>
        <p:spPr>
          <a:xfrm>
            <a:off x="2222419" y="3149289"/>
            <a:ext cx="384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IN" sz="2800" u="none" cap="none" strike="noStrike">
                <a:solidFill>
                  <a:schemeClr val="lt1"/>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
        <p:nvSpPr>
          <p:cNvPr id="1359" name="Google Shape;1359;g3f824b0376f_0_9658"/>
          <p:cNvSpPr txBox="1"/>
          <p:nvPr/>
        </p:nvSpPr>
        <p:spPr>
          <a:xfrm>
            <a:off x="2222419" y="4356766"/>
            <a:ext cx="384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IN" sz="2800" u="none" cap="none" strike="noStrike">
                <a:solidFill>
                  <a:schemeClr val="lt1"/>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sp>
        <p:nvSpPr>
          <p:cNvPr id="1360" name="Google Shape;1360;g3f824b0376f_0_9658"/>
          <p:cNvSpPr txBox="1"/>
          <p:nvPr/>
        </p:nvSpPr>
        <p:spPr>
          <a:xfrm>
            <a:off x="2222419" y="5539661"/>
            <a:ext cx="384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IN" sz="2800" u="none" cap="none" strike="noStrike">
                <a:solidFill>
                  <a:schemeClr val="lt1"/>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p:cSld name="Empty">
    <p:spTree>
      <p:nvGrpSpPr>
        <p:cNvPr id="1361" name="Shape 1361"/>
        <p:cNvGrpSpPr/>
        <p:nvPr/>
      </p:nvGrpSpPr>
      <p:grpSpPr>
        <a:xfrm>
          <a:off x="0" y="0"/>
          <a:ext cx="0" cy="0"/>
          <a:chOff x="0" y="0"/>
          <a:chExt cx="0" cy="0"/>
        </a:xfrm>
      </p:grpSpPr>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g3f824b0376f_38_0)">
    <p:spTree>
      <p:nvGrpSpPr>
        <p:cNvPr id="1362" name="Shape 1362"/>
        <p:cNvGrpSpPr/>
        <p:nvPr/>
      </p:nvGrpSpPr>
      <p:grpSpPr>
        <a:xfrm>
          <a:off x="0" y="0"/>
          <a:ext cx="0" cy="0"/>
          <a:chOff x="0" y="0"/>
          <a:chExt cx="0" cy="0"/>
        </a:xfrm>
      </p:grpSpPr>
      <p:sp>
        <p:nvSpPr>
          <p:cNvPr id="1363" name="Google Shape;1363;g3f824b0376f_0_9688"/>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64" name="Google Shape;1364;g3f824b0376f_0_9688"/>
          <p:cNvSpPr/>
          <p:nvPr>
            <p:ph idx="2" type="pic"/>
          </p:nvPr>
        </p:nvSpPr>
        <p:spPr>
          <a:xfrm>
            <a:off x="8572274" y="897775"/>
            <a:ext cx="3325800" cy="5160600"/>
          </a:xfrm>
          <a:prstGeom prst="rect">
            <a:avLst/>
          </a:prstGeom>
          <a:noFill/>
          <a:ln>
            <a:noFill/>
          </a:ln>
        </p:spPr>
      </p:sp>
      <p:sp>
        <p:nvSpPr>
          <p:cNvPr id="1365" name="Google Shape;1365;g3f824b0376f_0_9688"/>
          <p:cNvSpPr txBox="1"/>
          <p:nvPr>
            <p:ph idx="3" type="body"/>
          </p:nvPr>
        </p:nvSpPr>
        <p:spPr>
          <a:xfrm>
            <a:off x="334963" y="1305402"/>
            <a:ext cx="8037600" cy="2052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66" name="Google Shape;1366;g3f824b0376f_0_9688"/>
          <p:cNvSpPr txBox="1"/>
          <p:nvPr>
            <p:ph idx="4" type="body"/>
          </p:nvPr>
        </p:nvSpPr>
        <p:spPr>
          <a:xfrm>
            <a:off x="334963" y="929443"/>
            <a:ext cx="8037600" cy="342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67" name="Google Shape;1367;g3f824b0376f_0_9688"/>
          <p:cNvSpPr txBox="1"/>
          <p:nvPr>
            <p:ph idx="5" type="body"/>
          </p:nvPr>
        </p:nvSpPr>
        <p:spPr>
          <a:xfrm>
            <a:off x="334963" y="4033559"/>
            <a:ext cx="8037600" cy="2052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68" name="Google Shape;1368;g3f824b0376f_0_9688"/>
          <p:cNvSpPr txBox="1"/>
          <p:nvPr>
            <p:ph idx="6" type="body"/>
          </p:nvPr>
        </p:nvSpPr>
        <p:spPr>
          <a:xfrm>
            <a:off x="334963" y="3657600"/>
            <a:ext cx="8037600" cy="342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4">
    <p:spTree>
      <p:nvGrpSpPr>
        <p:cNvPr id="1370" name="Shape 1370"/>
        <p:cNvGrpSpPr/>
        <p:nvPr/>
      </p:nvGrpSpPr>
      <p:grpSpPr>
        <a:xfrm>
          <a:off x="0" y="0"/>
          <a:ext cx="0" cy="0"/>
          <a:chOff x="0" y="0"/>
          <a:chExt cx="0" cy="0"/>
        </a:xfrm>
      </p:grpSpPr>
      <p:cxnSp>
        <p:nvCxnSpPr>
          <p:cNvPr id="1371" name="Google Shape;1371;g3f824b0376f_0_10425"/>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372" name="Google Shape;1372;g3f824b0376f_0_10425"/>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373" name="Google Shape;1373;g3f824b0376f_0_10425"/>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374" name="Google Shape;1374;g3f824b0376f_0_10425"/>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375" name="Google Shape;1375;g3f824b0376f_0_10425"/>
          <p:cNvSpPr txBox="1"/>
          <p:nvPr>
            <p:ph idx="2" type="body"/>
          </p:nvPr>
        </p:nvSpPr>
        <p:spPr>
          <a:xfrm>
            <a:off x="334963" y="1305402"/>
            <a:ext cx="11679900" cy="4934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76" name="Google Shape;1376;g3f824b0376f_0_10425"/>
          <p:cNvSpPr txBox="1"/>
          <p:nvPr>
            <p:ph idx="3" type="body"/>
          </p:nvPr>
        </p:nvSpPr>
        <p:spPr>
          <a:xfrm>
            <a:off x="334963" y="929442"/>
            <a:ext cx="11679900" cy="3138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p:spTree>
      <p:nvGrpSpPr>
        <p:cNvPr id="1377" name="Shape 1377"/>
        <p:cNvGrpSpPr/>
        <p:nvPr/>
      </p:nvGrpSpPr>
      <p:grpSpPr>
        <a:xfrm>
          <a:off x="0" y="0"/>
          <a:ext cx="0" cy="0"/>
          <a:chOff x="0" y="0"/>
          <a:chExt cx="0" cy="0"/>
        </a:xfrm>
      </p:grpSpPr>
      <p:sp>
        <p:nvSpPr>
          <p:cNvPr id="1378" name="Google Shape;1378;g3f824b0376f_0_10432"/>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379" name="Google Shape;1379;g3f824b0376f_0_10432"/>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380" name="Google Shape;1380;g3f824b0376f_0_10432"/>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381" name="Google Shape;1381;g3f824b0376f_0_10432"/>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382" name="Google Shape;1382;g3f824b0376f_0_10432"/>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Tree>
  </p:cSld>
  <p:clrMapOvr>
    <a:masterClrMapping/>
  </p:clrMapOvr>
  <p:extLst>
    <p:ext uri="{DCECCB84-F9BA-43D5-87BE-67443E8EF086}">
      <p15:sldGuideLst>
        <p15:guide id="1" pos="7512">
          <p15:clr>
            <a:srgbClr val="FBAE40"/>
          </p15:clr>
        </p15:guide>
        <p15:guide id="2" pos="211">
          <p15:clr>
            <a:srgbClr val="FBAE40"/>
          </p15:clr>
        </p15:guide>
        <p15:guide id="3" orient="horz" pos="3952">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5">
    <p:spTree>
      <p:nvGrpSpPr>
        <p:cNvPr id="1383" name="Shape 1383"/>
        <p:cNvGrpSpPr/>
        <p:nvPr/>
      </p:nvGrpSpPr>
      <p:grpSpPr>
        <a:xfrm>
          <a:off x="0" y="0"/>
          <a:ext cx="0" cy="0"/>
          <a:chOff x="0" y="0"/>
          <a:chExt cx="0" cy="0"/>
        </a:xfrm>
      </p:grpSpPr>
      <p:sp>
        <p:nvSpPr>
          <p:cNvPr id="1384" name="Google Shape;1384;g3f824b0376f_0_10438"/>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385" name="Google Shape;1385;g3f824b0376f_0_10438"/>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386" name="Google Shape;1386;g3f824b0376f_0_10438"/>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387" name="Google Shape;1387;g3f824b0376f_0_10438"/>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388" name="Google Shape;1388;g3f824b0376f_0_10438"/>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389" name="Google Shape;1389;g3f824b0376f_0_10438"/>
          <p:cNvSpPr/>
          <p:nvPr>
            <p:ph idx="2" type="pic"/>
          </p:nvPr>
        </p:nvSpPr>
        <p:spPr>
          <a:xfrm>
            <a:off x="8572274" y="897775"/>
            <a:ext cx="3325800" cy="5160600"/>
          </a:xfrm>
          <a:prstGeom prst="rect">
            <a:avLst/>
          </a:prstGeom>
          <a:noFill/>
          <a:ln>
            <a:noFill/>
          </a:ln>
        </p:spPr>
      </p:sp>
      <p:sp>
        <p:nvSpPr>
          <p:cNvPr id="1390" name="Google Shape;1390;g3f824b0376f_0_10438"/>
          <p:cNvSpPr txBox="1"/>
          <p:nvPr>
            <p:ph idx="3" type="body"/>
          </p:nvPr>
        </p:nvSpPr>
        <p:spPr>
          <a:xfrm>
            <a:off x="334963" y="1305402"/>
            <a:ext cx="8037600" cy="2052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91" name="Google Shape;1391;g3f824b0376f_0_10438"/>
          <p:cNvSpPr txBox="1"/>
          <p:nvPr>
            <p:ph idx="4" type="body"/>
          </p:nvPr>
        </p:nvSpPr>
        <p:spPr>
          <a:xfrm>
            <a:off x="334963" y="929443"/>
            <a:ext cx="8037600" cy="342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92" name="Google Shape;1392;g3f824b0376f_0_10438"/>
          <p:cNvSpPr txBox="1"/>
          <p:nvPr>
            <p:ph idx="5" type="body"/>
          </p:nvPr>
        </p:nvSpPr>
        <p:spPr>
          <a:xfrm>
            <a:off x="334963" y="4033559"/>
            <a:ext cx="8037600" cy="2052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93" name="Google Shape;1393;g3f824b0376f_0_10438"/>
          <p:cNvSpPr txBox="1"/>
          <p:nvPr>
            <p:ph idx="6" type="body"/>
          </p:nvPr>
        </p:nvSpPr>
        <p:spPr>
          <a:xfrm>
            <a:off x="334963" y="3657600"/>
            <a:ext cx="8037600" cy="342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
    <p:spTree>
      <p:nvGrpSpPr>
        <p:cNvPr id="1394" name="Shape 1394"/>
        <p:cNvGrpSpPr/>
        <p:nvPr/>
      </p:nvGrpSpPr>
      <p:grpSpPr>
        <a:xfrm>
          <a:off x="0" y="0"/>
          <a:ext cx="0" cy="0"/>
          <a:chOff x="0" y="0"/>
          <a:chExt cx="0" cy="0"/>
        </a:xfrm>
      </p:grpSpPr>
      <p:sp>
        <p:nvSpPr>
          <p:cNvPr id="1395" name="Google Shape;1395;g3f824b0376f_0_10449"/>
          <p:cNvSpPr/>
          <p:nvPr/>
        </p:nvSpPr>
        <p:spPr>
          <a:xfrm>
            <a:off x="5462487" y="859798"/>
            <a:ext cx="2953800" cy="9039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96" name="Google Shape;1396;g3f824b0376f_0_10449"/>
          <p:cNvSpPr/>
          <p:nvPr/>
        </p:nvSpPr>
        <p:spPr>
          <a:xfrm>
            <a:off x="5571329" y="937776"/>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97" name="Google Shape;1397;g3f824b0376f_0_10449"/>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398" name="Google Shape;1398;g3f824b0376f_0_10449"/>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399" name="Google Shape;1399;g3f824b0376f_0_10449"/>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400" name="Google Shape;1400;g3f824b0376f_0_10449"/>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401" name="Google Shape;1401;g3f824b0376f_0_10449"/>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402" name="Google Shape;1402;g3f824b0376f_0_10449"/>
          <p:cNvSpPr/>
          <p:nvPr>
            <p:ph idx="2" type="pic"/>
          </p:nvPr>
        </p:nvSpPr>
        <p:spPr>
          <a:xfrm>
            <a:off x="5630332" y="998749"/>
            <a:ext cx="612000" cy="612000"/>
          </a:xfrm>
          <a:prstGeom prst="rect">
            <a:avLst/>
          </a:prstGeom>
          <a:noFill/>
          <a:ln>
            <a:noFill/>
          </a:ln>
        </p:spPr>
      </p:sp>
      <p:sp>
        <p:nvSpPr>
          <p:cNvPr id="1403" name="Google Shape;1403;g3f824b0376f_0_10449"/>
          <p:cNvSpPr txBox="1"/>
          <p:nvPr>
            <p:ph idx="3" type="body"/>
          </p:nvPr>
        </p:nvSpPr>
        <p:spPr>
          <a:xfrm>
            <a:off x="6373541" y="95804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04" name="Google Shape;1404;g3f824b0376f_0_10449"/>
          <p:cNvSpPr txBox="1"/>
          <p:nvPr>
            <p:ph idx="4" type="body"/>
          </p:nvPr>
        </p:nvSpPr>
        <p:spPr>
          <a:xfrm>
            <a:off x="6373539" y="1337221"/>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05" name="Google Shape;1405;g3f824b0376f_0_10449"/>
          <p:cNvSpPr/>
          <p:nvPr/>
        </p:nvSpPr>
        <p:spPr>
          <a:xfrm>
            <a:off x="5462487" y="2269156"/>
            <a:ext cx="2953800" cy="9039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06" name="Google Shape;1406;g3f824b0376f_0_10449"/>
          <p:cNvSpPr/>
          <p:nvPr/>
        </p:nvSpPr>
        <p:spPr>
          <a:xfrm>
            <a:off x="5571329" y="2347134"/>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07" name="Google Shape;1407;g3f824b0376f_0_10449"/>
          <p:cNvSpPr/>
          <p:nvPr>
            <p:ph idx="5" type="pic"/>
          </p:nvPr>
        </p:nvSpPr>
        <p:spPr>
          <a:xfrm>
            <a:off x="5630332" y="2408107"/>
            <a:ext cx="612000" cy="612000"/>
          </a:xfrm>
          <a:prstGeom prst="rect">
            <a:avLst/>
          </a:prstGeom>
          <a:noFill/>
          <a:ln>
            <a:noFill/>
          </a:ln>
        </p:spPr>
      </p:sp>
      <p:sp>
        <p:nvSpPr>
          <p:cNvPr id="1408" name="Google Shape;1408;g3f824b0376f_0_10449"/>
          <p:cNvSpPr txBox="1"/>
          <p:nvPr>
            <p:ph idx="6" type="body"/>
          </p:nvPr>
        </p:nvSpPr>
        <p:spPr>
          <a:xfrm>
            <a:off x="6373541" y="2367401"/>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09" name="Google Shape;1409;g3f824b0376f_0_10449"/>
          <p:cNvSpPr txBox="1"/>
          <p:nvPr>
            <p:ph idx="7" type="body"/>
          </p:nvPr>
        </p:nvSpPr>
        <p:spPr>
          <a:xfrm>
            <a:off x="6373539" y="2746579"/>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10" name="Google Shape;1410;g3f824b0376f_0_10449"/>
          <p:cNvSpPr/>
          <p:nvPr/>
        </p:nvSpPr>
        <p:spPr>
          <a:xfrm>
            <a:off x="2017663" y="2269156"/>
            <a:ext cx="2953800" cy="9039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11" name="Google Shape;1411;g3f824b0376f_0_10449"/>
          <p:cNvSpPr/>
          <p:nvPr/>
        </p:nvSpPr>
        <p:spPr>
          <a:xfrm>
            <a:off x="2126505" y="2347134"/>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12" name="Google Shape;1412;g3f824b0376f_0_10449"/>
          <p:cNvSpPr/>
          <p:nvPr>
            <p:ph idx="8" type="pic"/>
          </p:nvPr>
        </p:nvSpPr>
        <p:spPr>
          <a:xfrm>
            <a:off x="2185508" y="2408107"/>
            <a:ext cx="612000" cy="612000"/>
          </a:xfrm>
          <a:prstGeom prst="rect">
            <a:avLst/>
          </a:prstGeom>
          <a:noFill/>
          <a:ln>
            <a:noFill/>
          </a:ln>
        </p:spPr>
      </p:sp>
      <p:sp>
        <p:nvSpPr>
          <p:cNvPr id="1413" name="Google Shape;1413;g3f824b0376f_0_10449"/>
          <p:cNvSpPr txBox="1"/>
          <p:nvPr>
            <p:ph idx="9" type="body"/>
          </p:nvPr>
        </p:nvSpPr>
        <p:spPr>
          <a:xfrm>
            <a:off x="2928717" y="2367401"/>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14" name="Google Shape;1414;g3f824b0376f_0_10449"/>
          <p:cNvSpPr txBox="1"/>
          <p:nvPr>
            <p:ph idx="13" type="body"/>
          </p:nvPr>
        </p:nvSpPr>
        <p:spPr>
          <a:xfrm>
            <a:off x="2928715" y="2746579"/>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15" name="Google Shape;1415;g3f824b0376f_0_10449"/>
          <p:cNvSpPr/>
          <p:nvPr/>
        </p:nvSpPr>
        <p:spPr>
          <a:xfrm>
            <a:off x="8870742" y="2269156"/>
            <a:ext cx="2953800" cy="9039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16" name="Google Shape;1416;g3f824b0376f_0_10449"/>
          <p:cNvSpPr/>
          <p:nvPr/>
        </p:nvSpPr>
        <p:spPr>
          <a:xfrm>
            <a:off x="8977131" y="2347134"/>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17" name="Google Shape;1417;g3f824b0376f_0_10449"/>
          <p:cNvSpPr/>
          <p:nvPr>
            <p:ph idx="14" type="pic"/>
          </p:nvPr>
        </p:nvSpPr>
        <p:spPr>
          <a:xfrm>
            <a:off x="9036134" y="2408107"/>
            <a:ext cx="612000" cy="612000"/>
          </a:xfrm>
          <a:prstGeom prst="rect">
            <a:avLst/>
          </a:prstGeom>
          <a:noFill/>
          <a:ln>
            <a:noFill/>
          </a:ln>
        </p:spPr>
      </p:sp>
      <p:sp>
        <p:nvSpPr>
          <p:cNvPr id="1418" name="Google Shape;1418;g3f824b0376f_0_10449"/>
          <p:cNvSpPr txBox="1"/>
          <p:nvPr>
            <p:ph idx="15" type="body"/>
          </p:nvPr>
        </p:nvSpPr>
        <p:spPr>
          <a:xfrm>
            <a:off x="9779343" y="2367401"/>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19" name="Google Shape;1419;g3f824b0376f_0_10449"/>
          <p:cNvSpPr txBox="1"/>
          <p:nvPr>
            <p:ph idx="16" type="body"/>
          </p:nvPr>
        </p:nvSpPr>
        <p:spPr>
          <a:xfrm>
            <a:off x="9779341" y="2746579"/>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20" name="Google Shape;1420;g3f824b0376f_0_10449"/>
          <p:cNvSpPr/>
          <p:nvPr/>
        </p:nvSpPr>
        <p:spPr>
          <a:xfrm>
            <a:off x="308146" y="3864155"/>
            <a:ext cx="2953800" cy="9039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21" name="Google Shape;1421;g3f824b0376f_0_10449"/>
          <p:cNvSpPr/>
          <p:nvPr/>
        </p:nvSpPr>
        <p:spPr>
          <a:xfrm>
            <a:off x="416988" y="3942133"/>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22" name="Google Shape;1422;g3f824b0376f_0_10449"/>
          <p:cNvSpPr/>
          <p:nvPr>
            <p:ph idx="17" type="pic"/>
          </p:nvPr>
        </p:nvSpPr>
        <p:spPr>
          <a:xfrm>
            <a:off x="475991" y="4003106"/>
            <a:ext cx="612000" cy="612000"/>
          </a:xfrm>
          <a:prstGeom prst="rect">
            <a:avLst/>
          </a:prstGeom>
          <a:noFill/>
          <a:ln>
            <a:noFill/>
          </a:ln>
        </p:spPr>
      </p:sp>
      <p:sp>
        <p:nvSpPr>
          <p:cNvPr id="1423" name="Google Shape;1423;g3f824b0376f_0_10449"/>
          <p:cNvSpPr txBox="1"/>
          <p:nvPr>
            <p:ph idx="18" type="body"/>
          </p:nvPr>
        </p:nvSpPr>
        <p:spPr>
          <a:xfrm>
            <a:off x="1219200" y="3962400"/>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24" name="Google Shape;1424;g3f824b0376f_0_10449"/>
          <p:cNvSpPr txBox="1"/>
          <p:nvPr>
            <p:ph idx="19" type="body"/>
          </p:nvPr>
        </p:nvSpPr>
        <p:spPr>
          <a:xfrm>
            <a:off x="1219198" y="4341578"/>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25" name="Google Shape;1425;g3f824b0376f_0_10449"/>
          <p:cNvSpPr/>
          <p:nvPr/>
        </p:nvSpPr>
        <p:spPr>
          <a:xfrm>
            <a:off x="3584746" y="3864155"/>
            <a:ext cx="2953800" cy="9039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26" name="Google Shape;1426;g3f824b0376f_0_10449"/>
          <p:cNvSpPr/>
          <p:nvPr/>
        </p:nvSpPr>
        <p:spPr>
          <a:xfrm>
            <a:off x="3693588" y="3942133"/>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27" name="Google Shape;1427;g3f824b0376f_0_10449"/>
          <p:cNvSpPr/>
          <p:nvPr>
            <p:ph idx="20" type="pic"/>
          </p:nvPr>
        </p:nvSpPr>
        <p:spPr>
          <a:xfrm>
            <a:off x="3752591" y="4003106"/>
            <a:ext cx="612000" cy="612000"/>
          </a:xfrm>
          <a:prstGeom prst="rect">
            <a:avLst/>
          </a:prstGeom>
          <a:noFill/>
          <a:ln>
            <a:noFill/>
          </a:ln>
        </p:spPr>
      </p:sp>
      <p:sp>
        <p:nvSpPr>
          <p:cNvPr id="1428" name="Google Shape;1428;g3f824b0376f_0_10449"/>
          <p:cNvSpPr txBox="1"/>
          <p:nvPr>
            <p:ph idx="21" type="body"/>
          </p:nvPr>
        </p:nvSpPr>
        <p:spPr>
          <a:xfrm>
            <a:off x="4495800" y="3962400"/>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29" name="Google Shape;1429;g3f824b0376f_0_10449"/>
          <p:cNvSpPr txBox="1"/>
          <p:nvPr>
            <p:ph idx="22" type="body"/>
          </p:nvPr>
        </p:nvSpPr>
        <p:spPr>
          <a:xfrm>
            <a:off x="4495798" y="4341578"/>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30" name="Google Shape;1430;g3f824b0376f_0_10449"/>
          <p:cNvSpPr/>
          <p:nvPr/>
        </p:nvSpPr>
        <p:spPr>
          <a:xfrm>
            <a:off x="8870742" y="3864155"/>
            <a:ext cx="2953800" cy="9039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31" name="Google Shape;1431;g3f824b0376f_0_10449"/>
          <p:cNvSpPr/>
          <p:nvPr/>
        </p:nvSpPr>
        <p:spPr>
          <a:xfrm>
            <a:off x="8982038" y="3942133"/>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32" name="Google Shape;1432;g3f824b0376f_0_10449"/>
          <p:cNvSpPr/>
          <p:nvPr>
            <p:ph idx="23" type="pic"/>
          </p:nvPr>
        </p:nvSpPr>
        <p:spPr>
          <a:xfrm>
            <a:off x="9041041" y="4003106"/>
            <a:ext cx="612000" cy="612000"/>
          </a:xfrm>
          <a:prstGeom prst="rect">
            <a:avLst/>
          </a:prstGeom>
          <a:noFill/>
          <a:ln>
            <a:noFill/>
          </a:ln>
        </p:spPr>
      </p:sp>
      <p:sp>
        <p:nvSpPr>
          <p:cNvPr id="1433" name="Google Shape;1433;g3f824b0376f_0_10449"/>
          <p:cNvSpPr txBox="1"/>
          <p:nvPr>
            <p:ph idx="24" type="body"/>
          </p:nvPr>
        </p:nvSpPr>
        <p:spPr>
          <a:xfrm>
            <a:off x="9784250" y="3962400"/>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34" name="Google Shape;1434;g3f824b0376f_0_10449"/>
          <p:cNvSpPr txBox="1"/>
          <p:nvPr>
            <p:ph idx="25" type="body"/>
          </p:nvPr>
        </p:nvSpPr>
        <p:spPr>
          <a:xfrm>
            <a:off x="9784248" y="4341578"/>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1435" name="Google Shape;1435;g3f824b0376f_0_10449"/>
          <p:cNvCxnSpPr>
            <a:stCxn id="1395" idx="2"/>
            <a:endCxn id="1405" idx="0"/>
          </p:cNvCxnSpPr>
          <p:nvPr/>
        </p:nvCxnSpPr>
        <p:spPr>
          <a:xfrm>
            <a:off x="6939387" y="1763698"/>
            <a:ext cx="0" cy="505500"/>
          </a:xfrm>
          <a:prstGeom prst="straightConnector1">
            <a:avLst/>
          </a:prstGeom>
          <a:noFill/>
          <a:ln cap="flat" cmpd="sng" w="12700">
            <a:solidFill>
              <a:srgbClr val="E24048"/>
            </a:solidFill>
            <a:prstDash val="solid"/>
            <a:miter lim="8000"/>
            <a:headEnd len="sm" w="sm" type="none"/>
            <a:tailEnd len="lg" w="lg" type="stealth"/>
          </a:ln>
        </p:spPr>
      </p:cxnSp>
      <p:cxnSp>
        <p:nvCxnSpPr>
          <p:cNvPr id="1436" name="Google Shape;1436;g3f824b0376f_0_10449"/>
          <p:cNvCxnSpPr>
            <a:stCxn id="1395" idx="2"/>
            <a:endCxn id="1410" idx="0"/>
          </p:cNvCxnSpPr>
          <p:nvPr/>
        </p:nvCxnSpPr>
        <p:spPr>
          <a:xfrm rot="5400000">
            <a:off x="4964187" y="293998"/>
            <a:ext cx="505500" cy="3444900"/>
          </a:xfrm>
          <a:prstGeom prst="bentConnector3">
            <a:avLst>
              <a:gd fmla="val 50000" name="adj1"/>
            </a:avLst>
          </a:prstGeom>
          <a:noFill/>
          <a:ln cap="flat" cmpd="sng" w="12700">
            <a:solidFill>
              <a:srgbClr val="E24048"/>
            </a:solidFill>
            <a:prstDash val="solid"/>
            <a:miter lim="8000"/>
            <a:headEnd len="sm" w="sm" type="none"/>
            <a:tailEnd len="lg" w="lg" type="stealth"/>
          </a:ln>
        </p:spPr>
      </p:cxnSp>
      <p:cxnSp>
        <p:nvCxnSpPr>
          <p:cNvPr id="1437" name="Google Shape;1437;g3f824b0376f_0_10449"/>
          <p:cNvCxnSpPr>
            <a:stCxn id="1395" idx="2"/>
            <a:endCxn id="1415" idx="0"/>
          </p:cNvCxnSpPr>
          <p:nvPr/>
        </p:nvCxnSpPr>
        <p:spPr>
          <a:xfrm flipH="1" rot="-5400000">
            <a:off x="8390787" y="312298"/>
            <a:ext cx="505500" cy="3408300"/>
          </a:xfrm>
          <a:prstGeom prst="bentConnector3">
            <a:avLst>
              <a:gd fmla="val 50000" name="adj1"/>
            </a:avLst>
          </a:prstGeom>
          <a:noFill/>
          <a:ln cap="flat" cmpd="sng" w="12700">
            <a:solidFill>
              <a:srgbClr val="E24048"/>
            </a:solidFill>
            <a:prstDash val="solid"/>
            <a:miter lim="8000"/>
            <a:headEnd len="sm" w="sm" type="none"/>
            <a:tailEnd len="lg" w="lg" type="stealth"/>
          </a:ln>
        </p:spPr>
      </p:cxnSp>
      <p:cxnSp>
        <p:nvCxnSpPr>
          <p:cNvPr id="1438" name="Google Shape;1438;g3f824b0376f_0_10449"/>
          <p:cNvCxnSpPr>
            <a:stCxn id="1410" idx="2"/>
            <a:endCxn id="1420" idx="0"/>
          </p:cNvCxnSpPr>
          <p:nvPr/>
        </p:nvCxnSpPr>
        <p:spPr>
          <a:xfrm rot="5400000">
            <a:off x="2294263" y="2663956"/>
            <a:ext cx="691200" cy="1709400"/>
          </a:xfrm>
          <a:prstGeom prst="bentConnector3">
            <a:avLst>
              <a:gd fmla="val 50000" name="adj1"/>
            </a:avLst>
          </a:prstGeom>
          <a:noFill/>
          <a:ln cap="flat" cmpd="sng" w="12700">
            <a:solidFill>
              <a:srgbClr val="E24048"/>
            </a:solidFill>
            <a:prstDash val="solid"/>
            <a:miter lim="8000"/>
            <a:headEnd len="sm" w="sm" type="none"/>
            <a:tailEnd len="lg" w="lg" type="stealth"/>
          </a:ln>
        </p:spPr>
      </p:cxnSp>
      <p:cxnSp>
        <p:nvCxnSpPr>
          <p:cNvPr id="1439" name="Google Shape;1439;g3f824b0376f_0_10449"/>
          <p:cNvCxnSpPr>
            <a:stCxn id="1410" idx="2"/>
            <a:endCxn id="1425" idx="0"/>
          </p:cNvCxnSpPr>
          <p:nvPr/>
        </p:nvCxnSpPr>
        <p:spPr>
          <a:xfrm flipH="1" rot="-5400000">
            <a:off x="3932563" y="2735056"/>
            <a:ext cx="691200" cy="1567200"/>
          </a:xfrm>
          <a:prstGeom prst="bentConnector3">
            <a:avLst>
              <a:gd fmla="val 50000" name="adj1"/>
            </a:avLst>
          </a:prstGeom>
          <a:noFill/>
          <a:ln cap="flat" cmpd="sng" w="12700">
            <a:solidFill>
              <a:srgbClr val="E24048"/>
            </a:solidFill>
            <a:prstDash val="solid"/>
            <a:miter lim="8000"/>
            <a:headEnd len="sm" w="sm" type="none"/>
            <a:tailEnd len="lg" w="lg" type="stealth"/>
          </a:ln>
        </p:spPr>
      </p:cxnSp>
      <p:cxnSp>
        <p:nvCxnSpPr>
          <p:cNvPr id="1440" name="Google Shape;1440;g3f824b0376f_0_10449"/>
          <p:cNvCxnSpPr>
            <a:stCxn id="1415" idx="2"/>
            <a:endCxn id="1430" idx="0"/>
          </p:cNvCxnSpPr>
          <p:nvPr/>
        </p:nvCxnSpPr>
        <p:spPr>
          <a:xfrm>
            <a:off x="10347642" y="3173056"/>
            <a:ext cx="0" cy="691200"/>
          </a:xfrm>
          <a:prstGeom prst="straightConnector1">
            <a:avLst/>
          </a:prstGeom>
          <a:noFill/>
          <a:ln cap="flat" cmpd="sng" w="12700">
            <a:solidFill>
              <a:srgbClr val="E24048"/>
            </a:solidFill>
            <a:prstDash val="solid"/>
            <a:miter lim="8000"/>
            <a:headEnd len="sm" w="sm" type="none"/>
            <a:tailEnd len="lg" w="lg" type="stealth"/>
          </a:ln>
        </p:spPr>
      </p:cxnSp>
      <p:sp>
        <p:nvSpPr>
          <p:cNvPr id="1441" name="Google Shape;1441;g3f824b0376f_0_10449"/>
          <p:cNvSpPr/>
          <p:nvPr/>
        </p:nvSpPr>
        <p:spPr>
          <a:xfrm>
            <a:off x="7134739" y="5274972"/>
            <a:ext cx="2953800" cy="9039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42" name="Google Shape;1442;g3f824b0376f_0_10449"/>
          <p:cNvSpPr/>
          <p:nvPr/>
        </p:nvSpPr>
        <p:spPr>
          <a:xfrm>
            <a:off x="7243581" y="5352950"/>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43" name="Google Shape;1443;g3f824b0376f_0_10449"/>
          <p:cNvSpPr/>
          <p:nvPr>
            <p:ph idx="26" type="pic"/>
          </p:nvPr>
        </p:nvSpPr>
        <p:spPr>
          <a:xfrm>
            <a:off x="7302584" y="5413923"/>
            <a:ext cx="612000" cy="612000"/>
          </a:xfrm>
          <a:prstGeom prst="rect">
            <a:avLst/>
          </a:prstGeom>
          <a:noFill/>
          <a:ln>
            <a:noFill/>
          </a:ln>
        </p:spPr>
      </p:sp>
      <p:sp>
        <p:nvSpPr>
          <p:cNvPr id="1444" name="Google Shape;1444;g3f824b0376f_0_10449"/>
          <p:cNvSpPr txBox="1"/>
          <p:nvPr>
            <p:ph idx="27" type="body"/>
          </p:nvPr>
        </p:nvSpPr>
        <p:spPr>
          <a:xfrm>
            <a:off x="8045793" y="5373217"/>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45" name="Google Shape;1445;g3f824b0376f_0_10449"/>
          <p:cNvSpPr txBox="1"/>
          <p:nvPr>
            <p:ph idx="28" type="body"/>
          </p:nvPr>
        </p:nvSpPr>
        <p:spPr>
          <a:xfrm>
            <a:off x="8045791" y="575239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46" name="Google Shape;1446;g3f824b0376f_0_10449"/>
          <p:cNvSpPr/>
          <p:nvPr/>
        </p:nvSpPr>
        <p:spPr>
          <a:xfrm>
            <a:off x="3961414" y="5274972"/>
            <a:ext cx="2953800" cy="9039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47" name="Google Shape;1447;g3f824b0376f_0_10449"/>
          <p:cNvSpPr/>
          <p:nvPr/>
        </p:nvSpPr>
        <p:spPr>
          <a:xfrm>
            <a:off x="4070256" y="5352950"/>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48" name="Google Shape;1448;g3f824b0376f_0_10449"/>
          <p:cNvSpPr/>
          <p:nvPr>
            <p:ph idx="29" type="pic"/>
          </p:nvPr>
        </p:nvSpPr>
        <p:spPr>
          <a:xfrm>
            <a:off x="4129259" y="5413923"/>
            <a:ext cx="612000" cy="612000"/>
          </a:xfrm>
          <a:prstGeom prst="rect">
            <a:avLst/>
          </a:prstGeom>
          <a:noFill/>
          <a:ln>
            <a:noFill/>
          </a:ln>
        </p:spPr>
      </p:sp>
      <p:sp>
        <p:nvSpPr>
          <p:cNvPr id="1449" name="Google Shape;1449;g3f824b0376f_0_10449"/>
          <p:cNvSpPr txBox="1"/>
          <p:nvPr>
            <p:ph idx="30" type="body"/>
          </p:nvPr>
        </p:nvSpPr>
        <p:spPr>
          <a:xfrm>
            <a:off x="4872468" y="5373217"/>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50" name="Google Shape;1450;g3f824b0376f_0_10449"/>
          <p:cNvSpPr txBox="1"/>
          <p:nvPr>
            <p:ph idx="31" type="body"/>
          </p:nvPr>
        </p:nvSpPr>
        <p:spPr>
          <a:xfrm>
            <a:off x="4872466" y="575239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1451" name="Google Shape;1451;g3f824b0376f_0_10449"/>
          <p:cNvCxnSpPr>
            <a:stCxn id="1405" idx="2"/>
            <a:endCxn id="1446" idx="0"/>
          </p:cNvCxnSpPr>
          <p:nvPr/>
        </p:nvCxnSpPr>
        <p:spPr>
          <a:xfrm rot="5400000">
            <a:off x="5137887" y="3473356"/>
            <a:ext cx="2101800" cy="1501200"/>
          </a:xfrm>
          <a:prstGeom prst="bentConnector3">
            <a:avLst>
              <a:gd fmla="val 85255" name="adj1"/>
            </a:avLst>
          </a:prstGeom>
          <a:noFill/>
          <a:ln cap="flat" cmpd="sng" w="12700">
            <a:solidFill>
              <a:srgbClr val="E24048"/>
            </a:solidFill>
            <a:prstDash val="solid"/>
            <a:miter lim="8000"/>
            <a:headEnd len="sm" w="sm" type="none"/>
            <a:tailEnd len="lg" w="lg" type="stealth"/>
          </a:ln>
        </p:spPr>
      </p:cxnSp>
      <p:cxnSp>
        <p:nvCxnSpPr>
          <p:cNvPr id="1452" name="Google Shape;1452;g3f824b0376f_0_10449"/>
          <p:cNvCxnSpPr>
            <a:stCxn id="1405" idx="2"/>
            <a:endCxn id="1441" idx="0"/>
          </p:cNvCxnSpPr>
          <p:nvPr/>
        </p:nvCxnSpPr>
        <p:spPr>
          <a:xfrm flipH="1" rot="-5400000">
            <a:off x="6724587" y="3387856"/>
            <a:ext cx="2101800" cy="1672200"/>
          </a:xfrm>
          <a:prstGeom prst="bentConnector3">
            <a:avLst>
              <a:gd fmla="val 85255" name="adj1"/>
            </a:avLst>
          </a:prstGeom>
          <a:noFill/>
          <a:ln cap="flat" cmpd="sng" w="12700">
            <a:solidFill>
              <a:srgbClr val="E24048"/>
            </a:solidFill>
            <a:prstDash val="solid"/>
            <a:miter lim="8000"/>
            <a:headEnd len="sm" w="sm" type="none"/>
            <a:tailEnd len="lg" w="lg" type="stealth"/>
          </a:ln>
        </p:spPr>
      </p:cxn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3">
    <p:spTree>
      <p:nvGrpSpPr>
        <p:cNvPr id="1453" name="Shape 1453"/>
        <p:cNvGrpSpPr/>
        <p:nvPr/>
      </p:nvGrpSpPr>
      <p:grpSpPr>
        <a:xfrm>
          <a:off x="0" y="0"/>
          <a:ext cx="0" cy="0"/>
          <a:chOff x="0" y="0"/>
          <a:chExt cx="0" cy="0"/>
        </a:xfrm>
      </p:grpSpPr>
      <p:sp>
        <p:nvSpPr>
          <p:cNvPr id="1454" name="Google Shape;1454;g3f824b0376f_0_10508"/>
          <p:cNvSpPr/>
          <p:nvPr/>
        </p:nvSpPr>
        <p:spPr>
          <a:xfrm>
            <a:off x="6288463" y="1528423"/>
            <a:ext cx="2697000" cy="7098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55" name="Google Shape;1455;g3f824b0376f_0_10508"/>
          <p:cNvSpPr/>
          <p:nvPr/>
        </p:nvSpPr>
        <p:spPr>
          <a:xfrm>
            <a:off x="6329084" y="1569483"/>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56" name="Google Shape;1456;g3f824b0376f_0_10508"/>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457" name="Google Shape;1457;g3f824b0376f_0_10508"/>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458" name="Google Shape;1458;g3f824b0376f_0_10508"/>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459" name="Google Shape;1459;g3f824b0376f_0_10508"/>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460" name="Google Shape;1460;g3f824b0376f_0_10508"/>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461" name="Google Shape;1461;g3f824b0376f_0_10508"/>
          <p:cNvSpPr/>
          <p:nvPr>
            <p:ph idx="2" type="pic"/>
          </p:nvPr>
        </p:nvSpPr>
        <p:spPr>
          <a:xfrm>
            <a:off x="6383101" y="1625470"/>
            <a:ext cx="501600" cy="501600"/>
          </a:xfrm>
          <a:prstGeom prst="rect">
            <a:avLst/>
          </a:prstGeom>
          <a:noFill/>
          <a:ln>
            <a:noFill/>
          </a:ln>
        </p:spPr>
      </p:sp>
      <p:sp>
        <p:nvSpPr>
          <p:cNvPr id="1462" name="Google Shape;1462;g3f824b0376f_0_10508"/>
          <p:cNvSpPr txBox="1"/>
          <p:nvPr>
            <p:ph idx="3" type="body"/>
          </p:nvPr>
        </p:nvSpPr>
        <p:spPr>
          <a:xfrm>
            <a:off x="6981151" y="1552034"/>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63" name="Google Shape;1463;g3f824b0376f_0_10508"/>
          <p:cNvSpPr txBox="1"/>
          <p:nvPr>
            <p:ph idx="4" type="body"/>
          </p:nvPr>
        </p:nvSpPr>
        <p:spPr>
          <a:xfrm>
            <a:off x="6981149" y="1886236"/>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64" name="Google Shape;1464;g3f824b0376f_0_10508"/>
          <p:cNvSpPr/>
          <p:nvPr/>
        </p:nvSpPr>
        <p:spPr>
          <a:xfrm>
            <a:off x="383076" y="1528423"/>
            <a:ext cx="2697000" cy="709800"/>
          </a:xfrm>
          <a:prstGeom prst="roundRect">
            <a:avLst>
              <a:gd fmla="val 12331" name="adj"/>
            </a:avLst>
          </a:prstGeom>
          <a:solidFill>
            <a:srgbClr val="F2F2F2"/>
          </a:solidFill>
          <a:ln cap="flat" cmpd="sng" w="12700">
            <a:solidFill>
              <a:srgbClr val="6E8C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65" name="Google Shape;1465;g3f824b0376f_0_10508"/>
          <p:cNvSpPr/>
          <p:nvPr/>
        </p:nvSpPr>
        <p:spPr>
          <a:xfrm>
            <a:off x="423697" y="1569483"/>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66" name="Google Shape;1466;g3f824b0376f_0_10508"/>
          <p:cNvSpPr/>
          <p:nvPr>
            <p:ph idx="5" type="pic"/>
          </p:nvPr>
        </p:nvSpPr>
        <p:spPr>
          <a:xfrm>
            <a:off x="477714" y="1625470"/>
            <a:ext cx="501600" cy="501600"/>
          </a:xfrm>
          <a:prstGeom prst="rect">
            <a:avLst/>
          </a:prstGeom>
          <a:noFill/>
          <a:ln>
            <a:noFill/>
          </a:ln>
        </p:spPr>
      </p:sp>
      <p:sp>
        <p:nvSpPr>
          <p:cNvPr id="1467" name="Google Shape;1467;g3f824b0376f_0_10508"/>
          <p:cNvSpPr txBox="1"/>
          <p:nvPr>
            <p:ph idx="6" type="body"/>
          </p:nvPr>
        </p:nvSpPr>
        <p:spPr>
          <a:xfrm>
            <a:off x="1075764" y="1552034"/>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68" name="Google Shape;1468;g3f824b0376f_0_10508"/>
          <p:cNvSpPr txBox="1"/>
          <p:nvPr>
            <p:ph idx="7" type="body"/>
          </p:nvPr>
        </p:nvSpPr>
        <p:spPr>
          <a:xfrm>
            <a:off x="1075762" y="1886236"/>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69" name="Google Shape;1469;g3f824b0376f_0_10508"/>
          <p:cNvSpPr/>
          <p:nvPr/>
        </p:nvSpPr>
        <p:spPr>
          <a:xfrm>
            <a:off x="6288463" y="2529092"/>
            <a:ext cx="2697000" cy="7098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70" name="Google Shape;1470;g3f824b0376f_0_10508"/>
          <p:cNvSpPr/>
          <p:nvPr/>
        </p:nvSpPr>
        <p:spPr>
          <a:xfrm>
            <a:off x="6329084" y="2570152"/>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71" name="Google Shape;1471;g3f824b0376f_0_10508"/>
          <p:cNvSpPr/>
          <p:nvPr>
            <p:ph idx="8" type="pic"/>
          </p:nvPr>
        </p:nvSpPr>
        <p:spPr>
          <a:xfrm>
            <a:off x="6383101" y="2626139"/>
            <a:ext cx="501600" cy="501600"/>
          </a:xfrm>
          <a:prstGeom prst="rect">
            <a:avLst/>
          </a:prstGeom>
          <a:noFill/>
          <a:ln>
            <a:noFill/>
          </a:ln>
        </p:spPr>
      </p:sp>
      <p:sp>
        <p:nvSpPr>
          <p:cNvPr id="1472" name="Google Shape;1472;g3f824b0376f_0_10508"/>
          <p:cNvSpPr txBox="1"/>
          <p:nvPr>
            <p:ph idx="9" type="body"/>
          </p:nvPr>
        </p:nvSpPr>
        <p:spPr>
          <a:xfrm>
            <a:off x="6981151" y="255270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73" name="Google Shape;1473;g3f824b0376f_0_10508"/>
          <p:cNvSpPr txBox="1"/>
          <p:nvPr>
            <p:ph idx="13" type="body"/>
          </p:nvPr>
        </p:nvSpPr>
        <p:spPr>
          <a:xfrm>
            <a:off x="6981149" y="288690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74" name="Google Shape;1474;g3f824b0376f_0_10508"/>
          <p:cNvSpPr/>
          <p:nvPr/>
        </p:nvSpPr>
        <p:spPr>
          <a:xfrm>
            <a:off x="3313410" y="2529092"/>
            <a:ext cx="2697000" cy="7098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75" name="Google Shape;1475;g3f824b0376f_0_10508"/>
          <p:cNvSpPr/>
          <p:nvPr/>
        </p:nvSpPr>
        <p:spPr>
          <a:xfrm>
            <a:off x="3358810" y="2570152"/>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76" name="Google Shape;1476;g3f824b0376f_0_10508"/>
          <p:cNvSpPr/>
          <p:nvPr>
            <p:ph idx="14" type="pic"/>
          </p:nvPr>
        </p:nvSpPr>
        <p:spPr>
          <a:xfrm>
            <a:off x="3412827" y="2626139"/>
            <a:ext cx="501600" cy="501600"/>
          </a:xfrm>
          <a:prstGeom prst="rect">
            <a:avLst/>
          </a:prstGeom>
          <a:noFill/>
          <a:ln>
            <a:noFill/>
          </a:ln>
        </p:spPr>
      </p:sp>
      <p:sp>
        <p:nvSpPr>
          <p:cNvPr id="1477" name="Google Shape;1477;g3f824b0376f_0_10508"/>
          <p:cNvSpPr txBox="1"/>
          <p:nvPr>
            <p:ph idx="15" type="body"/>
          </p:nvPr>
        </p:nvSpPr>
        <p:spPr>
          <a:xfrm>
            <a:off x="4010877" y="255270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78" name="Google Shape;1478;g3f824b0376f_0_10508"/>
          <p:cNvSpPr txBox="1"/>
          <p:nvPr>
            <p:ph idx="16" type="body"/>
          </p:nvPr>
        </p:nvSpPr>
        <p:spPr>
          <a:xfrm>
            <a:off x="4010875" y="288690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79" name="Google Shape;1479;g3f824b0376f_0_10508"/>
          <p:cNvSpPr/>
          <p:nvPr/>
        </p:nvSpPr>
        <p:spPr>
          <a:xfrm>
            <a:off x="9244964" y="2529092"/>
            <a:ext cx="2697000" cy="7098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80" name="Google Shape;1480;g3f824b0376f_0_10508"/>
          <p:cNvSpPr/>
          <p:nvPr/>
        </p:nvSpPr>
        <p:spPr>
          <a:xfrm>
            <a:off x="9285585" y="2570152"/>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81" name="Google Shape;1481;g3f824b0376f_0_10508"/>
          <p:cNvSpPr/>
          <p:nvPr>
            <p:ph idx="17" type="pic"/>
          </p:nvPr>
        </p:nvSpPr>
        <p:spPr>
          <a:xfrm>
            <a:off x="9339602" y="2626139"/>
            <a:ext cx="501600" cy="501600"/>
          </a:xfrm>
          <a:prstGeom prst="rect">
            <a:avLst/>
          </a:prstGeom>
          <a:noFill/>
          <a:ln>
            <a:noFill/>
          </a:ln>
        </p:spPr>
      </p:sp>
      <p:sp>
        <p:nvSpPr>
          <p:cNvPr id="1482" name="Google Shape;1482;g3f824b0376f_0_10508"/>
          <p:cNvSpPr txBox="1"/>
          <p:nvPr>
            <p:ph idx="18" type="body"/>
          </p:nvPr>
        </p:nvSpPr>
        <p:spPr>
          <a:xfrm>
            <a:off x="9937652" y="255270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83" name="Google Shape;1483;g3f824b0376f_0_10508"/>
          <p:cNvSpPr txBox="1"/>
          <p:nvPr>
            <p:ph idx="19" type="body"/>
          </p:nvPr>
        </p:nvSpPr>
        <p:spPr>
          <a:xfrm>
            <a:off x="9937650" y="288690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84" name="Google Shape;1484;g3f824b0376f_0_10508"/>
          <p:cNvSpPr/>
          <p:nvPr/>
        </p:nvSpPr>
        <p:spPr>
          <a:xfrm>
            <a:off x="9244964" y="3510398"/>
            <a:ext cx="2697000" cy="7098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85" name="Google Shape;1485;g3f824b0376f_0_10508"/>
          <p:cNvSpPr/>
          <p:nvPr/>
        </p:nvSpPr>
        <p:spPr>
          <a:xfrm>
            <a:off x="9285585" y="3551458"/>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86" name="Google Shape;1486;g3f824b0376f_0_10508"/>
          <p:cNvSpPr/>
          <p:nvPr>
            <p:ph idx="20" type="pic"/>
          </p:nvPr>
        </p:nvSpPr>
        <p:spPr>
          <a:xfrm>
            <a:off x="9339602" y="3607445"/>
            <a:ext cx="501600" cy="501600"/>
          </a:xfrm>
          <a:prstGeom prst="rect">
            <a:avLst/>
          </a:prstGeom>
          <a:noFill/>
          <a:ln>
            <a:noFill/>
          </a:ln>
        </p:spPr>
      </p:sp>
      <p:sp>
        <p:nvSpPr>
          <p:cNvPr id="1487" name="Google Shape;1487;g3f824b0376f_0_10508"/>
          <p:cNvSpPr txBox="1"/>
          <p:nvPr>
            <p:ph idx="21" type="body"/>
          </p:nvPr>
        </p:nvSpPr>
        <p:spPr>
          <a:xfrm>
            <a:off x="9937652" y="3534009"/>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88" name="Google Shape;1488;g3f824b0376f_0_10508"/>
          <p:cNvSpPr txBox="1"/>
          <p:nvPr>
            <p:ph idx="22" type="body"/>
          </p:nvPr>
        </p:nvSpPr>
        <p:spPr>
          <a:xfrm>
            <a:off x="9937650" y="3868211"/>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89" name="Google Shape;1489;g3f824b0376f_0_10508"/>
          <p:cNvSpPr/>
          <p:nvPr/>
        </p:nvSpPr>
        <p:spPr>
          <a:xfrm>
            <a:off x="383076" y="2527033"/>
            <a:ext cx="2697000" cy="709800"/>
          </a:xfrm>
          <a:prstGeom prst="roundRect">
            <a:avLst>
              <a:gd fmla="val 12331" name="adj"/>
            </a:avLst>
          </a:prstGeom>
          <a:solidFill>
            <a:srgbClr val="F2F2F2"/>
          </a:solidFill>
          <a:ln cap="flat" cmpd="sng" w="12700">
            <a:solidFill>
              <a:srgbClr val="6E8C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90" name="Google Shape;1490;g3f824b0376f_0_10508"/>
          <p:cNvSpPr/>
          <p:nvPr/>
        </p:nvSpPr>
        <p:spPr>
          <a:xfrm>
            <a:off x="423697" y="2568093"/>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91" name="Google Shape;1491;g3f824b0376f_0_10508"/>
          <p:cNvSpPr/>
          <p:nvPr>
            <p:ph idx="23" type="pic"/>
          </p:nvPr>
        </p:nvSpPr>
        <p:spPr>
          <a:xfrm>
            <a:off x="477714" y="2624080"/>
            <a:ext cx="501600" cy="501600"/>
          </a:xfrm>
          <a:prstGeom prst="rect">
            <a:avLst/>
          </a:prstGeom>
          <a:noFill/>
          <a:ln>
            <a:noFill/>
          </a:ln>
        </p:spPr>
      </p:sp>
      <p:sp>
        <p:nvSpPr>
          <p:cNvPr id="1492" name="Google Shape;1492;g3f824b0376f_0_10508"/>
          <p:cNvSpPr txBox="1"/>
          <p:nvPr>
            <p:ph idx="24" type="body"/>
          </p:nvPr>
        </p:nvSpPr>
        <p:spPr>
          <a:xfrm>
            <a:off x="1075764" y="2550644"/>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93" name="Google Shape;1493;g3f824b0376f_0_10508"/>
          <p:cNvSpPr txBox="1"/>
          <p:nvPr>
            <p:ph idx="25" type="body"/>
          </p:nvPr>
        </p:nvSpPr>
        <p:spPr>
          <a:xfrm>
            <a:off x="1075762" y="2884846"/>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94" name="Google Shape;1494;g3f824b0376f_0_10508"/>
          <p:cNvSpPr/>
          <p:nvPr/>
        </p:nvSpPr>
        <p:spPr>
          <a:xfrm>
            <a:off x="383076" y="3503216"/>
            <a:ext cx="2697000" cy="709800"/>
          </a:xfrm>
          <a:prstGeom prst="roundRect">
            <a:avLst>
              <a:gd fmla="val 12331" name="adj"/>
            </a:avLst>
          </a:prstGeom>
          <a:solidFill>
            <a:srgbClr val="F2F2F2"/>
          </a:solidFill>
          <a:ln cap="flat" cmpd="sng" w="12700">
            <a:solidFill>
              <a:srgbClr val="6E8C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95" name="Google Shape;1495;g3f824b0376f_0_10508"/>
          <p:cNvSpPr/>
          <p:nvPr/>
        </p:nvSpPr>
        <p:spPr>
          <a:xfrm>
            <a:off x="423697" y="3544276"/>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96" name="Google Shape;1496;g3f824b0376f_0_10508"/>
          <p:cNvSpPr/>
          <p:nvPr>
            <p:ph idx="26" type="pic"/>
          </p:nvPr>
        </p:nvSpPr>
        <p:spPr>
          <a:xfrm>
            <a:off x="477714" y="3600263"/>
            <a:ext cx="501600" cy="501600"/>
          </a:xfrm>
          <a:prstGeom prst="rect">
            <a:avLst/>
          </a:prstGeom>
          <a:noFill/>
          <a:ln>
            <a:noFill/>
          </a:ln>
        </p:spPr>
      </p:sp>
      <p:sp>
        <p:nvSpPr>
          <p:cNvPr id="1497" name="Google Shape;1497;g3f824b0376f_0_10508"/>
          <p:cNvSpPr txBox="1"/>
          <p:nvPr>
            <p:ph idx="27" type="body"/>
          </p:nvPr>
        </p:nvSpPr>
        <p:spPr>
          <a:xfrm>
            <a:off x="1075764" y="3526827"/>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98" name="Google Shape;1498;g3f824b0376f_0_10508"/>
          <p:cNvSpPr txBox="1"/>
          <p:nvPr>
            <p:ph idx="28" type="body"/>
          </p:nvPr>
        </p:nvSpPr>
        <p:spPr>
          <a:xfrm>
            <a:off x="1075762" y="3861029"/>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99" name="Google Shape;1499;g3f824b0376f_0_10508"/>
          <p:cNvSpPr/>
          <p:nvPr/>
        </p:nvSpPr>
        <p:spPr>
          <a:xfrm>
            <a:off x="4672206" y="4738892"/>
            <a:ext cx="2697000" cy="7098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00" name="Google Shape;1500;g3f824b0376f_0_10508"/>
          <p:cNvSpPr/>
          <p:nvPr/>
        </p:nvSpPr>
        <p:spPr>
          <a:xfrm>
            <a:off x="4712827" y="4779952"/>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01" name="Google Shape;1501;g3f824b0376f_0_10508"/>
          <p:cNvSpPr/>
          <p:nvPr>
            <p:ph idx="29" type="pic"/>
          </p:nvPr>
        </p:nvSpPr>
        <p:spPr>
          <a:xfrm>
            <a:off x="4766844" y="4835939"/>
            <a:ext cx="501600" cy="501600"/>
          </a:xfrm>
          <a:prstGeom prst="rect">
            <a:avLst/>
          </a:prstGeom>
          <a:noFill/>
          <a:ln>
            <a:noFill/>
          </a:ln>
        </p:spPr>
      </p:sp>
      <p:sp>
        <p:nvSpPr>
          <p:cNvPr id="1502" name="Google Shape;1502;g3f824b0376f_0_10508"/>
          <p:cNvSpPr txBox="1"/>
          <p:nvPr>
            <p:ph idx="30" type="body"/>
          </p:nvPr>
        </p:nvSpPr>
        <p:spPr>
          <a:xfrm>
            <a:off x="5364894" y="476250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03" name="Google Shape;1503;g3f824b0376f_0_10508"/>
          <p:cNvSpPr txBox="1"/>
          <p:nvPr>
            <p:ph idx="31" type="body"/>
          </p:nvPr>
        </p:nvSpPr>
        <p:spPr>
          <a:xfrm>
            <a:off x="5364892" y="509670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04" name="Google Shape;1504;g3f824b0376f_0_10508"/>
          <p:cNvSpPr/>
          <p:nvPr/>
        </p:nvSpPr>
        <p:spPr>
          <a:xfrm>
            <a:off x="7765512" y="4738892"/>
            <a:ext cx="2697000" cy="7098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05" name="Google Shape;1505;g3f824b0376f_0_10508"/>
          <p:cNvSpPr/>
          <p:nvPr/>
        </p:nvSpPr>
        <p:spPr>
          <a:xfrm>
            <a:off x="7806133" y="4779952"/>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06" name="Google Shape;1506;g3f824b0376f_0_10508"/>
          <p:cNvSpPr/>
          <p:nvPr>
            <p:ph idx="32" type="pic"/>
          </p:nvPr>
        </p:nvSpPr>
        <p:spPr>
          <a:xfrm>
            <a:off x="7860150" y="4835939"/>
            <a:ext cx="501600" cy="501600"/>
          </a:xfrm>
          <a:prstGeom prst="rect">
            <a:avLst/>
          </a:prstGeom>
          <a:noFill/>
          <a:ln>
            <a:noFill/>
          </a:ln>
        </p:spPr>
      </p:sp>
      <p:sp>
        <p:nvSpPr>
          <p:cNvPr id="1507" name="Google Shape;1507;g3f824b0376f_0_10508"/>
          <p:cNvSpPr txBox="1"/>
          <p:nvPr>
            <p:ph idx="33" type="body"/>
          </p:nvPr>
        </p:nvSpPr>
        <p:spPr>
          <a:xfrm>
            <a:off x="8458200" y="476250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08" name="Google Shape;1508;g3f824b0376f_0_10508"/>
          <p:cNvSpPr txBox="1"/>
          <p:nvPr>
            <p:ph idx="34" type="body"/>
          </p:nvPr>
        </p:nvSpPr>
        <p:spPr>
          <a:xfrm>
            <a:off x="8458198" y="509670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09" name="Google Shape;1509;g3f824b0376f_0_10508"/>
          <p:cNvSpPr/>
          <p:nvPr/>
        </p:nvSpPr>
        <p:spPr>
          <a:xfrm>
            <a:off x="3313410" y="3510398"/>
            <a:ext cx="2697000" cy="7098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10" name="Google Shape;1510;g3f824b0376f_0_10508"/>
          <p:cNvSpPr/>
          <p:nvPr/>
        </p:nvSpPr>
        <p:spPr>
          <a:xfrm>
            <a:off x="3349252" y="3551458"/>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11" name="Google Shape;1511;g3f824b0376f_0_10508"/>
          <p:cNvSpPr/>
          <p:nvPr>
            <p:ph idx="35" type="pic"/>
          </p:nvPr>
        </p:nvSpPr>
        <p:spPr>
          <a:xfrm>
            <a:off x="3403269" y="3607445"/>
            <a:ext cx="501600" cy="501600"/>
          </a:xfrm>
          <a:prstGeom prst="rect">
            <a:avLst/>
          </a:prstGeom>
          <a:noFill/>
          <a:ln>
            <a:noFill/>
          </a:ln>
        </p:spPr>
      </p:sp>
      <p:sp>
        <p:nvSpPr>
          <p:cNvPr id="1512" name="Google Shape;1512;g3f824b0376f_0_10508"/>
          <p:cNvSpPr txBox="1"/>
          <p:nvPr>
            <p:ph idx="36" type="body"/>
          </p:nvPr>
        </p:nvSpPr>
        <p:spPr>
          <a:xfrm>
            <a:off x="4001319" y="3534009"/>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3" name="Google Shape;1513;g3f824b0376f_0_10508"/>
          <p:cNvSpPr txBox="1"/>
          <p:nvPr>
            <p:ph idx="37" type="body"/>
          </p:nvPr>
        </p:nvSpPr>
        <p:spPr>
          <a:xfrm>
            <a:off x="4001317" y="3868211"/>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4" name="Google Shape;1514;g3f824b0376f_0_10508"/>
          <p:cNvSpPr/>
          <p:nvPr/>
        </p:nvSpPr>
        <p:spPr>
          <a:xfrm>
            <a:off x="6288463" y="3498699"/>
            <a:ext cx="2697000" cy="7098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15" name="Google Shape;1515;g3f824b0376f_0_10508"/>
          <p:cNvSpPr/>
          <p:nvPr/>
        </p:nvSpPr>
        <p:spPr>
          <a:xfrm>
            <a:off x="6329084" y="3539759"/>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16" name="Google Shape;1516;g3f824b0376f_0_10508"/>
          <p:cNvSpPr/>
          <p:nvPr>
            <p:ph idx="38" type="pic"/>
          </p:nvPr>
        </p:nvSpPr>
        <p:spPr>
          <a:xfrm>
            <a:off x="6383101" y="3595746"/>
            <a:ext cx="501600" cy="501600"/>
          </a:xfrm>
          <a:prstGeom prst="rect">
            <a:avLst/>
          </a:prstGeom>
          <a:noFill/>
          <a:ln>
            <a:noFill/>
          </a:ln>
        </p:spPr>
      </p:sp>
      <p:sp>
        <p:nvSpPr>
          <p:cNvPr id="1517" name="Google Shape;1517;g3f824b0376f_0_10508"/>
          <p:cNvSpPr txBox="1"/>
          <p:nvPr>
            <p:ph idx="39" type="body"/>
          </p:nvPr>
        </p:nvSpPr>
        <p:spPr>
          <a:xfrm>
            <a:off x="6981151" y="3522310"/>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8" name="Google Shape;1518;g3f824b0376f_0_10508"/>
          <p:cNvSpPr txBox="1"/>
          <p:nvPr>
            <p:ph idx="40" type="body"/>
          </p:nvPr>
        </p:nvSpPr>
        <p:spPr>
          <a:xfrm>
            <a:off x="6981149" y="3856512"/>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1519" name="Google Shape;1519;g3f824b0376f_0_10508"/>
          <p:cNvCxnSpPr>
            <a:stCxn id="1454" idx="2"/>
            <a:endCxn id="1469" idx="0"/>
          </p:cNvCxnSpPr>
          <p:nvPr/>
        </p:nvCxnSpPr>
        <p:spPr>
          <a:xfrm>
            <a:off x="7636963" y="2238223"/>
            <a:ext cx="0" cy="291000"/>
          </a:xfrm>
          <a:prstGeom prst="straightConnector1">
            <a:avLst/>
          </a:prstGeom>
          <a:noFill/>
          <a:ln cap="flat" cmpd="sng" w="9525">
            <a:solidFill>
              <a:srgbClr val="E24048"/>
            </a:solidFill>
            <a:prstDash val="solid"/>
            <a:miter lim="8000"/>
            <a:headEnd len="sm" w="sm" type="none"/>
            <a:tailEnd len="med" w="med" type="stealth"/>
          </a:ln>
        </p:spPr>
      </p:cxnSp>
      <p:cxnSp>
        <p:nvCxnSpPr>
          <p:cNvPr id="1520" name="Google Shape;1520;g3f824b0376f_0_10508"/>
          <p:cNvCxnSpPr>
            <a:stCxn id="1469" idx="2"/>
            <a:endCxn id="1514" idx="0"/>
          </p:cNvCxnSpPr>
          <p:nvPr/>
        </p:nvCxnSpPr>
        <p:spPr>
          <a:xfrm>
            <a:off x="7636963" y="3238892"/>
            <a:ext cx="0" cy="259800"/>
          </a:xfrm>
          <a:prstGeom prst="straightConnector1">
            <a:avLst/>
          </a:prstGeom>
          <a:noFill/>
          <a:ln cap="flat" cmpd="sng" w="9525">
            <a:solidFill>
              <a:srgbClr val="E24048"/>
            </a:solidFill>
            <a:prstDash val="solid"/>
            <a:miter lim="8000"/>
            <a:headEnd len="sm" w="sm" type="none"/>
            <a:tailEnd len="med" w="med" type="stealth"/>
          </a:ln>
        </p:spPr>
      </p:cxnSp>
      <p:cxnSp>
        <p:nvCxnSpPr>
          <p:cNvPr id="1521" name="Google Shape;1521;g3f824b0376f_0_10508"/>
          <p:cNvCxnSpPr>
            <a:stCxn id="1479" idx="2"/>
            <a:endCxn id="1484" idx="0"/>
          </p:cNvCxnSpPr>
          <p:nvPr/>
        </p:nvCxnSpPr>
        <p:spPr>
          <a:xfrm>
            <a:off x="10593464" y="3238892"/>
            <a:ext cx="0" cy="271500"/>
          </a:xfrm>
          <a:prstGeom prst="straightConnector1">
            <a:avLst/>
          </a:prstGeom>
          <a:noFill/>
          <a:ln cap="flat" cmpd="sng" w="9525">
            <a:solidFill>
              <a:srgbClr val="E24048"/>
            </a:solidFill>
            <a:prstDash val="solid"/>
            <a:miter lim="8000"/>
            <a:headEnd len="sm" w="sm" type="none"/>
            <a:tailEnd len="med" w="med" type="stealth"/>
          </a:ln>
        </p:spPr>
      </p:cxnSp>
      <p:cxnSp>
        <p:nvCxnSpPr>
          <p:cNvPr id="1522" name="Google Shape;1522;g3f824b0376f_0_10508"/>
          <p:cNvCxnSpPr>
            <a:stCxn id="1474" idx="2"/>
            <a:endCxn id="1509" idx="0"/>
          </p:cNvCxnSpPr>
          <p:nvPr/>
        </p:nvCxnSpPr>
        <p:spPr>
          <a:xfrm>
            <a:off x="4661910" y="3238892"/>
            <a:ext cx="0" cy="271500"/>
          </a:xfrm>
          <a:prstGeom prst="straightConnector1">
            <a:avLst/>
          </a:prstGeom>
          <a:noFill/>
          <a:ln cap="flat" cmpd="sng" w="9525">
            <a:solidFill>
              <a:srgbClr val="E24048"/>
            </a:solidFill>
            <a:prstDash val="solid"/>
            <a:miter lim="8000"/>
            <a:headEnd len="sm" w="sm" type="none"/>
            <a:tailEnd len="med" w="med" type="stealth"/>
          </a:ln>
        </p:spPr>
      </p:cxnSp>
      <p:cxnSp>
        <p:nvCxnSpPr>
          <p:cNvPr id="1523" name="Google Shape;1523;g3f824b0376f_0_10508"/>
          <p:cNvCxnSpPr>
            <a:stCxn id="1454" idx="2"/>
            <a:endCxn id="1474" idx="0"/>
          </p:cNvCxnSpPr>
          <p:nvPr/>
        </p:nvCxnSpPr>
        <p:spPr>
          <a:xfrm rot="5400000">
            <a:off x="6003913" y="896173"/>
            <a:ext cx="291000" cy="2975100"/>
          </a:xfrm>
          <a:prstGeom prst="bentConnector3">
            <a:avLst>
              <a:gd fmla="val 50000" name="adj1"/>
            </a:avLst>
          </a:prstGeom>
          <a:noFill/>
          <a:ln cap="flat" cmpd="sng" w="9525">
            <a:solidFill>
              <a:srgbClr val="E24048"/>
            </a:solidFill>
            <a:prstDash val="solid"/>
            <a:miter lim="8000"/>
            <a:headEnd len="sm" w="sm" type="none"/>
            <a:tailEnd len="med" w="med" type="stealth"/>
          </a:ln>
        </p:spPr>
      </p:cxnSp>
      <p:cxnSp>
        <p:nvCxnSpPr>
          <p:cNvPr id="1524" name="Google Shape;1524;g3f824b0376f_0_10508"/>
          <p:cNvCxnSpPr>
            <a:stCxn id="1454" idx="2"/>
            <a:endCxn id="1479" idx="0"/>
          </p:cNvCxnSpPr>
          <p:nvPr/>
        </p:nvCxnSpPr>
        <p:spPr>
          <a:xfrm flipH="1" rot="-5400000">
            <a:off x="8969713" y="905473"/>
            <a:ext cx="291000" cy="2956500"/>
          </a:xfrm>
          <a:prstGeom prst="bentConnector3">
            <a:avLst>
              <a:gd fmla="val 50000" name="adj1"/>
            </a:avLst>
          </a:prstGeom>
          <a:noFill/>
          <a:ln cap="flat" cmpd="sng" w="9525">
            <a:solidFill>
              <a:srgbClr val="E24048"/>
            </a:solidFill>
            <a:prstDash val="solid"/>
            <a:miter lim="8000"/>
            <a:headEnd len="sm" w="sm" type="none"/>
            <a:tailEnd len="med" w="med" type="stealth"/>
          </a:ln>
        </p:spPr>
      </p:cxnSp>
      <p:cxnSp>
        <p:nvCxnSpPr>
          <p:cNvPr id="1525" name="Google Shape;1525;g3f824b0376f_0_10508"/>
          <p:cNvCxnSpPr>
            <a:stCxn id="1514" idx="2"/>
            <a:endCxn id="1499" idx="0"/>
          </p:cNvCxnSpPr>
          <p:nvPr/>
        </p:nvCxnSpPr>
        <p:spPr>
          <a:xfrm rot="5400000">
            <a:off x="6563563" y="3665499"/>
            <a:ext cx="530400" cy="1616400"/>
          </a:xfrm>
          <a:prstGeom prst="bentConnector3">
            <a:avLst>
              <a:gd fmla="val 50000" name="adj1"/>
            </a:avLst>
          </a:prstGeom>
          <a:noFill/>
          <a:ln cap="flat" cmpd="sng" w="9525">
            <a:solidFill>
              <a:srgbClr val="E24048"/>
            </a:solidFill>
            <a:prstDash val="solid"/>
            <a:miter lim="8000"/>
            <a:headEnd len="sm" w="sm" type="none"/>
            <a:tailEnd len="med" w="med" type="stealth"/>
          </a:ln>
        </p:spPr>
      </p:cxnSp>
      <p:cxnSp>
        <p:nvCxnSpPr>
          <p:cNvPr id="1526" name="Google Shape;1526;g3f824b0376f_0_10508"/>
          <p:cNvCxnSpPr>
            <a:stCxn id="1514" idx="2"/>
            <a:endCxn id="1504" idx="0"/>
          </p:cNvCxnSpPr>
          <p:nvPr/>
        </p:nvCxnSpPr>
        <p:spPr>
          <a:xfrm flipH="1" rot="-5400000">
            <a:off x="8110213" y="3735249"/>
            <a:ext cx="530400" cy="1476900"/>
          </a:xfrm>
          <a:prstGeom prst="bentConnector3">
            <a:avLst>
              <a:gd fmla="val 50000" name="adj1"/>
            </a:avLst>
          </a:prstGeom>
          <a:noFill/>
          <a:ln cap="flat" cmpd="sng" w="9525">
            <a:solidFill>
              <a:srgbClr val="E24048"/>
            </a:solidFill>
            <a:prstDash val="solid"/>
            <a:miter lim="8000"/>
            <a:headEnd len="sm" w="sm" type="none"/>
            <a:tailEnd len="med" w="med" type="stealth"/>
          </a:ln>
        </p:spPr>
      </p:cxnSp>
      <p:sp>
        <p:nvSpPr>
          <p:cNvPr id="1527" name="Google Shape;1527;g3f824b0376f_0_10508"/>
          <p:cNvSpPr/>
          <p:nvPr/>
        </p:nvSpPr>
        <p:spPr>
          <a:xfrm>
            <a:off x="383076" y="4434092"/>
            <a:ext cx="2697000" cy="709800"/>
          </a:xfrm>
          <a:prstGeom prst="roundRect">
            <a:avLst>
              <a:gd fmla="val 12331" name="adj"/>
            </a:avLst>
          </a:prstGeom>
          <a:solidFill>
            <a:srgbClr val="F2F2F2"/>
          </a:solidFill>
          <a:ln cap="flat" cmpd="sng" w="12700">
            <a:solidFill>
              <a:srgbClr val="6E8C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28" name="Google Shape;1528;g3f824b0376f_0_10508"/>
          <p:cNvSpPr/>
          <p:nvPr/>
        </p:nvSpPr>
        <p:spPr>
          <a:xfrm>
            <a:off x="423697" y="4475152"/>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29" name="Google Shape;1529;g3f824b0376f_0_10508"/>
          <p:cNvSpPr/>
          <p:nvPr>
            <p:ph idx="41" type="pic"/>
          </p:nvPr>
        </p:nvSpPr>
        <p:spPr>
          <a:xfrm>
            <a:off x="477714" y="4531139"/>
            <a:ext cx="501600" cy="501600"/>
          </a:xfrm>
          <a:prstGeom prst="rect">
            <a:avLst/>
          </a:prstGeom>
          <a:noFill/>
          <a:ln>
            <a:noFill/>
          </a:ln>
        </p:spPr>
      </p:sp>
      <p:sp>
        <p:nvSpPr>
          <p:cNvPr id="1530" name="Google Shape;1530;g3f824b0376f_0_10508"/>
          <p:cNvSpPr txBox="1"/>
          <p:nvPr>
            <p:ph idx="42" type="body"/>
          </p:nvPr>
        </p:nvSpPr>
        <p:spPr>
          <a:xfrm>
            <a:off x="1075764" y="445770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31" name="Google Shape;1531;g3f824b0376f_0_10508"/>
          <p:cNvSpPr txBox="1"/>
          <p:nvPr>
            <p:ph idx="43" type="body"/>
          </p:nvPr>
        </p:nvSpPr>
        <p:spPr>
          <a:xfrm>
            <a:off x="1075762" y="479190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32" name="Google Shape;1532;g3f824b0376f_0_10508"/>
          <p:cNvSpPr/>
          <p:nvPr/>
        </p:nvSpPr>
        <p:spPr>
          <a:xfrm>
            <a:off x="383076" y="5348492"/>
            <a:ext cx="2697000" cy="709800"/>
          </a:xfrm>
          <a:prstGeom prst="roundRect">
            <a:avLst>
              <a:gd fmla="val 12331" name="adj"/>
            </a:avLst>
          </a:prstGeom>
          <a:solidFill>
            <a:srgbClr val="F2F2F2"/>
          </a:solidFill>
          <a:ln cap="flat" cmpd="sng" w="12700">
            <a:solidFill>
              <a:srgbClr val="6E8C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33" name="Google Shape;1533;g3f824b0376f_0_10508"/>
          <p:cNvSpPr/>
          <p:nvPr/>
        </p:nvSpPr>
        <p:spPr>
          <a:xfrm>
            <a:off x="423697" y="5389552"/>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34" name="Google Shape;1534;g3f824b0376f_0_10508"/>
          <p:cNvSpPr/>
          <p:nvPr>
            <p:ph idx="44" type="pic"/>
          </p:nvPr>
        </p:nvSpPr>
        <p:spPr>
          <a:xfrm>
            <a:off x="477714" y="5445539"/>
            <a:ext cx="501600" cy="501600"/>
          </a:xfrm>
          <a:prstGeom prst="rect">
            <a:avLst/>
          </a:prstGeom>
          <a:noFill/>
          <a:ln>
            <a:noFill/>
          </a:ln>
        </p:spPr>
      </p:sp>
      <p:sp>
        <p:nvSpPr>
          <p:cNvPr id="1535" name="Google Shape;1535;g3f824b0376f_0_10508"/>
          <p:cNvSpPr txBox="1"/>
          <p:nvPr>
            <p:ph idx="45" type="body"/>
          </p:nvPr>
        </p:nvSpPr>
        <p:spPr>
          <a:xfrm>
            <a:off x="1075764" y="537210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36" name="Google Shape;1536;g3f824b0376f_0_10508"/>
          <p:cNvSpPr txBox="1"/>
          <p:nvPr>
            <p:ph idx="46" type="body"/>
          </p:nvPr>
        </p:nvSpPr>
        <p:spPr>
          <a:xfrm>
            <a:off x="1075762" y="570630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1537" name="Google Shape;1537;g3f824b0376f_0_10508"/>
          <p:cNvCxnSpPr>
            <a:stCxn id="1464" idx="2"/>
            <a:endCxn id="1489" idx="0"/>
          </p:cNvCxnSpPr>
          <p:nvPr/>
        </p:nvCxnSpPr>
        <p:spPr>
          <a:xfrm>
            <a:off x="1731576" y="2238223"/>
            <a:ext cx="0" cy="288900"/>
          </a:xfrm>
          <a:prstGeom prst="straightConnector1">
            <a:avLst/>
          </a:prstGeom>
          <a:noFill/>
          <a:ln cap="flat" cmpd="sng" w="9525">
            <a:solidFill>
              <a:srgbClr val="E24048"/>
            </a:solidFill>
            <a:prstDash val="solid"/>
            <a:miter lim="8000"/>
            <a:headEnd len="sm" w="sm" type="none"/>
            <a:tailEnd len="med" w="med" type="stealth"/>
          </a:ln>
        </p:spPr>
      </p:cxnSp>
      <p:cxnSp>
        <p:nvCxnSpPr>
          <p:cNvPr id="1538" name="Google Shape;1538;g3f824b0376f_0_10508"/>
          <p:cNvCxnSpPr>
            <a:stCxn id="1489" idx="2"/>
            <a:endCxn id="1494" idx="0"/>
          </p:cNvCxnSpPr>
          <p:nvPr/>
        </p:nvCxnSpPr>
        <p:spPr>
          <a:xfrm>
            <a:off x="1731576" y="3236833"/>
            <a:ext cx="0" cy="266400"/>
          </a:xfrm>
          <a:prstGeom prst="straightConnector1">
            <a:avLst/>
          </a:prstGeom>
          <a:noFill/>
          <a:ln cap="flat" cmpd="sng" w="9525">
            <a:solidFill>
              <a:srgbClr val="E24048"/>
            </a:solidFill>
            <a:prstDash val="solid"/>
            <a:miter lim="8000"/>
            <a:headEnd len="sm" w="sm" type="none"/>
            <a:tailEnd len="med" w="med" type="stealth"/>
          </a:ln>
        </p:spPr>
      </p:cxnSp>
      <p:cxnSp>
        <p:nvCxnSpPr>
          <p:cNvPr id="1539" name="Google Shape;1539;g3f824b0376f_0_10508"/>
          <p:cNvCxnSpPr>
            <a:stCxn id="1494" idx="2"/>
            <a:endCxn id="1532" idx="1"/>
          </p:cNvCxnSpPr>
          <p:nvPr/>
        </p:nvCxnSpPr>
        <p:spPr>
          <a:xfrm rot="5400000">
            <a:off x="312126" y="4283966"/>
            <a:ext cx="1490400" cy="1348500"/>
          </a:xfrm>
          <a:prstGeom prst="bentConnector4">
            <a:avLst>
              <a:gd fmla="val 8072" name="adj1"/>
              <a:gd fmla="val 116954" name="adj2"/>
            </a:avLst>
          </a:prstGeom>
          <a:noFill/>
          <a:ln cap="flat" cmpd="sng" w="9525">
            <a:solidFill>
              <a:srgbClr val="E24048"/>
            </a:solidFill>
            <a:prstDash val="solid"/>
            <a:miter lim="8000"/>
            <a:headEnd len="sm" w="sm" type="none"/>
            <a:tailEnd len="med" w="med" type="stealth"/>
          </a:ln>
        </p:spPr>
      </p:cxnSp>
      <p:cxnSp>
        <p:nvCxnSpPr>
          <p:cNvPr id="1540" name="Google Shape;1540;g3f824b0376f_0_10508"/>
          <p:cNvCxnSpPr>
            <a:stCxn id="1494" idx="2"/>
            <a:endCxn id="1527" idx="1"/>
          </p:cNvCxnSpPr>
          <p:nvPr/>
        </p:nvCxnSpPr>
        <p:spPr>
          <a:xfrm rot="5400000">
            <a:off x="769326" y="3826766"/>
            <a:ext cx="576000" cy="1348500"/>
          </a:xfrm>
          <a:prstGeom prst="bentConnector4">
            <a:avLst>
              <a:gd fmla="val 20321" name="adj1"/>
              <a:gd fmla="val 116954" name="adj2"/>
            </a:avLst>
          </a:prstGeom>
          <a:noFill/>
          <a:ln cap="flat" cmpd="sng" w="9525">
            <a:solidFill>
              <a:srgbClr val="E24048"/>
            </a:solidFill>
            <a:prstDash val="solid"/>
            <a:miter lim="8000"/>
            <a:headEnd len="sm" w="sm" type="none"/>
            <a:tailEnd len="med" w="med" type="stealth"/>
          </a:ln>
        </p:spPr>
      </p:cxnSp>
      <p:cxnSp>
        <p:nvCxnSpPr>
          <p:cNvPr id="1541" name="Google Shape;1541;g3f824b0376f_0_10508"/>
          <p:cNvCxnSpPr/>
          <p:nvPr/>
        </p:nvCxnSpPr>
        <p:spPr>
          <a:xfrm>
            <a:off x="3208713" y="898071"/>
            <a:ext cx="0" cy="5403000"/>
          </a:xfrm>
          <a:prstGeom prst="straightConnector1">
            <a:avLst/>
          </a:prstGeom>
          <a:noFill/>
          <a:ln cap="flat" cmpd="sng" w="12700">
            <a:solidFill>
              <a:srgbClr val="AEABAB"/>
            </a:solidFill>
            <a:prstDash val="dash"/>
            <a:miter lim="8000"/>
            <a:headEnd len="sm" w="sm" type="none"/>
            <a:tailEnd len="sm" w="sm" type="none"/>
          </a:ln>
        </p:spPr>
      </p:cxnSp>
      <p:sp>
        <p:nvSpPr>
          <p:cNvPr id="1542" name="Google Shape;1542;g3f824b0376f_0_10508"/>
          <p:cNvSpPr txBox="1"/>
          <p:nvPr>
            <p:ph idx="47" type="body"/>
          </p:nvPr>
        </p:nvSpPr>
        <p:spPr>
          <a:xfrm>
            <a:off x="489179" y="930275"/>
            <a:ext cx="2498700" cy="4413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43" name="Google Shape;1543;g3f824b0376f_0_10508"/>
          <p:cNvSpPr txBox="1"/>
          <p:nvPr>
            <p:ph idx="48" type="body"/>
          </p:nvPr>
        </p:nvSpPr>
        <p:spPr>
          <a:xfrm>
            <a:off x="6384472" y="930275"/>
            <a:ext cx="2498700" cy="4413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544" name="Shape 1544"/>
        <p:cNvGrpSpPr/>
        <p:nvPr/>
      </p:nvGrpSpPr>
      <p:grpSpPr>
        <a:xfrm>
          <a:off x="0" y="0"/>
          <a:ext cx="0" cy="0"/>
          <a:chOff x="0" y="0"/>
          <a:chExt cx="0" cy="0"/>
        </a:xfrm>
      </p:grpSpPr>
      <p:sp>
        <p:nvSpPr>
          <p:cNvPr id="1545" name="Google Shape;1545;g3f824b0376f_0_10599"/>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546" name="Google Shape;1546;g3f824b0376f_0_10599"/>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547" name="Google Shape;1547;g3f824b0376f_0_10599"/>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548" name="Google Shape;1548;g3f824b0376f_0_10599"/>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549" name="Google Shape;1549;g3f824b0376f_0_10599"/>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550" name="Google Shape;1550;g3f824b0376f_0_10599"/>
          <p:cNvSpPr/>
          <p:nvPr>
            <p:ph idx="2" type="pic"/>
          </p:nvPr>
        </p:nvSpPr>
        <p:spPr>
          <a:xfrm>
            <a:off x="234168" y="1131888"/>
            <a:ext cx="3885900" cy="5142000"/>
          </a:xfrm>
          <a:prstGeom prst="rect">
            <a:avLst/>
          </a:prstGeom>
          <a:noFill/>
          <a:ln>
            <a:noFill/>
          </a:ln>
        </p:spPr>
      </p:sp>
      <p:sp>
        <p:nvSpPr>
          <p:cNvPr id="1551" name="Google Shape;1551;g3f824b0376f_0_10599"/>
          <p:cNvSpPr txBox="1"/>
          <p:nvPr>
            <p:ph idx="3" type="body"/>
          </p:nvPr>
        </p:nvSpPr>
        <p:spPr>
          <a:xfrm>
            <a:off x="4340225" y="1131888"/>
            <a:ext cx="7585200" cy="5142000"/>
          </a:xfrm>
          <a:prstGeom prst="rect">
            <a:avLst/>
          </a:prstGeom>
          <a:noFill/>
          <a:ln>
            <a:noFill/>
          </a:ln>
        </p:spPr>
        <p:txBody>
          <a:bodyPr anchorCtr="0" anchor="t" bIns="45700" lIns="0" spcFirstLastPara="1" rIns="91425" wrap="square" tIns="45700">
            <a:noAutofit/>
          </a:bodyPr>
          <a:lstStyle>
            <a:lvl1pPr indent="-355600" lvl="0" marL="457200" marR="0" rtl="0" algn="l">
              <a:lnSpc>
                <a:spcPct val="90000"/>
              </a:lnSpc>
              <a:spcBef>
                <a:spcPts val="10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6">
    <p:spTree>
      <p:nvGrpSpPr>
        <p:cNvPr id="1552" name="Shape 1552"/>
        <p:cNvGrpSpPr/>
        <p:nvPr/>
      </p:nvGrpSpPr>
      <p:grpSpPr>
        <a:xfrm>
          <a:off x="0" y="0"/>
          <a:ext cx="0" cy="0"/>
          <a:chOff x="0" y="0"/>
          <a:chExt cx="0" cy="0"/>
        </a:xfrm>
      </p:grpSpPr>
      <p:sp>
        <p:nvSpPr>
          <p:cNvPr id="1553" name="Google Shape;1553;g3f824b0376f_0_10607"/>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554" name="Google Shape;1554;g3f824b0376f_0_10607"/>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555" name="Google Shape;1555;g3f824b0376f_0_10607"/>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556" name="Google Shape;1556;g3f824b0376f_0_10607"/>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557" name="Google Shape;1557;g3f824b0376f_0_10607"/>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558" name="Google Shape;1558;g3f824b0376f_0_10607"/>
          <p:cNvSpPr/>
          <p:nvPr>
            <p:ph idx="2" type="pic"/>
          </p:nvPr>
        </p:nvSpPr>
        <p:spPr>
          <a:xfrm>
            <a:off x="10242061" y="1014733"/>
            <a:ext cx="900000" cy="900000"/>
          </a:xfrm>
          <a:prstGeom prst="rect">
            <a:avLst/>
          </a:prstGeom>
          <a:noFill/>
          <a:ln>
            <a:noFill/>
          </a:ln>
        </p:spPr>
      </p:sp>
      <p:sp>
        <p:nvSpPr>
          <p:cNvPr id="1559" name="Google Shape;1559;g3f824b0376f_0_10607"/>
          <p:cNvSpPr txBox="1"/>
          <p:nvPr>
            <p:ph idx="3" type="body"/>
          </p:nvPr>
        </p:nvSpPr>
        <p:spPr>
          <a:xfrm>
            <a:off x="9630571" y="2121464"/>
            <a:ext cx="2123100" cy="334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60" name="Google Shape;1560;g3f824b0376f_0_10607"/>
          <p:cNvSpPr txBox="1"/>
          <p:nvPr>
            <p:ph idx="4" type="body"/>
          </p:nvPr>
        </p:nvSpPr>
        <p:spPr>
          <a:xfrm>
            <a:off x="9630571" y="2484176"/>
            <a:ext cx="2123100" cy="7296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61" name="Google Shape;1561;g3f824b0376f_0_10607"/>
          <p:cNvSpPr/>
          <p:nvPr>
            <p:ph idx="5" type="pic"/>
          </p:nvPr>
        </p:nvSpPr>
        <p:spPr>
          <a:xfrm>
            <a:off x="10242061" y="3660587"/>
            <a:ext cx="900000" cy="900000"/>
          </a:xfrm>
          <a:prstGeom prst="rect">
            <a:avLst/>
          </a:prstGeom>
          <a:noFill/>
          <a:ln>
            <a:noFill/>
          </a:ln>
        </p:spPr>
      </p:sp>
      <p:sp>
        <p:nvSpPr>
          <p:cNvPr id="1562" name="Google Shape;1562;g3f824b0376f_0_10607"/>
          <p:cNvSpPr txBox="1"/>
          <p:nvPr>
            <p:ph idx="6" type="body"/>
          </p:nvPr>
        </p:nvSpPr>
        <p:spPr>
          <a:xfrm>
            <a:off x="9630571" y="4767318"/>
            <a:ext cx="2123100" cy="334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63" name="Google Shape;1563;g3f824b0376f_0_10607"/>
          <p:cNvSpPr txBox="1"/>
          <p:nvPr>
            <p:ph idx="7" type="body"/>
          </p:nvPr>
        </p:nvSpPr>
        <p:spPr>
          <a:xfrm>
            <a:off x="9630571" y="5130030"/>
            <a:ext cx="2123100" cy="7296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64" name="Google Shape;1564;g3f824b0376f_0_10607"/>
          <p:cNvSpPr txBox="1"/>
          <p:nvPr>
            <p:ph idx="8" type="body"/>
          </p:nvPr>
        </p:nvSpPr>
        <p:spPr>
          <a:xfrm>
            <a:off x="385796" y="4758766"/>
            <a:ext cx="2401800" cy="326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65" name="Google Shape;1565;g3f824b0376f_0_10607"/>
          <p:cNvSpPr txBox="1"/>
          <p:nvPr>
            <p:ph idx="9" type="body"/>
          </p:nvPr>
        </p:nvSpPr>
        <p:spPr>
          <a:xfrm>
            <a:off x="385796" y="5109185"/>
            <a:ext cx="2401800" cy="793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66" name="Google Shape;1566;g3f824b0376f_0_10607"/>
          <p:cNvSpPr txBox="1"/>
          <p:nvPr>
            <p:ph idx="13" type="body"/>
          </p:nvPr>
        </p:nvSpPr>
        <p:spPr>
          <a:xfrm>
            <a:off x="3648403" y="4758766"/>
            <a:ext cx="2401800" cy="326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67" name="Google Shape;1567;g3f824b0376f_0_10607"/>
          <p:cNvSpPr txBox="1"/>
          <p:nvPr>
            <p:ph idx="14" type="body"/>
          </p:nvPr>
        </p:nvSpPr>
        <p:spPr>
          <a:xfrm>
            <a:off x="3648403" y="5109185"/>
            <a:ext cx="2401800" cy="793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68" name="Google Shape;1568;g3f824b0376f_0_10607"/>
          <p:cNvSpPr txBox="1"/>
          <p:nvPr>
            <p:ph idx="15" type="body"/>
          </p:nvPr>
        </p:nvSpPr>
        <p:spPr>
          <a:xfrm>
            <a:off x="6911010" y="4758766"/>
            <a:ext cx="2401800" cy="326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69" name="Google Shape;1569;g3f824b0376f_0_10607"/>
          <p:cNvSpPr txBox="1"/>
          <p:nvPr>
            <p:ph idx="16" type="body"/>
          </p:nvPr>
        </p:nvSpPr>
        <p:spPr>
          <a:xfrm>
            <a:off x="6911010" y="5109185"/>
            <a:ext cx="2401800" cy="793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1570" name="Google Shape;1570;g3f824b0376f_0_10607"/>
          <p:cNvCxnSpPr/>
          <p:nvPr/>
        </p:nvCxnSpPr>
        <p:spPr>
          <a:xfrm>
            <a:off x="3218004" y="4780547"/>
            <a:ext cx="0" cy="1235100"/>
          </a:xfrm>
          <a:prstGeom prst="straightConnector1">
            <a:avLst/>
          </a:prstGeom>
          <a:noFill/>
          <a:ln cap="flat" cmpd="sng" w="12700">
            <a:solidFill>
              <a:srgbClr val="BFBFBF"/>
            </a:solidFill>
            <a:prstDash val="solid"/>
            <a:miter lim="8000"/>
            <a:headEnd len="sm" w="sm" type="none"/>
            <a:tailEnd len="sm" w="sm" type="none"/>
          </a:ln>
        </p:spPr>
      </p:cxnSp>
      <p:cxnSp>
        <p:nvCxnSpPr>
          <p:cNvPr id="1571" name="Google Shape;1571;g3f824b0376f_0_10607"/>
          <p:cNvCxnSpPr/>
          <p:nvPr/>
        </p:nvCxnSpPr>
        <p:spPr>
          <a:xfrm>
            <a:off x="6480611" y="4780547"/>
            <a:ext cx="0" cy="1235100"/>
          </a:xfrm>
          <a:prstGeom prst="straightConnector1">
            <a:avLst/>
          </a:prstGeom>
          <a:noFill/>
          <a:ln cap="flat" cmpd="sng" w="12700">
            <a:solidFill>
              <a:srgbClr val="BFBFBF"/>
            </a:solidFill>
            <a:prstDash val="solid"/>
            <a:miter lim="8000"/>
            <a:headEnd len="sm" w="sm" type="none"/>
            <a:tailEnd len="sm" w="sm" type="none"/>
          </a:ln>
        </p:spPr>
      </p:cxnSp>
      <p:cxnSp>
        <p:nvCxnSpPr>
          <p:cNvPr id="1572" name="Google Shape;1572;g3f824b0376f_0_10607"/>
          <p:cNvCxnSpPr/>
          <p:nvPr/>
        </p:nvCxnSpPr>
        <p:spPr>
          <a:xfrm rot="10800000">
            <a:off x="10692061" y="2379070"/>
            <a:ext cx="0" cy="2188200"/>
          </a:xfrm>
          <a:prstGeom prst="straightConnector1">
            <a:avLst/>
          </a:prstGeom>
          <a:noFill/>
          <a:ln cap="flat" cmpd="sng" w="12700">
            <a:solidFill>
              <a:srgbClr val="BFBFBF"/>
            </a:solidFill>
            <a:prstDash val="solid"/>
            <a:miter lim="8000"/>
            <a:headEnd len="sm" w="sm" type="none"/>
            <a:tailEnd len="sm" w="sm" type="none"/>
          </a:ln>
        </p:spPr>
      </p:cxnSp>
      <p:sp>
        <p:nvSpPr>
          <p:cNvPr id="1573" name="Google Shape;1573;g3f824b0376f_0_10607"/>
          <p:cNvSpPr txBox="1"/>
          <p:nvPr>
            <p:ph idx="17" type="body"/>
          </p:nvPr>
        </p:nvSpPr>
        <p:spPr>
          <a:xfrm>
            <a:off x="334962" y="1305402"/>
            <a:ext cx="8980500" cy="32238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4" name="Google Shape;1574;g3f824b0376f_0_10607"/>
          <p:cNvSpPr txBox="1"/>
          <p:nvPr>
            <p:ph idx="18" type="body"/>
          </p:nvPr>
        </p:nvSpPr>
        <p:spPr>
          <a:xfrm>
            <a:off x="334962" y="929443"/>
            <a:ext cx="8980500" cy="342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7512">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7">
    <p:spTree>
      <p:nvGrpSpPr>
        <p:cNvPr id="1575" name="Shape 1575"/>
        <p:cNvGrpSpPr/>
        <p:nvPr/>
      </p:nvGrpSpPr>
      <p:grpSpPr>
        <a:xfrm>
          <a:off x="0" y="0"/>
          <a:ext cx="0" cy="0"/>
          <a:chOff x="0" y="0"/>
          <a:chExt cx="0" cy="0"/>
        </a:xfrm>
      </p:grpSpPr>
      <p:sp>
        <p:nvSpPr>
          <p:cNvPr id="1576" name="Google Shape;1576;g3f824b0376f_0_10630"/>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577" name="Google Shape;1577;g3f824b0376f_0_10630"/>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578" name="Google Shape;1578;g3f824b0376f_0_10630"/>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579" name="Google Shape;1579;g3f824b0376f_0_10630"/>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580" name="Google Shape;1580;g3f824b0376f_0_10630"/>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581" name="Google Shape;1581;g3f824b0376f_0_10630"/>
          <p:cNvSpPr/>
          <p:nvPr>
            <p:ph idx="2" type="chart"/>
          </p:nvPr>
        </p:nvSpPr>
        <p:spPr>
          <a:xfrm>
            <a:off x="6974498" y="1355499"/>
            <a:ext cx="4912800" cy="43542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82" name="Google Shape;1582;g3f824b0376f_0_10630"/>
          <p:cNvSpPr txBox="1"/>
          <p:nvPr>
            <p:ph idx="3" type="body"/>
          </p:nvPr>
        </p:nvSpPr>
        <p:spPr>
          <a:xfrm>
            <a:off x="345585" y="1355713"/>
            <a:ext cx="6403500" cy="350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83" name="Google Shape;1583;g3f824b0376f_0_10630"/>
          <p:cNvSpPr txBox="1"/>
          <p:nvPr>
            <p:ph idx="4" type="body"/>
          </p:nvPr>
        </p:nvSpPr>
        <p:spPr>
          <a:xfrm>
            <a:off x="345585" y="1733265"/>
            <a:ext cx="6403500" cy="3983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8">
    <p:spTree>
      <p:nvGrpSpPr>
        <p:cNvPr id="1584" name="Shape 1584"/>
        <p:cNvGrpSpPr/>
        <p:nvPr/>
      </p:nvGrpSpPr>
      <p:grpSpPr>
        <a:xfrm>
          <a:off x="0" y="0"/>
          <a:ext cx="0" cy="0"/>
          <a:chOff x="0" y="0"/>
          <a:chExt cx="0" cy="0"/>
        </a:xfrm>
      </p:grpSpPr>
      <p:sp>
        <p:nvSpPr>
          <p:cNvPr id="1585" name="Google Shape;1585;g3f824b0376f_0_10639"/>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586" name="Google Shape;1586;g3f824b0376f_0_10639"/>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587" name="Google Shape;1587;g3f824b0376f_0_10639"/>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588" name="Google Shape;1588;g3f824b0376f_0_10639"/>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589" name="Google Shape;1589;g3f824b0376f_0_10639"/>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590" name="Google Shape;1590;g3f824b0376f_0_10639"/>
          <p:cNvSpPr txBox="1"/>
          <p:nvPr>
            <p:ph idx="2" type="body"/>
          </p:nvPr>
        </p:nvSpPr>
        <p:spPr>
          <a:xfrm>
            <a:off x="346962" y="1290688"/>
            <a:ext cx="11583900" cy="792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91" name="Google Shape;1591;g3f824b0376f_0_10639"/>
          <p:cNvSpPr/>
          <p:nvPr>
            <p:ph idx="3" type="tbl"/>
          </p:nvPr>
        </p:nvSpPr>
        <p:spPr>
          <a:xfrm>
            <a:off x="346962" y="2122311"/>
            <a:ext cx="11583900" cy="4018800"/>
          </a:xfrm>
          <a:prstGeom prst="rect">
            <a:avLst/>
          </a:prstGeom>
          <a:noFill/>
          <a:ln>
            <a:noFill/>
          </a:ln>
        </p:spPr>
        <p:txBody>
          <a:bodyPr anchorCtr="0" anchor="t" bIns="45700" lIns="0" spcFirstLastPara="1" rIns="91425" wrap="square" tIns="45700">
            <a:noAutofit/>
          </a:bodyPr>
          <a:lstStyle>
            <a:lvl1pPr lvl="0"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2" name="Google Shape;1592;g3f824b0376f_0_10639"/>
          <p:cNvSpPr txBox="1"/>
          <p:nvPr>
            <p:ph idx="4" type="body"/>
          </p:nvPr>
        </p:nvSpPr>
        <p:spPr>
          <a:xfrm>
            <a:off x="346962" y="929442"/>
            <a:ext cx="11583900" cy="340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9">
    <p:spTree>
      <p:nvGrpSpPr>
        <p:cNvPr id="1593" name="Shape 1593"/>
        <p:cNvGrpSpPr/>
        <p:nvPr/>
      </p:nvGrpSpPr>
      <p:grpSpPr>
        <a:xfrm>
          <a:off x="0" y="0"/>
          <a:ext cx="0" cy="0"/>
          <a:chOff x="0" y="0"/>
          <a:chExt cx="0" cy="0"/>
        </a:xfrm>
      </p:grpSpPr>
      <p:sp>
        <p:nvSpPr>
          <p:cNvPr id="1594" name="Google Shape;1594;g3f824b0376f_0_10648"/>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595" name="Google Shape;1595;g3f824b0376f_0_10648"/>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596" name="Google Shape;1596;g3f824b0376f_0_10648"/>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597" name="Google Shape;1597;g3f824b0376f_0_10648"/>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598" name="Google Shape;1598;g3f824b0376f_0_10648"/>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599" name="Google Shape;1599;g3f824b0376f_0_10648"/>
          <p:cNvSpPr txBox="1"/>
          <p:nvPr>
            <p:ph idx="2" type="body"/>
          </p:nvPr>
        </p:nvSpPr>
        <p:spPr>
          <a:xfrm>
            <a:off x="341885" y="2979362"/>
            <a:ext cx="3528000" cy="369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rgbClr val="1E3D7D"/>
              </a:buClr>
              <a:buSzPts val="1600"/>
              <a:buFont typeface="Arial"/>
              <a:buNone/>
              <a:defRPr b="1" i="0" sz="16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00" name="Google Shape;1600;g3f824b0376f_0_10648"/>
          <p:cNvSpPr txBox="1"/>
          <p:nvPr>
            <p:ph idx="3" type="body"/>
          </p:nvPr>
        </p:nvSpPr>
        <p:spPr>
          <a:xfrm>
            <a:off x="341885" y="3365288"/>
            <a:ext cx="3525900" cy="2761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01" name="Google Shape;1601;g3f824b0376f_0_10648"/>
          <p:cNvSpPr txBox="1"/>
          <p:nvPr>
            <p:ph idx="4" type="body"/>
          </p:nvPr>
        </p:nvSpPr>
        <p:spPr>
          <a:xfrm>
            <a:off x="4423178" y="2979362"/>
            <a:ext cx="3528000" cy="369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rgbClr val="1E3D7D"/>
              </a:buClr>
              <a:buSzPts val="1600"/>
              <a:buFont typeface="Arial"/>
              <a:buNone/>
              <a:defRPr b="1" i="0" sz="16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02" name="Google Shape;1602;g3f824b0376f_0_10648"/>
          <p:cNvSpPr txBox="1"/>
          <p:nvPr>
            <p:ph idx="5" type="body"/>
          </p:nvPr>
        </p:nvSpPr>
        <p:spPr>
          <a:xfrm>
            <a:off x="4425264" y="3365288"/>
            <a:ext cx="3525900" cy="2761500"/>
          </a:xfrm>
          <a:prstGeom prst="rect">
            <a:avLst/>
          </a:prstGeom>
          <a:noFill/>
          <a:ln>
            <a:noFill/>
          </a:ln>
        </p:spPr>
        <p:txBody>
          <a:bodyPr anchorCtr="0" anchor="t" bIns="45700" lIns="0" spcFirstLastPara="1" rIns="91425" wrap="square" tIns="45700">
            <a:noAutofit/>
          </a:bodyPr>
          <a:lstStyle>
            <a:lvl1pPr indent="-317500" lvl="0" marL="457200" marR="0" rtl="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1pPr>
            <a:lvl2pPr indent="-317500" lvl="1" marL="9144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2pPr>
            <a:lvl3pPr indent="-317500" lvl="2" marL="13716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317500" lvl="3" marL="18288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03" name="Google Shape;1603;g3f824b0376f_0_10648"/>
          <p:cNvSpPr txBox="1"/>
          <p:nvPr>
            <p:ph idx="6" type="body"/>
          </p:nvPr>
        </p:nvSpPr>
        <p:spPr>
          <a:xfrm>
            <a:off x="8504470" y="2979362"/>
            <a:ext cx="3528000" cy="369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rgbClr val="1E3D7D"/>
              </a:buClr>
              <a:buSzPts val="1600"/>
              <a:buFont typeface="Arial"/>
              <a:buNone/>
              <a:defRPr b="1" i="0" sz="16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04" name="Google Shape;1604;g3f824b0376f_0_10648"/>
          <p:cNvSpPr txBox="1"/>
          <p:nvPr>
            <p:ph idx="7" type="body"/>
          </p:nvPr>
        </p:nvSpPr>
        <p:spPr>
          <a:xfrm>
            <a:off x="8504470" y="3365288"/>
            <a:ext cx="3525900" cy="2761500"/>
          </a:xfrm>
          <a:prstGeom prst="rect">
            <a:avLst/>
          </a:prstGeom>
          <a:noFill/>
          <a:ln>
            <a:noFill/>
          </a:ln>
        </p:spPr>
        <p:txBody>
          <a:bodyPr anchorCtr="0" anchor="t" bIns="45700" lIns="0" spcFirstLastPara="1" rIns="91425" wrap="square" tIns="45700">
            <a:noAutofit/>
          </a:bodyPr>
          <a:lstStyle>
            <a:lvl1pPr indent="-317500" lvl="0" marL="457200" marR="0" rtl="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1pPr>
            <a:lvl2pPr indent="-317500" lvl="1" marL="9144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2pPr>
            <a:lvl3pPr indent="-317500" lvl="2" marL="13716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317500" lvl="3" marL="18288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05" name="Google Shape;1605;g3f824b0376f_0_10648"/>
          <p:cNvSpPr txBox="1"/>
          <p:nvPr>
            <p:ph idx="8" type="body"/>
          </p:nvPr>
        </p:nvSpPr>
        <p:spPr>
          <a:xfrm>
            <a:off x="346962" y="929442"/>
            <a:ext cx="11679900" cy="411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06" name="Google Shape;1606;g3f824b0376f_0_10648"/>
          <p:cNvSpPr/>
          <p:nvPr>
            <p:ph idx="9" type="pic"/>
          </p:nvPr>
        </p:nvSpPr>
        <p:spPr>
          <a:xfrm>
            <a:off x="360015" y="1794196"/>
            <a:ext cx="720000" cy="720000"/>
          </a:xfrm>
          <a:prstGeom prst="rect">
            <a:avLst/>
          </a:prstGeom>
          <a:noFill/>
          <a:ln>
            <a:noFill/>
          </a:ln>
        </p:spPr>
      </p:sp>
      <p:sp>
        <p:nvSpPr>
          <p:cNvPr id="1607" name="Google Shape;1607;g3f824b0376f_0_10648"/>
          <p:cNvSpPr/>
          <p:nvPr>
            <p:ph idx="13" type="pic"/>
          </p:nvPr>
        </p:nvSpPr>
        <p:spPr>
          <a:xfrm>
            <a:off x="4429065" y="1794196"/>
            <a:ext cx="720000" cy="720000"/>
          </a:xfrm>
          <a:prstGeom prst="rect">
            <a:avLst/>
          </a:prstGeom>
          <a:noFill/>
          <a:ln>
            <a:noFill/>
          </a:ln>
        </p:spPr>
      </p:sp>
      <p:sp>
        <p:nvSpPr>
          <p:cNvPr id="1608" name="Google Shape;1608;g3f824b0376f_0_10648"/>
          <p:cNvSpPr/>
          <p:nvPr>
            <p:ph idx="14" type="pic"/>
          </p:nvPr>
        </p:nvSpPr>
        <p:spPr>
          <a:xfrm>
            <a:off x="8498114" y="1794196"/>
            <a:ext cx="720000" cy="720000"/>
          </a:xfrm>
          <a:prstGeom prst="rect">
            <a:avLst/>
          </a:prstGeom>
          <a:noFill/>
          <a:ln>
            <a:noFill/>
          </a:ln>
        </p:spPr>
      </p:sp>
      <p:cxnSp>
        <p:nvCxnSpPr>
          <p:cNvPr id="1609" name="Google Shape;1609;g3f824b0376f_0_10648"/>
          <p:cNvCxnSpPr/>
          <p:nvPr/>
        </p:nvCxnSpPr>
        <p:spPr>
          <a:xfrm>
            <a:off x="4147505" y="2998382"/>
            <a:ext cx="0" cy="3169200"/>
          </a:xfrm>
          <a:prstGeom prst="straightConnector1">
            <a:avLst/>
          </a:prstGeom>
          <a:noFill/>
          <a:ln cap="flat" cmpd="sng" w="12700">
            <a:solidFill>
              <a:srgbClr val="BFBFBF"/>
            </a:solidFill>
            <a:prstDash val="solid"/>
            <a:miter lim="8000"/>
            <a:headEnd len="sm" w="sm" type="none"/>
            <a:tailEnd len="sm" w="sm" type="none"/>
          </a:ln>
        </p:spPr>
      </p:cxnSp>
      <p:cxnSp>
        <p:nvCxnSpPr>
          <p:cNvPr id="1610" name="Google Shape;1610;g3f824b0376f_0_10648"/>
          <p:cNvCxnSpPr/>
          <p:nvPr/>
        </p:nvCxnSpPr>
        <p:spPr>
          <a:xfrm>
            <a:off x="8216376" y="2794761"/>
            <a:ext cx="0" cy="3330300"/>
          </a:xfrm>
          <a:prstGeom prst="straightConnector1">
            <a:avLst/>
          </a:prstGeom>
          <a:noFill/>
          <a:ln cap="flat" cmpd="sng" w="12700">
            <a:solidFill>
              <a:srgbClr val="BFBFBF"/>
            </a:solidFill>
            <a:prstDash val="solid"/>
            <a:miter lim="8000"/>
            <a:headEnd len="sm" w="sm" type="none"/>
            <a:tailEnd len="sm" w="sm" type="none"/>
          </a:ln>
        </p:spPr>
      </p:cxn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0">
    <p:spTree>
      <p:nvGrpSpPr>
        <p:cNvPr id="1611" name="Shape 1611"/>
        <p:cNvGrpSpPr/>
        <p:nvPr/>
      </p:nvGrpSpPr>
      <p:grpSpPr>
        <a:xfrm>
          <a:off x="0" y="0"/>
          <a:ext cx="0" cy="0"/>
          <a:chOff x="0" y="0"/>
          <a:chExt cx="0" cy="0"/>
        </a:xfrm>
      </p:grpSpPr>
      <p:sp>
        <p:nvSpPr>
          <p:cNvPr id="1612" name="Google Shape;1612;g3f824b0376f_0_10666"/>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613" name="Google Shape;1613;g3f824b0376f_0_10666"/>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614" name="Google Shape;1614;g3f824b0376f_0_10666"/>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615" name="Google Shape;1615;g3f824b0376f_0_10666"/>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616" name="Google Shape;1616;g3f824b0376f_0_10666"/>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617" name="Google Shape;1617;g3f824b0376f_0_10666"/>
          <p:cNvSpPr txBox="1"/>
          <p:nvPr>
            <p:ph idx="2" type="body"/>
          </p:nvPr>
        </p:nvSpPr>
        <p:spPr>
          <a:xfrm>
            <a:off x="341883" y="1587519"/>
            <a:ext cx="3642600" cy="359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18" name="Google Shape;1618;g3f824b0376f_0_10666"/>
          <p:cNvSpPr txBox="1"/>
          <p:nvPr>
            <p:ph idx="3" type="body"/>
          </p:nvPr>
        </p:nvSpPr>
        <p:spPr>
          <a:xfrm>
            <a:off x="341884" y="1961193"/>
            <a:ext cx="3642600" cy="1850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19" name="Google Shape;1619;g3f824b0376f_0_10666"/>
          <p:cNvSpPr txBox="1"/>
          <p:nvPr>
            <p:ph idx="4" type="body"/>
          </p:nvPr>
        </p:nvSpPr>
        <p:spPr>
          <a:xfrm>
            <a:off x="346962" y="929442"/>
            <a:ext cx="11583900" cy="411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20" name="Google Shape;1620;g3f824b0376f_0_10666"/>
          <p:cNvSpPr txBox="1"/>
          <p:nvPr>
            <p:ph idx="5" type="body"/>
          </p:nvPr>
        </p:nvSpPr>
        <p:spPr>
          <a:xfrm>
            <a:off x="4293221" y="1587519"/>
            <a:ext cx="3642600" cy="359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21" name="Google Shape;1621;g3f824b0376f_0_10666"/>
          <p:cNvSpPr txBox="1"/>
          <p:nvPr>
            <p:ph idx="6" type="body"/>
          </p:nvPr>
        </p:nvSpPr>
        <p:spPr>
          <a:xfrm>
            <a:off x="4293222" y="1961193"/>
            <a:ext cx="3642600" cy="1850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22" name="Google Shape;1622;g3f824b0376f_0_10666"/>
          <p:cNvSpPr txBox="1"/>
          <p:nvPr>
            <p:ph idx="7" type="body"/>
          </p:nvPr>
        </p:nvSpPr>
        <p:spPr>
          <a:xfrm>
            <a:off x="8244559" y="1587519"/>
            <a:ext cx="3642600" cy="359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23" name="Google Shape;1623;g3f824b0376f_0_10666"/>
          <p:cNvSpPr txBox="1"/>
          <p:nvPr>
            <p:ph idx="8" type="body"/>
          </p:nvPr>
        </p:nvSpPr>
        <p:spPr>
          <a:xfrm>
            <a:off x="8244560" y="1961193"/>
            <a:ext cx="3642600" cy="1850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24" name="Google Shape;1624;g3f824b0376f_0_10666"/>
          <p:cNvSpPr txBox="1"/>
          <p:nvPr>
            <p:ph idx="9" type="body"/>
          </p:nvPr>
        </p:nvSpPr>
        <p:spPr>
          <a:xfrm>
            <a:off x="341883" y="4050082"/>
            <a:ext cx="3642600" cy="359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25" name="Google Shape;1625;g3f824b0376f_0_10666"/>
          <p:cNvSpPr txBox="1"/>
          <p:nvPr>
            <p:ph idx="13" type="body"/>
          </p:nvPr>
        </p:nvSpPr>
        <p:spPr>
          <a:xfrm>
            <a:off x="341884" y="4423756"/>
            <a:ext cx="3642600" cy="1850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26" name="Google Shape;1626;g3f824b0376f_0_10666"/>
          <p:cNvSpPr txBox="1"/>
          <p:nvPr>
            <p:ph idx="14" type="body"/>
          </p:nvPr>
        </p:nvSpPr>
        <p:spPr>
          <a:xfrm>
            <a:off x="4293221" y="4050082"/>
            <a:ext cx="3642600" cy="359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27" name="Google Shape;1627;g3f824b0376f_0_10666"/>
          <p:cNvSpPr txBox="1"/>
          <p:nvPr>
            <p:ph idx="15" type="body"/>
          </p:nvPr>
        </p:nvSpPr>
        <p:spPr>
          <a:xfrm>
            <a:off x="4293222" y="4423756"/>
            <a:ext cx="3642600" cy="1850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28" name="Google Shape;1628;g3f824b0376f_0_10666"/>
          <p:cNvSpPr txBox="1"/>
          <p:nvPr>
            <p:ph idx="16" type="body"/>
          </p:nvPr>
        </p:nvSpPr>
        <p:spPr>
          <a:xfrm>
            <a:off x="8244559" y="4050082"/>
            <a:ext cx="3642600" cy="359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29" name="Google Shape;1629;g3f824b0376f_0_10666"/>
          <p:cNvSpPr txBox="1"/>
          <p:nvPr>
            <p:ph idx="17" type="body"/>
          </p:nvPr>
        </p:nvSpPr>
        <p:spPr>
          <a:xfrm>
            <a:off x="8244560" y="4423756"/>
            <a:ext cx="3642600" cy="1850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1630" name="Google Shape;1630;g3f824b0376f_0_10666"/>
          <p:cNvCxnSpPr/>
          <p:nvPr/>
        </p:nvCxnSpPr>
        <p:spPr>
          <a:xfrm>
            <a:off x="4139553" y="1565753"/>
            <a:ext cx="0" cy="2254800"/>
          </a:xfrm>
          <a:prstGeom prst="straightConnector1">
            <a:avLst/>
          </a:prstGeom>
          <a:noFill/>
          <a:ln cap="flat" cmpd="sng" w="12700">
            <a:solidFill>
              <a:srgbClr val="BFBFBF"/>
            </a:solidFill>
            <a:prstDash val="solid"/>
            <a:miter lim="8000"/>
            <a:headEnd len="sm" w="sm" type="none"/>
            <a:tailEnd len="sm" w="sm" type="none"/>
          </a:ln>
        </p:spPr>
      </p:cxnSp>
      <p:cxnSp>
        <p:nvCxnSpPr>
          <p:cNvPr id="1631" name="Google Shape;1631;g3f824b0376f_0_10666"/>
          <p:cNvCxnSpPr/>
          <p:nvPr/>
        </p:nvCxnSpPr>
        <p:spPr>
          <a:xfrm>
            <a:off x="4139553" y="4038600"/>
            <a:ext cx="0" cy="2254800"/>
          </a:xfrm>
          <a:prstGeom prst="straightConnector1">
            <a:avLst/>
          </a:prstGeom>
          <a:noFill/>
          <a:ln cap="flat" cmpd="sng" w="12700">
            <a:solidFill>
              <a:srgbClr val="BFBFBF"/>
            </a:solidFill>
            <a:prstDash val="solid"/>
            <a:miter lim="8000"/>
            <a:headEnd len="sm" w="sm" type="none"/>
            <a:tailEnd len="sm" w="sm" type="none"/>
          </a:ln>
        </p:spPr>
      </p:cxnSp>
      <p:cxnSp>
        <p:nvCxnSpPr>
          <p:cNvPr id="1632" name="Google Shape;1632;g3f824b0376f_0_10666"/>
          <p:cNvCxnSpPr/>
          <p:nvPr/>
        </p:nvCxnSpPr>
        <p:spPr>
          <a:xfrm>
            <a:off x="8095690" y="1565753"/>
            <a:ext cx="0" cy="2254800"/>
          </a:xfrm>
          <a:prstGeom prst="straightConnector1">
            <a:avLst/>
          </a:prstGeom>
          <a:noFill/>
          <a:ln cap="flat" cmpd="sng" w="12700">
            <a:solidFill>
              <a:srgbClr val="BFBFBF"/>
            </a:solidFill>
            <a:prstDash val="solid"/>
            <a:miter lim="8000"/>
            <a:headEnd len="sm" w="sm" type="none"/>
            <a:tailEnd len="sm" w="sm" type="none"/>
          </a:ln>
        </p:spPr>
      </p:cxnSp>
      <p:cxnSp>
        <p:nvCxnSpPr>
          <p:cNvPr id="1633" name="Google Shape;1633;g3f824b0376f_0_10666"/>
          <p:cNvCxnSpPr/>
          <p:nvPr/>
        </p:nvCxnSpPr>
        <p:spPr>
          <a:xfrm>
            <a:off x="436560" y="3938394"/>
            <a:ext cx="3467400" cy="0"/>
          </a:xfrm>
          <a:prstGeom prst="straightConnector1">
            <a:avLst/>
          </a:prstGeom>
          <a:noFill/>
          <a:ln cap="flat" cmpd="sng" w="12700">
            <a:solidFill>
              <a:srgbClr val="BFBFBF"/>
            </a:solidFill>
            <a:prstDash val="solid"/>
            <a:miter lim="8000"/>
            <a:headEnd len="sm" w="sm" type="none"/>
            <a:tailEnd len="sm" w="sm" type="none"/>
          </a:ln>
        </p:spPr>
      </p:cxnSp>
      <p:cxnSp>
        <p:nvCxnSpPr>
          <p:cNvPr id="1634" name="Google Shape;1634;g3f824b0376f_0_10666"/>
          <p:cNvCxnSpPr/>
          <p:nvPr/>
        </p:nvCxnSpPr>
        <p:spPr>
          <a:xfrm>
            <a:off x="8095690" y="4038600"/>
            <a:ext cx="0" cy="2254800"/>
          </a:xfrm>
          <a:prstGeom prst="straightConnector1">
            <a:avLst/>
          </a:prstGeom>
          <a:noFill/>
          <a:ln cap="flat" cmpd="sng" w="12700">
            <a:solidFill>
              <a:srgbClr val="BFBFBF"/>
            </a:solidFill>
            <a:prstDash val="solid"/>
            <a:miter lim="8000"/>
            <a:headEnd len="sm" w="sm" type="none"/>
            <a:tailEnd len="sm" w="sm" type="none"/>
          </a:ln>
        </p:spPr>
      </p:cxnSp>
      <p:cxnSp>
        <p:nvCxnSpPr>
          <p:cNvPr id="1635" name="Google Shape;1635;g3f824b0376f_0_10666"/>
          <p:cNvCxnSpPr/>
          <p:nvPr/>
        </p:nvCxnSpPr>
        <p:spPr>
          <a:xfrm>
            <a:off x="4383879" y="3938394"/>
            <a:ext cx="3429600" cy="0"/>
          </a:xfrm>
          <a:prstGeom prst="straightConnector1">
            <a:avLst/>
          </a:prstGeom>
          <a:noFill/>
          <a:ln cap="flat" cmpd="sng" w="12700">
            <a:solidFill>
              <a:srgbClr val="BFBFBF"/>
            </a:solidFill>
            <a:prstDash val="solid"/>
            <a:miter lim="8000"/>
            <a:headEnd len="sm" w="sm" type="none"/>
            <a:tailEnd len="sm" w="sm" type="none"/>
          </a:ln>
        </p:spPr>
      </p:cxnSp>
      <p:cxnSp>
        <p:nvCxnSpPr>
          <p:cNvPr id="1636" name="Google Shape;1636;g3f824b0376f_0_10666"/>
          <p:cNvCxnSpPr/>
          <p:nvPr/>
        </p:nvCxnSpPr>
        <p:spPr>
          <a:xfrm>
            <a:off x="8331198" y="3938394"/>
            <a:ext cx="3452400" cy="0"/>
          </a:xfrm>
          <a:prstGeom prst="straightConnector1">
            <a:avLst/>
          </a:prstGeom>
          <a:noFill/>
          <a:ln cap="flat" cmpd="sng" w="12700">
            <a:solidFill>
              <a:srgbClr val="BFBFBF"/>
            </a:solidFill>
            <a:prstDash val="solid"/>
            <a:miter lim="8000"/>
            <a:headEnd len="sm" w="sm" type="none"/>
            <a:tailEnd len="sm" w="sm" type="none"/>
          </a:ln>
        </p:spPr>
      </p:cxn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1">
    <p:spTree>
      <p:nvGrpSpPr>
        <p:cNvPr id="1637" name="Shape 1637"/>
        <p:cNvGrpSpPr/>
        <p:nvPr/>
      </p:nvGrpSpPr>
      <p:grpSpPr>
        <a:xfrm>
          <a:off x="0" y="0"/>
          <a:ext cx="0" cy="0"/>
          <a:chOff x="0" y="0"/>
          <a:chExt cx="0" cy="0"/>
        </a:xfrm>
      </p:grpSpPr>
      <p:sp>
        <p:nvSpPr>
          <p:cNvPr id="1638" name="Google Shape;1638;g3f824b0376f_0_10692"/>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639" name="Google Shape;1639;g3f824b0376f_0_10692"/>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640" name="Google Shape;1640;g3f824b0376f_0_10692"/>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641" name="Google Shape;1641;g3f824b0376f_0_10692"/>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642" name="Google Shape;1642;g3f824b0376f_0_10692"/>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643" name="Google Shape;1643;g3f824b0376f_0_10692"/>
          <p:cNvSpPr/>
          <p:nvPr>
            <p:ph idx="2" type="pic"/>
          </p:nvPr>
        </p:nvSpPr>
        <p:spPr>
          <a:xfrm>
            <a:off x="345080" y="1173023"/>
            <a:ext cx="900000" cy="900600"/>
          </a:xfrm>
          <a:prstGeom prst="rect">
            <a:avLst/>
          </a:prstGeom>
          <a:noFill/>
          <a:ln>
            <a:noFill/>
          </a:ln>
        </p:spPr>
      </p:sp>
      <p:sp>
        <p:nvSpPr>
          <p:cNvPr id="1644" name="Google Shape;1644;g3f824b0376f_0_10692"/>
          <p:cNvSpPr txBox="1"/>
          <p:nvPr>
            <p:ph idx="3" type="body"/>
          </p:nvPr>
        </p:nvSpPr>
        <p:spPr>
          <a:xfrm>
            <a:off x="345080" y="2284264"/>
            <a:ext cx="3495000" cy="332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45" name="Google Shape;1645;g3f824b0376f_0_10692"/>
          <p:cNvSpPr txBox="1"/>
          <p:nvPr>
            <p:ph idx="4" type="body"/>
          </p:nvPr>
        </p:nvSpPr>
        <p:spPr>
          <a:xfrm>
            <a:off x="369794" y="2660714"/>
            <a:ext cx="3495000" cy="599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46" name="Google Shape;1646;g3f824b0376f_0_10692"/>
          <p:cNvSpPr/>
          <p:nvPr>
            <p:ph idx="5" type="pic"/>
          </p:nvPr>
        </p:nvSpPr>
        <p:spPr>
          <a:xfrm>
            <a:off x="4400602" y="1173023"/>
            <a:ext cx="900000" cy="900000"/>
          </a:xfrm>
          <a:prstGeom prst="rect">
            <a:avLst/>
          </a:prstGeom>
          <a:noFill/>
          <a:ln>
            <a:noFill/>
          </a:ln>
        </p:spPr>
      </p:sp>
      <p:sp>
        <p:nvSpPr>
          <p:cNvPr id="1647" name="Google Shape;1647;g3f824b0376f_0_10692"/>
          <p:cNvSpPr txBox="1"/>
          <p:nvPr>
            <p:ph idx="6" type="body"/>
          </p:nvPr>
        </p:nvSpPr>
        <p:spPr>
          <a:xfrm>
            <a:off x="4370255" y="2284264"/>
            <a:ext cx="3385200" cy="332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48" name="Google Shape;1648;g3f824b0376f_0_10692"/>
          <p:cNvSpPr txBox="1"/>
          <p:nvPr>
            <p:ph idx="7" type="body"/>
          </p:nvPr>
        </p:nvSpPr>
        <p:spPr>
          <a:xfrm>
            <a:off x="4370255" y="2660714"/>
            <a:ext cx="3385200" cy="599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49" name="Google Shape;1649;g3f824b0376f_0_10692"/>
          <p:cNvSpPr/>
          <p:nvPr>
            <p:ph idx="8" type="pic"/>
          </p:nvPr>
        </p:nvSpPr>
        <p:spPr>
          <a:xfrm>
            <a:off x="8251776" y="1173023"/>
            <a:ext cx="900000" cy="900000"/>
          </a:xfrm>
          <a:prstGeom prst="rect">
            <a:avLst/>
          </a:prstGeom>
          <a:noFill/>
          <a:ln>
            <a:noFill/>
          </a:ln>
        </p:spPr>
      </p:sp>
      <p:sp>
        <p:nvSpPr>
          <p:cNvPr id="1650" name="Google Shape;1650;g3f824b0376f_0_10692"/>
          <p:cNvSpPr txBox="1"/>
          <p:nvPr>
            <p:ph idx="9" type="body"/>
          </p:nvPr>
        </p:nvSpPr>
        <p:spPr>
          <a:xfrm>
            <a:off x="8221428" y="2284264"/>
            <a:ext cx="3705900" cy="332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51" name="Google Shape;1651;g3f824b0376f_0_10692"/>
          <p:cNvSpPr txBox="1"/>
          <p:nvPr>
            <p:ph idx="13" type="body"/>
          </p:nvPr>
        </p:nvSpPr>
        <p:spPr>
          <a:xfrm>
            <a:off x="8221428" y="2660714"/>
            <a:ext cx="3705900" cy="599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52" name="Google Shape;1652;g3f824b0376f_0_10692"/>
          <p:cNvSpPr/>
          <p:nvPr>
            <p:ph idx="14" type="pic"/>
          </p:nvPr>
        </p:nvSpPr>
        <p:spPr>
          <a:xfrm>
            <a:off x="345080" y="3856368"/>
            <a:ext cx="900000" cy="900000"/>
          </a:xfrm>
          <a:prstGeom prst="rect">
            <a:avLst/>
          </a:prstGeom>
          <a:noFill/>
          <a:ln>
            <a:noFill/>
          </a:ln>
        </p:spPr>
      </p:sp>
      <p:sp>
        <p:nvSpPr>
          <p:cNvPr id="1653" name="Google Shape;1653;g3f824b0376f_0_10692"/>
          <p:cNvSpPr txBox="1"/>
          <p:nvPr>
            <p:ph idx="15" type="body"/>
          </p:nvPr>
        </p:nvSpPr>
        <p:spPr>
          <a:xfrm>
            <a:off x="345080" y="4950983"/>
            <a:ext cx="3495000" cy="332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54" name="Google Shape;1654;g3f824b0376f_0_10692"/>
          <p:cNvSpPr txBox="1"/>
          <p:nvPr>
            <p:ph idx="16" type="body"/>
          </p:nvPr>
        </p:nvSpPr>
        <p:spPr>
          <a:xfrm>
            <a:off x="345080" y="5327433"/>
            <a:ext cx="3495000" cy="749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55" name="Google Shape;1655;g3f824b0376f_0_10692"/>
          <p:cNvSpPr/>
          <p:nvPr>
            <p:ph idx="17" type="pic"/>
          </p:nvPr>
        </p:nvSpPr>
        <p:spPr>
          <a:xfrm>
            <a:off x="4400602" y="3856368"/>
            <a:ext cx="900000" cy="900000"/>
          </a:xfrm>
          <a:prstGeom prst="rect">
            <a:avLst/>
          </a:prstGeom>
          <a:noFill/>
          <a:ln>
            <a:noFill/>
          </a:ln>
        </p:spPr>
      </p:sp>
      <p:sp>
        <p:nvSpPr>
          <p:cNvPr id="1656" name="Google Shape;1656;g3f824b0376f_0_10692"/>
          <p:cNvSpPr txBox="1"/>
          <p:nvPr>
            <p:ph idx="18" type="body"/>
          </p:nvPr>
        </p:nvSpPr>
        <p:spPr>
          <a:xfrm>
            <a:off x="4370255" y="4950983"/>
            <a:ext cx="3385200" cy="332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57" name="Google Shape;1657;g3f824b0376f_0_10692"/>
          <p:cNvSpPr txBox="1"/>
          <p:nvPr>
            <p:ph idx="19" type="body"/>
          </p:nvPr>
        </p:nvSpPr>
        <p:spPr>
          <a:xfrm>
            <a:off x="4370255" y="5327433"/>
            <a:ext cx="3385200" cy="749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58" name="Google Shape;1658;g3f824b0376f_0_10692"/>
          <p:cNvSpPr/>
          <p:nvPr>
            <p:ph idx="20" type="pic"/>
          </p:nvPr>
        </p:nvSpPr>
        <p:spPr>
          <a:xfrm>
            <a:off x="8251776" y="3856368"/>
            <a:ext cx="900000" cy="900000"/>
          </a:xfrm>
          <a:prstGeom prst="rect">
            <a:avLst/>
          </a:prstGeom>
          <a:noFill/>
          <a:ln>
            <a:noFill/>
          </a:ln>
        </p:spPr>
      </p:sp>
      <p:sp>
        <p:nvSpPr>
          <p:cNvPr id="1659" name="Google Shape;1659;g3f824b0376f_0_10692"/>
          <p:cNvSpPr txBox="1"/>
          <p:nvPr>
            <p:ph idx="21" type="body"/>
          </p:nvPr>
        </p:nvSpPr>
        <p:spPr>
          <a:xfrm>
            <a:off x="8221428" y="4950983"/>
            <a:ext cx="3705900" cy="332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60" name="Google Shape;1660;g3f824b0376f_0_10692"/>
          <p:cNvSpPr txBox="1"/>
          <p:nvPr>
            <p:ph idx="22" type="body"/>
          </p:nvPr>
        </p:nvSpPr>
        <p:spPr>
          <a:xfrm>
            <a:off x="8221428" y="5327433"/>
            <a:ext cx="3705900" cy="749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2">
    <p:spTree>
      <p:nvGrpSpPr>
        <p:cNvPr id="1661" name="Shape 1661"/>
        <p:cNvGrpSpPr/>
        <p:nvPr/>
      </p:nvGrpSpPr>
      <p:grpSpPr>
        <a:xfrm>
          <a:off x="0" y="0"/>
          <a:ext cx="0" cy="0"/>
          <a:chOff x="0" y="0"/>
          <a:chExt cx="0" cy="0"/>
        </a:xfrm>
      </p:grpSpPr>
      <p:sp>
        <p:nvSpPr>
          <p:cNvPr id="1662" name="Google Shape;1662;g3f824b0376f_0_10716"/>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663" name="Google Shape;1663;g3f824b0376f_0_10716"/>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664" name="Google Shape;1664;g3f824b0376f_0_10716"/>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665" name="Google Shape;1665;g3f824b0376f_0_10716"/>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666" name="Google Shape;1666;g3f824b0376f_0_10716"/>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667" name="Google Shape;1667;g3f824b0376f_0_10716"/>
          <p:cNvSpPr/>
          <p:nvPr>
            <p:ph idx="2" type="pic"/>
          </p:nvPr>
        </p:nvSpPr>
        <p:spPr>
          <a:xfrm>
            <a:off x="340785" y="1826100"/>
            <a:ext cx="720000" cy="720000"/>
          </a:xfrm>
          <a:prstGeom prst="rect">
            <a:avLst/>
          </a:prstGeom>
          <a:noFill/>
          <a:ln>
            <a:noFill/>
          </a:ln>
        </p:spPr>
      </p:sp>
      <p:sp>
        <p:nvSpPr>
          <p:cNvPr id="1668" name="Google Shape;1668;g3f824b0376f_0_10716"/>
          <p:cNvSpPr txBox="1"/>
          <p:nvPr>
            <p:ph idx="3" type="body"/>
          </p:nvPr>
        </p:nvSpPr>
        <p:spPr>
          <a:xfrm>
            <a:off x="1227476" y="1826100"/>
            <a:ext cx="46944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69" name="Google Shape;1669;g3f824b0376f_0_10716"/>
          <p:cNvSpPr txBox="1"/>
          <p:nvPr>
            <p:ph idx="4" type="body"/>
          </p:nvPr>
        </p:nvSpPr>
        <p:spPr>
          <a:xfrm>
            <a:off x="1227476" y="2163271"/>
            <a:ext cx="46944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70" name="Google Shape;1670;g3f824b0376f_0_10716"/>
          <p:cNvSpPr/>
          <p:nvPr>
            <p:ph idx="5" type="pic"/>
          </p:nvPr>
        </p:nvSpPr>
        <p:spPr>
          <a:xfrm>
            <a:off x="340785" y="4221088"/>
            <a:ext cx="720000" cy="720000"/>
          </a:xfrm>
          <a:prstGeom prst="rect">
            <a:avLst/>
          </a:prstGeom>
          <a:noFill/>
          <a:ln>
            <a:noFill/>
          </a:ln>
        </p:spPr>
      </p:sp>
      <p:sp>
        <p:nvSpPr>
          <p:cNvPr id="1671" name="Google Shape;1671;g3f824b0376f_0_10716"/>
          <p:cNvSpPr txBox="1"/>
          <p:nvPr>
            <p:ph idx="6" type="body"/>
          </p:nvPr>
        </p:nvSpPr>
        <p:spPr>
          <a:xfrm>
            <a:off x="1227476" y="4221088"/>
            <a:ext cx="46944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72" name="Google Shape;1672;g3f824b0376f_0_10716"/>
          <p:cNvSpPr txBox="1"/>
          <p:nvPr>
            <p:ph idx="7" type="body"/>
          </p:nvPr>
        </p:nvSpPr>
        <p:spPr>
          <a:xfrm>
            <a:off x="1227476" y="4558259"/>
            <a:ext cx="46944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73" name="Google Shape;1673;g3f824b0376f_0_10716"/>
          <p:cNvSpPr txBox="1"/>
          <p:nvPr>
            <p:ph idx="8" type="body"/>
          </p:nvPr>
        </p:nvSpPr>
        <p:spPr>
          <a:xfrm>
            <a:off x="346962" y="929442"/>
            <a:ext cx="11569200" cy="411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74" name="Google Shape;1674;g3f824b0376f_0_10716"/>
          <p:cNvSpPr/>
          <p:nvPr>
            <p:ph idx="9" type="pic"/>
          </p:nvPr>
        </p:nvSpPr>
        <p:spPr>
          <a:xfrm>
            <a:off x="6324600" y="1826100"/>
            <a:ext cx="720000" cy="720000"/>
          </a:xfrm>
          <a:prstGeom prst="rect">
            <a:avLst/>
          </a:prstGeom>
          <a:noFill/>
          <a:ln>
            <a:noFill/>
          </a:ln>
        </p:spPr>
      </p:sp>
      <p:sp>
        <p:nvSpPr>
          <p:cNvPr id="1675" name="Google Shape;1675;g3f824b0376f_0_10716"/>
          <p:cNvSpPr txBox="1"/>
          <p:nvPr>
            <p:ph idx="13" type="body"/>
          </p:nvPr>
        </p:nvSpPr>
        <p:spPr>
          <a:xfrm>
            <a:off x="7211291" y="1826100"/>
            <a:ext cx="46944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76" name="Google Shape;1676;g3f824b0376f_0_10716"/>
          <p:cNvSpPr txBox="1"/>
          <p:nvPr>
            <p:ph idx="14" type="body"/>
          </p:nvPr>
        </p:nvSpPr>
        <p:spPr>
          <a:xfrm>
            <a:off x="7211291" y="2163271"/>
            <a:ext cx="46944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77" name="Google Shape;1677;g3f824b0376f_0_10716"/>
          <p:cNvSpPr/>
          <p:nvPr>
            <p:ph idx="15" type="pic"/>
          </p:nvPr>
        </p:nvSpPr>
        <p:spPr>
          <a:xfrm>
            <a:off x="6324600" y="4221088"/>
            <a:ext cx="720000" cy="720000"/>
          </a:xfrm>
          <a:prstGeom prst="rect">
            <a:avLst/>
          </a:prstGeom>
          <a:noFill/>
          <a:ln>
            <a:noFill/>
          </a:ln>
        </p:spPr>
      </p:sp>
      <p:sp>
        <p:nvSpPr>
          <p:cNvPr id="1678" name="Google Shape;1678;g3f824b0376f_0_10716"/>
          <p:cNvSpPr txBox="1"/>
          <p:nvPr>
            <p:ph idx="16" type="body"/>
          </p:nvPr>
        </p:nvSpPr>
        <p:spPr>
          <a:xfrm>
            <a:off x="7211291" y="4221088"/>
            <a:ext cx="46944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79" name="Google Shape;1679;g3f824b0376f_0_10716"/>
          <p:cNvSpPr txBox="1"/>
          <p:nvPr>
            <p:ph idx="17" type="body"/>
          </p:nvPr>
        </p:nvSpPr>
        <p:spPr>
          <a:xfrm>
            <a:off x="7211291" y="4558259"/>
            <a:ext cx="46944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3">
    <p:spTree>
      <p:nvGrpSpPr>
        <p:cNvPr id="1680" name="Shape 1680"/>
        <p:cNvGrpSpPr/>
        <p:nvPr/>
      </p:nvGrpSpPr>
      <p:grpSpPr>
        <a:xfrm>
          <a:off x="0" y="0"/>
          <a:ext cx="0" cy="0"/>
          <a:chOff x="0" y="0"/>
          <a:chExt cx="0" cy="0"/>
        </a:xfrm>
      </p:grpSpPr>
      <p:sp>
        <p:nvSpPr>
          <p:cNvPr id="1681" name="Google Shape;1681;g3f824b0376f_0_10735"/>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682" name="Google Shape;1682;g3f824b0376f_0_10735"/>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683" name="Google Shape;1683;g3f824b0376f_0_10735"/>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684" name="Google Shape;1684;g3f824b0376f_0_10735"/>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685" name="Google Shape;1685;g3f824b0376f_0_10735"/>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686" name="Google Shape;1686;g3f824b0376f_0_10735"/>
          <p:cNvSpPr/>
          <p:nvPr>
            <p:ph idx="2" type="pic"/>
          </p:nvPr>
        </p:nvSpPr>
        <p:spPr>
          <a:xfrm>
            <a:off x="344220" y="1809387"/>
            <a:ext cx="900000" cy="900000"/>
          </a:xfrm>
          <a:prstGeom prst="rect">
            <a:avLst/>
          </a:prstGeom>
          <a:noFill/>
          <a:ln>
            <a:noFill/>
          </a:ln>
        </p:spPr>
      </p:sp>
      <p:sp>
        <p:nvSpPr>
          <p:cNvPr id="1687" name="Google Shape;1687;g3f824b0376f_0_10735"/>
          <p:cNvSpPr txBox="1"/>
          <p:nvPr>
            <p:ph idx="3" type="body"/>
          </p:nvPr>
        </p:nvSpPr>
        <p:spPr>
          <a:xfrm>
            <a:off x="362676" y="3247687"/>
            <a:ext cx="2463900" cy="286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88" name="Google Shape;1688;g3f824b0376f_0_10735"/>
          <p:cNvSpPr/>
          <p:nvPr>
            <p:ph idx="4" type="pic"/>
          </p:nvPr>
        </p:nvSpPr>
        <p:spPr>
          <a:xfrm>
            <a:off x="3354959" y="1797030"/>
            <a:ext cx="900000" cy="900000"/>
          </a:xfrm>
          <a:prstGeom prst="rect">
            <a:avLst/>
          </a:prstGeom>
          <a:noFill/>
          <a:ln>
            <a:noFill/>
          </a:ln>
        </p:spPr>
      </p:sp>
      <p:sp>
        <p:nvSpPr>
          <p:cNvPr id="1689" name="Google Shape;1689;g3f824b0376f_0_10735"/>
          <p:cNvSpPr txBox="1"/>
          <p:nvPr>
            <p:ph idx="5" type="body"/>
          </p:nvPr>
        </p:nvSpPr>
        <p:spPr>
          <a:xfrm>
            <a:off x="3369473" y="3247687"/>
            <a:ext cx="2463900" cy="286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0" name="Google Shape;1690;g3f824b0376f_0_10735"/>
          <p:cNvSpPr/>
          <p:nvPr>
            <p:ph idx="6" type="pic"/>
          </p:nvPr>
        </p:nvSpPr>
        <p:spPr>
          <a:xfrm>
            <a:off x="9455053" y="1797030"/>
            <a:ext cx="900000" cy="900000"/>
          </a:xfrm>
          <a:prstGeom prst="rect">
            <a:avLst/>
          </a:prstGeom>
          <a:noFill/>
          <a:ln>
            <a:noFill/>
          </a:ln>
        </p:spPr>
      </p:sp>
      <p:sp>
        <p:nvSpPr>
          <p:cNvPr id="1691" name="Google Shape;1691;g3f824b0376f_0_10735"/>
          <p:cNvSpPr txBox="1"/>
          <p:nvPr>
            <p:ph idx="7" type="body"/>
          </p:nvPr>
        </p:nvSpPr>
        <p:spPr>
          <a:xfrm>
            <a:off x="9469567" y="3247687"/>
            <a:ext cx="2463900" cy="286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2" name="Google Shape;1692;g3f824b0376f_0_10735"/>
          <p:cNvSpPr/>
          <p:nvPr>
            <p:ph idx="8" type="pic"/>
          </p:nvPr>
        </p:nvSpPr>
        <p:spPr>
          <a:xfrm>
            <a:off x="6398829" y="1797030"/>
            <a:ext cx="900000" cy="900000"/>
          </a:xfrm>
          <a:prstGeom prst="rect">
            <a:avLst/>
          </a:prstGeom>
          <a:noFill/>
          <a:ln>
            <a:noFill/>
          </a:ln>
        </p:spPr>
      </p:sp>
      <p:sp>
        <p:nvSpPr>
          <p:cNvPr id="1693" name="Google Shape;1693;g3f824b0376f_0_10735"/>
          <p:cNvSpPr txBox="1"/>
          <p:nvPr>
            <p:ph idx="9" type="body"/>
          </p:nvPr>
        </p:nvSpPr>
        <p:spPr>
          <a:xfrm>
            <a:off x="6413343" y="3247687"/>
            <a:ext cx="2463900" cy="286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4" name="Google Shape;1694;g3f824b0376f_0_10735"/>
          <p:cNvSpPr txBox="1"/>
          <p:nvPr>
            <p:ph idx="13" type="body"/>
          </p:nvPr>
        </p:nvSpPr>
        <p:spPr>
          <a:xfrm>
            <a:off x="362676" y="3572062"/>
            <a:ext cx="2463900" cy="2062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5" name="Google Shape;1695;g3f824b0376f_0_10735"/>
          <p:cNvSpPr txBox="1"/>
          <p:nvPr>
            <p:ph idx="14" type="body"/>
          </p:nvPr>
        </p:nvSpPr>
        <p:spPr>
          <a:xfrm>
            <a:off x="3369473" y="3572062"/>
            <a:ext cx="2463900" cy="2062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6" name="Google Shape;1696;g3f824b0376f_0_10735"/>
          <p:cNvSpPr txBox="1"/>
          <p:nvPr>
            <p:ph idx="15" type="body"/>
          </p:nvPr>
        </p:nvSpPr>
        <p:spPr>
          <a:xfrm>
            <a:off x="9469567" y="3572062"/>
            <a:ext cx="2463900" cy="2062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7" name="Google Shape;1697;g3f824b0376f_0_10735"/>
          <p:cNvSpPr txBox="1"/>
          <p:nvPr>
            <p:ph idx="16" type="body"/>
          </p:nvPr>
        </p:nvSpPr>
        <p:spPr>
          <a:xfrm>
            <a:off x="6413343" y="3572062"/>
            <a:ext cx="2463900" cy="2062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1698" name="Google Shape;1698;g3f824b0376f_0_10735"/>
          <p:cNvCxnSpPr/>
          <p:nvPr/>
        </p:nvCxnSpPr>
        <p:spPr>
          <a:xfrm rot="10800000">
            <a:off x="9162458" y="3210886"/>
            <a:ext cx="0" cy="2466900"/>
          </a:xfrm>
          <a:prstGeom prst="straightConnector1">
            <a:avLst/>
          </a:prstGeom>
          <a:noFill/>
          <a:ln cap="flat" cmpd="sng" w="12700">
            <a:solidFill>
              <a:srgbClr val="BFBFBF"/>
            </a:solidFill>
            <a:prstDash val="solid"/>
            <a:miter lim="8000"/>
            <a:headEnd len="sm" w="sm" type="none"/>
            <a:tailEnd len="sm" w="sm" type="none"/>
          </a:ln>
        </p:spPr>
      </p:cxnSp>
      <p:cxnSp>
        <p:nvCxnSpPr>
          <p:cNvPr id="1699" name="Google Shape;1699;g3f824b0376f_0_10735"/>
          <p:cNvCxnSpPr/>
          <p:nvPr/>
        </p:nvCxnSpPr>
        <p:spPr>
          <a:xfrm rot="10800000">
            <a:off x="6125028" y="3210886"/>
            <a:ext cx="0" cy="2466900"/>
          </a:xfrm>
          <a:prstGeom prst="straightConnector1">
            <a:avLst/>
          </a:prstGeom>
          <a:noFill/>
          <a:ln cap="flat" cmpd="sng" w="12700">
            <a:solidFill>
              <a:srgbClr val="BFBFBF"/>
            </a:solidFill>
            <a:prstDash val="solid"/>
            <a:miter lim="8000"/>
            <a:headEnd len="sm" w="sm" type="none"/>
            <a:tailEnd len="sm" w="sm" type="none"/>
          </a:ln>
        </p:spPr>
      </p:cxnSp>
      <p:cxnSp>
        <p:nvCxnSpPr>
          <p:cNvPr id="1700" name="Google Shape;1700;g3f824b0376f_0_10735"/>
          <p:cNvCxnSpPr/>
          <p:nvPr/>
        </p:nvCxnSpPr>
        <p:spPr>
          <a:xfrm rot="10800000">
            <a:off x="3090530" y="3210886"/>
            <a:ext cx="0" cy="2466900"/>
          </a:xfrm>
          <a:prstGeom prst="straightConnector1">
            <a:avLst/>
          </a:prstGeom>
          <a:noFill/>
          <a:ln cap="flat" cmpd="sng" w="12700">
            <a:solidFill>
              <a:srgbClr val="BFBFBF"/>
            </a:solidFill>
            <a:prstDash val="solid"/>
            <a:miter lim="8000"/>
            <a:headEnd len="sm" w="sm" type="none"/>
            <a:tailEnd len="sm" w="sm" type="none"/>
          </a:ln>
        </p:spPr>
      </p:cxnSp>
      <p:sp>
        <p:nvSpPr>
          <p:cNvPr id="1701" name="Google Shape;1701;g3f824b0376f_0_10735"/>
          <p:cNvSpPr txBox="1"/>
          <p:nvPr>
            <p:ph idx="17" type="body"/>
          </p:nvPr>
        </p:nvSpPr>
        <p:spPr>
          <a:xfrm>
            <a:off x="346962" y="929442"/>
            <a:ext cx="11569200" cy="411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4">
    <p:spTree>
      <p:nvGrpSpPr>
        <p:cNvPr id="1702" name="Shape 1702"/>
        <p:cNvGrpSpPr/>
        <p:nvPr/>
      </p:nvGrpSpPr>
      <p:grpSpPr>
        <a:xfrm>
          <a:off x="0" y="0"/>
          <a:ext cx="0" cy="0"/>
          <a:chOff x="0" y="0"/>
          <a:chExt cx="0" cy="0"/>
        </a:xfrm>
      </p:grpSpPr>
      <p:sp>
        <p:nvSpPr>
          <p:cNvPr id="1703" name="Google Shape;1703;g3f824b0376f_0_10757"/>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704" name="Google Shape;1704;g3f824b0376f_0_10757"/>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705" name="Google Shape;1705;g3f824b0376f_0_10757"/>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706" name="Google Shape;1706;g3f824b0376f_0_10757"/>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707" name="Google Shape;1707;g3f824b0376f_0_10757"/>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708" name="Google Shape;1708;g3f824b0376f_0_10757"/>
          <p:cNvSpPr/>
          <p:nvPr>
            <p:ph idx="2" type="pic"/>
          </p:nvPr>
        </p:nvSpPr>
        <p:spPr>
          <a:xfrm>
            <a:off x="1217160" y="4332766"/>
            <a:ext cx="719700" cy="720000"/>
          </a:xfrm>
          <a:prstGeom prst="rect">
            <a:avLst/>
          </a:prstGeom>
          <a:noFill/>
          <a:ln>
            <a:noFill/>
          </a:ln>
        </p:spPr>
      </p:sp>
      <p:sp>
        <p:nvSpPr>
          <p:cNvPr id="1709" name="Google Shape;1709;g3f824b0376f_0_10757"/>
          <p:cNvSpPr txBox="1"/>
          <p:nvPr>
            <p:ph idx="3" type="body"/>
          </p:nvPr>
        </p:nvSpPr>
        <p:spPr>
          <a:xfrm>
            <a:off x="345100" y="5315053"/>
            <a:ext cx="2463900" cy="516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10" name="Google Shape;1710;g3f824b0376f_0_10757"/>
          <p:cNvSpPr/>
          <p:nvPr>
            <p:ph idx="4" type="pic"/>
          </p:nvPr>
        </p:nvSpPr>
        <p:spPr>
          <a:xfrm>
            <a:off x="4257331" y="4332766"/>
            <a:ext cx="720300" cy="720000"/>
          </a:xfrm>
          <a:prstGeom prst="rect">
            <a:avLst/>
          </a:prstGeom>
          <a:noFill/>
          <a:ln>
            <a:noFill/>
          </a:ln>
        </p:spPr>
      </p:sp>
      <p:sp>
        <p:nvSpPr>
          <p:cNvPr id="1711" name="Google Shape;1711;g3f824b0376f_0_10757"/>
          <p:cNvSpPr txBox="1"/>
          <p:nvPr>
            <p:ph idx="5" type="body"/>
          </p:nvPr>
        </p:nvSpPr>
        <p:spPr>
          <a:xfrm>
            <a:off x="3385590" y="5315053"/>
            <a:ext cx="2463900" cy="516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12" name="Google Shape;1712;g3f824b0376f_0_10757"/>
          <p:cNvSpPr/>
          <p:nvPr>
            <p:ph idx="6" type="pic"/>
          </p:nvPr>
        </p:nvSpPr>
        <p:spPr>
          <a:xfrm>
            <a:off x="10338470" y="4332766"/>
            <a:ext cx="720000" cy="720000"/>
          </a:xfrm>
          <a:prstGeom prst="rect">
            <a:avLst/>
          </a:prstGeom>
          <a:noFill/>
          <a:ln>
            <a:noFill/>
          </a:ln>
        </p:spPr>
      </p:sp>
      <p:sp>
        <p:nvSpPr>
          <p:cNvPr id="1713" name="Google Shape;1713;g3f824b0376f_0_10757"/>
          <p:cNvSpPr txBox="1"/>
          <p:nvPr>
            <p:ph idx="7" type="body"/>
          </p:nvPr>
        </p:nvSpPr>
        <p:spPr>
          <a:xfrm>
            <a:off x="9466570" y="5315053"/>
            <a:ext cx="2463900" cy="516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14" name="Google Shape;1714;g3f824b0376f_0_10757"/>
          <p:cNvSpPr/>
          <p:nvPr>
            <p:ph idx="8" type="pic"/>
          </p:nvPr>
        </p:nvSpPr>
        <p:spPr>
          <a:xfrm>
            <a:off x="7297980" y="4332766"/>
            <a:ext cx="720000" cy="720000"/>
          </a:xfrm>
          <a:prstGeom prst="rect">
            <a:avLst/>
          </a:prstGeom>
          <a:noFill/>
          <a:ln>
            <a:noFill/>
          </a:ln>
        </p:spPr>
      </p:sp>
      <p:sp>
        <p:nvSpPr>
          <p:cNvPr id="1715" name="Google Shape;1715;g3f824b0376f_0_10757"/>
          <p:cNvSpPr txBox="1"/>
          <p:nvPr>
            <p:ph idx="9" type="body"/>
          </p:nvPr>
        </p:nvSpPr>
        <p:spPr>
          <a:xfrm>
            <a:off x="6426080" y="5315053"/>
            <a:ext cx="2463900" cy="516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16" name="Google Shape;1716;g3f824b0376f_0_10757"/>
          <p:cNvSpPr txBox="1"/>
          <p:nvPr>
            <p:ph idx="13" type="body"/>
          </p:nvPr>
        </p:nvSpPr>
        <p:spPr>
          <a:xfrm>
            <a:off x="353154" y="1352814"/>
            <a:ext cx="11577600" cy="2544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1717" name="Google Shape;1717;g3f824b0376f_0_10757"/>
          <p:cNvCxnSpPr/>
          <p:nvPr/>
        </p:nvCxnSpPr>
        <p:spPr>
          <a:xfrm rot="10800000">
            <a:off x="9178225" y="4316958"/>
            <a:ext cx="0" cy="1743600"/>
          </a:xfrm>
          <a:prstGeom prst="straightConnector1">
            <a:avLst/>
          </a:prstGeom>
          <a:noFill/>
          <a:ln cap="flat" cmpd="sng" w="12700">
            <a:solidFill>
              <a:srgbClr val="BFBFBF"/>
            </a:solidFill>
            <a:prstDash val="solid"/>
            <a:miter lim="8000"/>
            <a:headEnd len="sm" w="sm" type="none"/>
            <a:tailEnd len="sm" w="sm" type="none"/>
          </a:ln>
        </p:spPr>
      </p:cxnSp>
      <p:cxnSp>
        <p:nvCxnSpPr>
          <p:cNvPr id="1718" name="Google Shape;1718;g3f824b0376f_0_10757"/>
          <p:cNvCxnSpPr/>
          <p:nvPr/>
        </p:nvCxnSpPr>
        <p:spPr>
          <a:xfrm rot="10800000">
            <a:off x="6137735" y="4316958"/>
            <a:ext cx="0" cy="1743600"/>
          </a:xfrm>
          <a:prstGeom prst="straightConnector1">
            <a:avLst/>
          </a:prstGeom>
          <a:noFill/>
          <a:ln cap="flat" cmpd="sng" w="12700">
            <a:solidFill>
              <a:srgbClr val="BFBFBF"/>
            </a:solidFill>
            <a:prstDash val="solid"/>
            <a:miter lim="8000"/>
            <a:headEnd len="sm" w="sm" type="none"/>
            <a:tailEnd len="sm" w="sm" type="none"/>
          </a:ln>
        </p:spPr>
      </p:cxnSp>
      <p:cxnSp>
        <p:nvCxnSpPr>
          <p:cNvPr id="1719" name="Google Shape;1719;g3f824b0376f_0_10757"/>
          <p:cNvCxnSpPr/>
          <p:nvPr/>
        </p:nvCxnSpPr>
        <p:spPr>
          <a:xfrm rot="10800000">
            <a:off x="3097245" y="4316958"/>
            <a:ext cx="0" cy="1743600"/>
          </a:xfrm>
          <a:prstGeom prst="straightConnector1">
            <a:avLst/>
          </a:prstGeom>
          <a:noFill/>
          <a:ln cap="flat" cmpd="sng" w="12700">
            <a:solidFill>
              <a:srgbClr val="BFBFBF"/>
            </a:solidFill>
            <a:prstDash val="solid"/>
            <a:miter lim="8000"/>
            <a:headEnd len="sm" w="sm" type="none"/>
            <a:tailEnd len="sm" w="sm" type="none"/>
          </a:ln>
        </p:spPr>
      </p:cxnSp>
      <p:sp>
        <p:nvSpPr>
          <p:cNvPr id="1720" name="Google Shape;1720;g3f824b0376f_0_10757"/>
          <p:cNvSpPr txBox="1"/>
          <p:nvPr>
            <p:ph idx="14" type="body"/>
          </p:nvPr>
        </p:nvSpPr>
        <p:spPr>
          <a:xfrm>
            <a:off x="346962" y="929442"/>
            <a:ext cx="11569200" cy="411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5">
    <p:spTree>
      <p:nvGrpSpPr>
        <p:cNvPr id="1721" name="Shape 1721"/>
        <p:cNvGrpSpPr/>
        <p:nvPr/>
      </p:nvGrpSpPr>
      <p:grpSpPr>
        <a:xfrm>
          <a:off x="0" y="0"/>
          <a:ext cx="0" cy="0"/>
          <a:chOff x="0" y="0"/>
          <a:chExt cx="0" cy="0"/>
        </a:xfrm>
      </p:grpSpPr>
      <p:sp>
        <p:nvSpPr>
          <p:cNvPr id="1722" name="Google Shape;1722;g3f824b0376f_0_10776"/>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723" name="Google Shape;1723;g3f824b0376f_0_10776"/>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724" name="Google Shape;1724;g3f824b0376f_0_10776"/>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725" name="Google Shape;1725;g3f824b0376f_0_10776"/>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726" name="Google Shape;1726;g3f824b0376f_0_10776"/>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727" name="Google Shape;1727;g3f824b0376f_0_10776"/>
          <p:cNvSpPr txBox="1"/>
          <p:nvPr>
            <p:ph idx="2" type="body"/>
          </p:nvPr>
        </p:nvSpPr>
        <p:spPr>
          <a:xfrm>
            <a:off x="7679766" y="1817983"/>
            <a:ext cx="4245600" cy="350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28" name="Google Shape;1728;g3f824b0376f_0_10776"/>
          <p:cNvSpPr txBox="1"/>
          <p:nvPr>
            <p:ph idx="3" type="body"/>
          </p:nvPr>
        </p:nvSpPr>
        <p:spPr>
          <a:xfrm>
            <a:off x="7679766" y="2211632"/>
            <a:ext cx="4245600" cy="4899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29" name="Google Shape;1729;g3f824b0376f_0_10776"/>
          <p:cNvSpPr txBox="1"/>
          <p:nvPr>
            <p:ph idx="4" type="body"/>
          </p:nvPr>
        </p:nvSpPr>
        <p:spPr>
          <a:xfrm>
            <a:off x="346962" y="929442"/>
            <a:ext cx="11583900" cy="3678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30" name="Google Shape;1730;g3f824b0376f_0_10776"/>
          <p:cNvSpPr/>
          <p:nvPr>
            <p:ph idx="5" type="pic"/>
          </p:nvPr>
        </p:nvSpPr>
        <p:spPr>
          <a:xfrm>
            <a:off x="6721292" y="1899968"/>
            <a:ext cx="720000" cy="720000"/>
          </a:xfrm>
          <a:prstGeom prst="rect">
            <a:avLst/>
          </a:prstGeom>
          <a:noFill/>
          <a:ln>
            <a:noFill/>
          </a:ln>
        </p:spPr>
      </p:sp>
      <p:sp>
        <p:nvSpPr>
          <p:cNvPr id="1731" name="Google Shape;1731;g3f824b0376f_0_10776"/>
          <p:cNvSpPr txBox="1"/>
          <p:nvPr>
            <p:ph idx="6" type="body"/>
          </p:nvPr>
        </p:nvSpPr>
        <p:spPr>
          <a:xfrm>
            <a:off x="7679766" y="3375920"/>
            <a:ext cx="4245600" cy="350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32" name="Google Shape;1732;g3f824b0376f_0_10776"/>
          <p:cNvSpPr txBox="1"/>
          <p:nvPr>
            <p:ph idx="7" type="body"/>
          </p:nvPr>
        </p:nvSpPr>
        <p:spPr>
          <a:xfrm>
            <a:off x="7679766" y="3769569"/>
            <a:ext cx="4245600" cy="4899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33" name="Google Shape;1733;g3f824b0376f_0_10776"/>
          <p:cNvSpPr/>
          <p:nvPr>
            <p:ph idx="8" type="pic"/>
          </p:nvPr>
        </p:nvSpPr>
        <p:spPr>
          <a:xfrm>
            <a:off x="6721292" y="3467676"/>
            <a:ext cx="720000" cy="720000"/>
          </a:xfrm>
          <a:prstGeom prst="rect">
            <a:avLst/>
          </a:prstGeom>
          <a:noFill/>
          <a:ln>
            <a:noFill/>
          </a:ln>
        </p:spPr>
      </p:sp>
      <p:sp>
        <p:nvSpPr>
          <p:cNvPr id="1734" name="Google Shape;1734;g3f824b0376f_0_10776"/>
          <p:cNvSpPr txBox="1"/>
          <p:nvPr>
            <p:ph idx="9" type="body"/>
          </p:nvPr>
        </p:nvSpPr>
        <p:spPr>
          <a:xfrm>
            <a:off x="7679766" y="4953399"/>
            <a:ext cx="4245600" cy="350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35" name="Google Shape;1735;g3f824b0376f_0_10776"/>
          <p:cNvSpPr txBox="1"/>
          <p:nvPr>
            <p:ph idx="13" type="body"/>
          </p:nvPr>
        </p:nvSpPr>
        <p:spPr>
          <a:xfrm>
            <a:off x="7679766" y="5347048"/>
            <a:ext cx="4245600" cy="4899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36" name="Google Shape;1736;g3f824b0376f_0_10776"/>
          <p:cNvSpPr/>
          <p:nvPr>
            <p:ph idx="14" type="pic"/>
          </p:nvPr>
        </p:nvSpPr>
        <p:spPr>
          <a:xfrm>
            <a:off x="6721292" y="5035384"/>
            <a:ext cx="720000" cy="720000"/>
          </a:xfrm>
          <a:prstGeom prst="rect">
            <a:avLst/>
          </a:prstGeom>
          <a:noFill/>
          <a:ln>
            <a:noFill/>
          </a:ln>
        </p:spPr>
      </p:sp>
      <p:sp>
        <p:nvSpPr>
          <p:cNvPr id="1737" name="Google Shape;1737;g3f824b0376f_0_10776"/>
          <p:cNvSpPr txBox="1"/>
          <p:nvPr>
            <p:ph idx="15" type="body"/>
          </p:nvPr>
        </p:nvSpPr>
        <p:spPr>
          <a:xfrm>
            <a:off x="346962" y="1341478"/>
            <a:ext cx="6073800" cy="4650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6">
    <p:spTree>
      <p:nvGrpSpPr>
        <p:cNvPr id="1738" name="Shape 1738"/>
        <p:cNvGrpSpPr/>
        <p:nvPr/>
      </p:nvGrpSpPr>
      <p:grpSpPr>
        <a:xfrm>
          <a:off x="0" y="0"/>
          <a:ext cx="0" cy="0"/>
          <a:chOff x="0" y="0"/>
          <a:chExt cx="0" cy="0"/>
        </a:xfrm>
      </p:grpSpPr>
      <p:sp>
        <p:nvSpPr>
          <p:cNvPr id="1739" name="Google Shape;1739;g3f824b0376f_0_10793"/>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740" name="Google Shape;1740;g3f824b0376f_0_10793"/>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741" name="Google Shape;1741;g3f824b0376f_0_10793"/>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742" name="Google Shape;1742;g3f824b0376f_0_10793"/>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743" name="Google Shape;1743;g3f824b0376f_0_10793"/>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744" name="Google Shape;1744;g3f824b0376f_0_10793"/>
          <p:cNvSpPr/>
          <p:nvPr>
            <p:ph idx="2" type="pic"/>
          </p:nvPr>
        </p:nvSpPr>
        <p:spPr>
          <a:xfrm>
            <a:off x="416537" y="3300715"/>
            <a:ext cx="720000" cy="720000"/>
          </a:xfrm>
          <a:prstGeom prst="rect">
            <a:avLst/>
          </a:prstGeom>
          <a:noFill/>
          <a:ln>
            <a:noFill/>
          </a:ln>
        </p:spPr>
      </p:sp>
      <p:sp>
        <p:nvSpPr>
          <p:cNvPr id="1745" name="Google Shape;1745;g3f824b0376f_0_10793"/>
          <p:cNvSpPr txBox="1"/>
          <p:nvPr>
            <p:ph idx="3" type="body"/>
          </p:nvPr>
        </p:nvSpPr>
        <p:spPr>
          <a:xfrm>
            <a:off x="1373741" y="3164698"/>
            <a:ext cx="7351800" cy="3036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46" name="Google Shape;1746;g3f824b0376f_0_10793"/>
          <p:cNvSpPr txBox="1"/>
          <p:nvPr>
            <p:ph idx="4" type="body"/>
          </p:nvPr>
        </p:nvSpPr>
        <p:spPr>
          <a:xfrm>
            <a:off x="1373741" y="3493719"/>
            <a:ext cx="7351800" cy="7296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47" name="Google Shape;1747;g3f824b0376f_0_10793"/>
          <p:cNvSpPr/>
          <p:nvPr>
            <p:ph idx="5" type="pic"/>
          </p:nvPr>
        </p:nvSpPr>
        <p:spPr>
          <a:xfrm>
            <a:off x="416537" y="4983466"/>
            <a:ext cx="720000" cy="720000"/>
          </a:xfrm>
          <a:prstGeom prst="rect">
            <a:avLst/>
          </a:prstGeom>
          <a:noFill/>
          <a:ln>
            <a:noFill/>
          </a:ln>
        </p:spPr>
      </p:sp>
      <p:sp>
        <p:nvSpPr>
          <p:cNvPr id="1748" name="Google Shape;1748;g3f824b0376f_0_10793"/>
          <p:cNvSpPr txBox="1"/>
          <p:nvPr>
            <p:ph idx="6" type="body"/>
          </p:nvPr>
        </p:nvSpPr>
        <p:spPr>
          <a:xfrm>
            <a:off x="1373741" y="4847449"/>
            <a:ext cx="7351800" cy="3036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49" name="Google Shape;1749;g3f824b0376f_0_10793"/>
          <p:cNvSpPr txBox="1"/>
          <p:nvPr>
            <p:ph idx="7" type="body"/>
          </p:nvPr>
        </p:nvSpPr>
        <p:spPr>
          <a:xfrm>
            <a:off x="1373741" y="5176470"/>
            <a:ext cx="7351800" cy="7296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50" name="Google Shape;1750;g3f824b0376f_0_10793"/>
          <p:cNvSpPr txBox="1"/>
          <p:nvPr>
            <p:ph idx="8" type="body"/>
          </p:nvPr>
        </p:nvSpPr>
        <p:spPr>
          <a:xfrm>
            <a:off x="335921" y="1354135"/>
            <a:ext cx="11565900" cy="1514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51" name="Google Shape;1751;g3f824b0376f_0_10793"/>
          <p:cNvSpPr txBox="1"/>
          <p:nvPr>
            <p:ph idx="9" type="body"/>
          </p:nvPr>
        </p:nvSpPr>
        <p:spPr>
          <a:xfrm>
            <a:off x="9552536" y="3153538"/>
            <a:ext cx="1971900" cy="323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52" name="Google Shape;1752;g3f824b0376f_0_10793"/>
          <p:cNvSpPr txBox="1"/>
          <p:nvPr>
            <p:ph idx="13" type="body"/>
          </p:nvPr>
        </p:nvSpPr>
        <p:spPr>
          <a:xfrm>
            <a:off x="9552536" y="3508694"/>
            <a:ext cx="1971900" cy="793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53" name="Google Shape;1753;g3f824b0376f_0_10793"/>
          <p:cNvSpPr txBox="1"/>
          <p:nvPr>
            <p:ph idx="14" type="body"/>
          </p:nvPr>
        </p:nvSpPr>
        <p:spPr>
          <a:xfrm>
            <a:off x="9552536" y="4849402"/>
            <a:ext cx="1971900" cy="323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54" name="Google Shape;1754;g3f824b0376f_0_10793"/>
          <p:cNvSpPr txBox="1"/>
          <p:nvPr>
            <p:ph idx="15" type="body"/>
          </p:nvPr>
        </p:nvSpPr>
        <p:spPr>
          <a:xfrm>
            <a:off x="9552536" y="5204558"/>
            <a:ext cx="1971900" cy="793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1755" name="Google Shape;1755;g3f824b0376f_0_10793"/>
          <p:cNvCxnSpPr/>
          <p:nvPr/>
        </p:nvCxnSpPr>
        <p:spPr>
          <a:xfrm>
            <a:off x="9525000" y="4589323"/>
            <a:ext cx="2026800" cy="0"/>
          </a:xfrm>
          <a:prstGeom prst="straightConnector1">
            <a:avLst/>
          </a:prstGeom>
          <a:noFill/>
          <a:ln cap="flat" cmpd="sng" w="12700">
            <a:solidFill>
              <a:srgbClr val="BFBFBF"/>
            </a:solidFill>
            <a:prstDash val="solid"/>
            <a:miter lim="8000"/>
            <a:headEnd len="sm" w="sm" type="none"/>
            <a:tailEnd len="sm" w="sm" type="none"/>
          </a:ln>
        </p:spPr>
      </p:cxnSp>
      <p:cxnSp>
        <p:nvCxnSpPr>
          <p:cNvPr id="1756" name="Google Shape;1756;g3f824b0376f_0_10793"/>
          <p:cNvCxnSpPr/>
          <p:nvPr/>
        </p:nvCxnSpPr>
        <p:spPr>
          <a:xfrm rot="-5400000">
            <a:off x="7543810" y="4632576"/>
            <a:ext cx="3264300" cy="0"/>
          </a:xfrm>
          <a:prstGeom prst="straightConnector1">
            <a:avLst/>
          </a:prstGeom>
          <a:noFill/>
          <a:ln cap="flat" cmpd="sng" w="12700">
            <a:solidFill>
              <a:srgbClr val="BFBFBF"/>
            </a:solidFill>
            <a:prstDash val="solid"/>
            <a:miter lim="8000"/>
            <a:headEnd len="sm" w="sm" type="none"/>
            <a:tailEnd len="sm" w="sm" type="none"/>
          </a:ln>
        </p:spPr>
      </p:cxnSp>
      <p:sp>
        <p:nvSpPr>
          <p:cNvPr id="1757" name="Google Shape;1757;g3f824b0376f_0_10793"/>
          <p:cNvSpPr txBox="1"/>
          <p:nvPr>
            <p:ph idx="16" type="body"/>
          </p:nvPr>
        </p:nvSpPr>
        <p:spPr>
          <a:xfrm>
            <a:off x="346962" y="929442"/>
            <a:ext cx="11569200" cy="411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7">
    <p:spTree>
      <p:nvGrpSpPr>
        <p:cNvPr id="1758" name="Shape 1758"/>
        <p:cNvGrpSpPr/>
        <p:nvPr/>
      </p:nvGrpSpPr>
      <p:grpSpPr>
        <a:xfrm>
          <a:off x="0" y="0"/>
          <a:ext cx="0" cy="0"/>
          <a:chOff x="0" y="0"/>
          <a:chExt cx="0" cy="0"/>
        </a:xfrm>
      </p:grpSpPr>
      <p:sp>
        <p:nvSpPr>
          <p:cNvPr id="1759" name="Google Shape;1759;g3f824b0376f_0_10813"/>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760" name="Google Shape;1760;g3f824b0376f_0_10813"/>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761" name="Google Shape;1761;g3f824b0376f_0_10813"/>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762" name="Google Shape;1762;g3f824b0376f_0_10813"/>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763" name="Google Shape;1763;g3f824b0376f_0_10813"/>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764" name="Google Shape;1764;g3f824b0376f_0_10813"/>
          <p:cNvSpPr txBox="1"/>
          <p:nvPr>
            <p:ph idx="2" type="body"/>
          </p:nvPr>
        </p:nvSpPr>
        <p:spPr>
          <a:xfrm>
            <a:off x="3654201" y="4181759"/>
            <a:ext cx="2530500" cy="349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65" name="Google Shape;1765;g3f824b0376f_0_10813"/>
          <p:cNvSpPr txBox="1"/>
          <p:nvPr>
            <p:ph idx="3" type="body"/>
          </p:nvPr>
        </p:nvSpPr>
        <p:spPr>
          <a:xfrm>
            <a:off x="3654201" y="4566737"/>
            <a:ext cx="2530500" cy="1707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66" name="Google Shape;1766;g3f824b0376f_0_10813"/>
          <p:cNvSpPr txBox="1"/>
          <p:nvPr>
            <p:ph idx="4" type="body"/>
          </p:nvPr>
        </p:nvSpPr>
        <p:spPr>
          <a:xfrm>
            <a:off x="335923" y="979649"/>
            <a:ext cx="3144900" cy="371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67" name="Google Shape;1767;g3f824b0376f_0_10813"/>
          <p:cNvSpPr/>
          <p:nvPr>
            <p:ph idx="5" type="pic"/>
          </p:nvPr>
        </p:nvSpPr>
        <p:spPr>
          <a:xfrm>
            <a:off x="3746455" y="979679"/>
            <a:ext cx="2346000" cy="2942700"/>
          </a:xfrm>
          <a:prstGeom prst="rect">
            <a:avLst/>
          </a:prstGeom>
          <a:noFill/>
          <a:ln>
            <a:noFill/>
          </a:ln>
        </p:spPr>
      </p:sp>
      <p:sp>
        <p:nvSpPr>
          <p:cNvPr id="1768" name="Google Shape;1768;g3f824b0376f_0_10813"/>
          <p:cNvSpPr txBox="1"/>
          <p:nvPr>
            <p:ph idx="6" type="body"/>
          </p:nvPr>
        </p:nvSpPr>
        <p:spPr>
          <a:xfrm>
            <a:off x="6596334" y="4181759"/>
            <a:ext cx="2530500" cy="349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69" name="Google Shape;1769;g3f824b0376f_0_10813"/>
          <p:cNvSpPr txBox="1"/>
          <p:nvPr>
            <p:ph idx="7" type="body"/>
          </p:nvPr>
        </p:nvSpPr>
        <p:spPr>
          <a:xfrm>
            <a:off x="6596334" y="4566737"/>
            <a:ext cx="2530500" cy="1707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70" name="Google Shape;1770;g3f824b0376f_0_10813"/>
          <p:cNvSpPr/>
          <p:nvPr>
            <p:ph idx="8" type="pic"/>
          </p:nvPr>
        </p:nvSpPr>
        <p:spPr>
          <a:xfrm>
            <a:off x="6688588" y="979679"/>
            <a:ext cx="2346000" cy="2942700"/>
          </a:xfrm>
          <a:prstGeom prst="rect">
            <a:avLst/>
          </a:prstGeom>
          <a:noFill/>
          <a:ln>
            <a:noFill/>
          </a:ln>
        </p:spPr>
      </p:sp>
      <p:sp>
        <p:nvSpPr>
          <p:cNvPr id="1771" name="Google Shape;1771;g3f824b0376f_0_10813"/>
          <p:cNvSpPr txBox="1"/>
          <p:nvPr>
            <p:ph idx="9" type="body"/>
          </p:nvPr>
        </p:nvSpPr>
        <p:spPr>
          <a:xfrm>
            <a:off x="9460130" y="4181759"/>
            <a:ext cx="2530500" cy="349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72" name="Google Shape;1772;g3f824b0376f_0_10813"/>
          <p:cNvSpPr txBox="1"/>
          <p:nvPr>
            <p:ph idx="13" type="body"/>
          </p:nvPr>
        </p:nvSpPr>
        <p:spPr>
          <a:xfrm>
            <a:off x="9460130" y="4566737"/>
            <a:ext cx="2530500" cy="1707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73" name="Google Shape;1773;g3f824b0376f_0_10813"/>
          <p:cNvSpPr/>
          <p:nvPr>
            <p:ph idx="14" type="pic"/>
          </p:nvPr>
        </p:nvSpPr>
        <p:spPr>
          <a:xfrm>
            <a:off x="9552384" y="979679"/>
            <a:ext cx="2346000" cy="2942700"/>
          </a:xfrm>
          <a:prstGeom prst="rect">
            <a:avLst/>
          </a:prstGeom>
          <a:noFill/>
          <a:ln>
            <a:noFill/>
          </a:ln>
        </p:spPr>
      </p:sp>
      <p:sp>
        <p:nvSpPr>
          <p:cNvPr id="1774" name="Google Shape;1774;g3f824b0376f_0_10813"/>
          <p:cNvSpPr txBox="1"/>
          <p:nvPr>
            <p:ph idx="15" type="body"/>
          </p:nvPr>
        </p:nvSpPr>
        <p:spPr>
          <a:xfrm>
            <a:off x="335923" y="1396395"/>
            <a:ext cx="3144900" cy="4877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1775" name="Google Shape;1775;g3f824b0376f_0_10813"/>
          <p:cNvCxnSpPr/>
          <p:nvPr/>
        </p:nvCxnSpPr>
        <p:spPr>
          <a:xfrm rot="10800000">
            <a:off x="6385868" y="4114938"/>
            <a:ext cx="0" cy="2203800"/>
          </a:xfrm>
          <a:prstGeom prst="straightConnector1">
            <a:avLst/>
          </a:prstGeom>
          <a:noFill/>
          <a:ln cap="flat" cmpd="sng" w="12700">
            <a:solidFill>
              <a:srgbClr val="BFBFBF"/>
            </a:solidFill>
            <a:prstDash val="solid"/>
            <a:miter lim="8000"/>
            <a:headEnd len="sm" w="sm" type="none"/>
            <a:tailEnd len="sm" w="sm" type="none"/>
          </a:ln>
        </p:spPr>
      </p:cxnSp>
      <p:cxnSp>
        <p:nvCxnSpPr>
          <p:cNvPr id="1776" name="Google Shape;1776;g3f824b0376f_0_10813"/>
          <p:cNvCxnSpPr/>
          <p:nvPr/>
        </p:nvCxnSpPr>
        <p:spPr>
          <a:xfrm rot="10800000">
            <a:off x="9296400" y="4114938"/>
            <a:ext cx="0" cy="2203800"/>
          </a:xfrm>
          <a:prstGeom prst="straightConnector1">
            <a:avLst/>
          </a:prstGeom>
          <a:noFill/>
          <a:ln cap="flat" cmpd="sng" w="12700">
            <a:solidFill>
              <a:srgbClr val="BFBFBF"/>
            </a:solidFill>
            <a:prstDash val="solid"/>
            <a:miter lim="8000"/>
            <a:headEnd len="sm" w="sm" type="none"/>
            <a:tailEnd len="sm" w="sm" type="none"/>
          </a:ln>
        </p:spPr>
      </p:cxn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8">
    <p:spTree>
      <p:nvGrpSpPr>
        <p:cNvPr id="1777" name="Shape 1777"/>
        <p:cNvGrpSpPr/>
        <p:nvPr/>
      </p:nvGrpSpPr>
      <p:grpSpPr>
        <a:xfrm>
          <a:off x="0" y="0"/>
          <a:ext cx="0" cy="0"/>
          <a:chOff x="0" y="0"/>
          <a:chExt cx="0" cy="0"/>
        </a:xfrm>
      </p:grpSpPr>
      <p:sp>
        <p:nvSpPr>
          <p:cNvPr id="1778" name="Google Shape;1778;g3f824b0376f_0_10832"/>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779" name="Google Shape;1779;g3f824b0376f_0_10832"/>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780" name="Google Shape;1780;g3f824b0376f_0_10832"/>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781" name="Google Shape;1781;g3f824b0376f_0_10832"/>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782" name="Google Shape;1782;g3f824b0376f_0_10832"/>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783" name="Google Shape;1783;g3f824b0376f_0_10832"/>
          <p:cNvSpPr txBox="1"/>
          <p:nvPr>
            <p:ph idx="2" type="body"/>
          </p:nvPr>
        </p:nvSpPr>
        <p:spPr>
          <a:xfrm>
            <a:off x="4227616" y="929442"/>
            <a:ext cx="7721700" cy="374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84" name="Google Shape;1784;g3f824b0376f_0_10832"/>
          <p:cNvSpPr txBox="1"/>
          <p:nvPr>
            <p:ph idx="3" type="body"/>
          </p:nvPr>
        </p:nvSpPr>
        <p:spPr>
          <a:xfrm>
            <a:off x="4227616" y="1354667"/>
            <a:ext cx="7721700" cy="1519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85" name="Google Shape;1785;g3f824b0376f_0_10832"/>
          <p:cNvSpPr/>
          <p:nvPr>
            <p:ph idx="4" type="pic"/>
          </p:nvPr>
        </p:nvSpPr>
        <p:spPr>
          <a:xfrm>
            <a:off x="355600" y="914400"/>
            <a:ext cx="3575100" cy="5379600"/>
          </a:xfrm>
          <a:prstGeom prst="rect">
            <a:avLst/>
          </a:prstGeom>
          <a:noFill/>
          <a:ln>
            <a:noFill/>
          </a:ln>
        </p:spPr>
      </p:sp>
      <p:sp>
        <p:nvSpPr>
          <p:cNvPr id="1786" name="Google Shape;1786;g3f824b0376f_0_10832"/>
          <p:cNvSpPr/>
          <p:nvPr>
            <p:ph idx="5" type="pic"/>
          </p:nvPr>
        </p:nvSpPr>
        <p:spPr>
          <a:xfrm>
            <a:off x="4688969" y="3006721"/>
            <a:ext cx="900000" cy="900000"/>
          </a:xfrm>
          <a:prstGeom prst="rect">
            <a:avLst/>
          </a:prstGeom>
          <a:noFill/>
          <a:ln>
            <a:noFill/>
          </a:ln>
        </p:spPr>
      </p:sp>
      <p:sp>
        <p:nvSpPr>
          <p:cNvPr id="1787" name="Google Shape;1787;g3f824b0376f_0_10832"/>
          <p:cNvSpPr txBox="1"/>
          <p:nvPr>
            <p:ph idx="6" type="body"/>
          </p:nvPr>
        </p:nvSpPr>
        <p:spPr>
          <a:xfrm>
            <a:off x="4191990" y="3980826"/>
            <a:ext cx="1893900" cy="462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88" name="Google Shape;1788;g3f824b0376f_0_10832"/>
          <p:cNvSpPr/>
          <p:nvPr>
            <p:ph idx="7" type="pic"/>
          </p:nvPr>
        </p:nvSpPr>
        <p:spPr>
          <a:xfrm>
            <a:off x="7633206" y="3006721"/>
            <a:ext cx="900000" cy="900000"/>
          </a:xfrm>
          <a:prstGeom prst="rect">
            <a:avLst/>
          </a:prstGeom>
          <a:noFill/>
          <a:ln>
            <a:noFill/>
          </a:ln>
        </p:spPr>
      </p:sp>
      <p:sp>
        <p:nvSpPr>
          <p:cNvPr id="1789" name="Google Shape;1789;g3f824b0376f_0_10832"/>
          <p:cNvSpPr txBox="1"/>
          <p:nvPr>
            <p:ph idx="8" type="body"/>
          </p:nvPr>
        </p:nvSpPr>
        <p:spPr>
          <a:xfrm>
            <a:off x="7136227" y="3980826"/>
            <a:ext cx="1893900" cy="462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90" name="Google Shape;1790;g3f824b0376f_0_10832"/>
          <p:cNvSpPr/>
          <p:nvPr>
            <p:ph idx="9" type="pic"/>
          </p:nvPr>
        </p:nvSpPr>
        <p:spPr>
          <a:xfrm>
            <a:off x="10577442" y="3006721"/>
            <a:ext cx="900000" cy="900000"/>
          </a:xfrm>
          <a:prstGeom prst="rect">
            <a:avLst/>
          </a:prstGeom>
          <a:noFill/>
          <a:ln>
            <a:noFill/>
          </a:ln>
        </p:spPr>
      </p:sp>
      <p:sp>
        <p:nvSpPr>
          <p:cNvPr id="1791" name="Google Shape;1791;g3f824b0376f_0_10832"/>
          <p:cNvSpPr txBox="1"/>
          <p:nvPr>
            <p:ph idx="13" type="body"/>
          </p:nvPr>
        </p:nvSpPr>
        <p:spPr>
          <a:xfrm>
            <a:off x="10080463" y="3980826"/>
            <a:ext cx="1893900" cy="462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92" name="Google Shape;1792;g3f824b0376f_0_10832"/>
          <p:cNvSpPr/>
          <p:nvPr>
            <p:ph idx="14" type="pic"/>
          </p:nvPr>
        </p:nvSpPr>
        <p:spPr>
          <a:xfrm>
            <a:off x="4688969" y="4737019"/>
            <a:ext cx="900000" cy="900000"/>
          </a:xfrm>
          <a:prstGeom prst="rect">
            <a:avLst/>
          </a:prstGeom>
          <a:noFill/>
          <a:ln>
            <a:noFill/>
          </a:ln>
        </p:spPr>
      </p:sp>
      <p:sp>
        <p:nvSpPr>
          <p:cNvPr id="1793" name="Google Shape;1793;g3f824b0376f_0_10832"/>
          <p:cNvSpPr txBox="1"/>
          <p:nvPr>
            <p:ph idx="15" type="body"/>
          </p:nvPr>
        </p:nvSpPr>
        <p:spPr>
          <a:xfrm>
            <a:off x="4191990" y="5711124"/>
            <a:ext cx="1893900" cy="462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94" name="Google Shape;1794;g3f824b0376f_0_10832"/>
          <p:cNvSpPr/>
          <p:nvPr>
            <p:ph idx="16" type="pic"/>
          </p:nvPr>
        </p:nvSpPr>
        <p:spPr>
          <a:xfrm>
            <a:off x="7633206" y="4737019"/>
            <a:ext cx="900000" cy="900000"/>
          </a:xfrm>
          <a:prstGeom prst="rect">
            <a:avLst/>
          </a:prstGeom>
          <a:noFill/>
          <a:ln>
            <a:noFill/>
          </a:ln>
        </p:spPr>
      </p:sp>
      <p:sp>
        <p:nvSpPr>
          <p:cNvPr id="1795" name="Google Shape;1795;g3f824b0376f_0_10832"/>
          <p:cNvSpPr txBox="1"/>
          <p:nvPr>
            <p:ph idx="17" type="body"/>
          </p:nvPr>
        </p:nvSpPr>
        <p:spPr>
          <a:xfrm>
            <a:off x="7136227" y="5711124"/>
            <a:ext cx="1893900" cy="462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96" name="Google Shape;1796;g3f824b0376f_0_10832"/>
          <p:cNvSpPr/>
          <p:nvPr>
            <p:ph idx="18" type="pic"/>
          </p:nvPr>
        </p:nvSpPr>
        <p:spPr>
          <a:xfrm>
            <a:off x="10577442" y="4737019"/>
            <a:ext cx="900000" cy="900000"/>
          </a:xfrm>
          <a:prstGeom prst="rect">
            <a:avLst/>
          </a:prstGeom>
          <a:noFill/>
          <a:ln>
            <a:noFill/>
          </a:ln>
        </p:spPr>
      </p:sp>
      <p:sp>
        <p:nvSpPr>
          <p:cNvPr id="1797" name="Google Shape;1797;g3f824b0376f_0_10832"/>
          <p:cNvSpPr txBox="1"/>
          <p:nvPr>
            <p:ph idx="19" type="body"/>
          </p:nvPr>
        </p:nvSpPr>
        <p:spPr>
          <a:xfrm>
            <a:off x="10080463" y="5711124"/>
            <a:ext cx="1893900" cy="462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1798" name="Google Shape;1798;g3f824b0376f_0_10832"/>
          <p:cNvCxnSpPr/>
          <p:nvPr/>
        </p:nvCxnSpPr>
        <p:spPr>
          <a:xfrm rot="-5400000">
            <a:off x="5861366" y="3646920"/>
            <a:ext cx="1522800" cy="0"/>
          </a:xfrm>
          <a:prstGeom prst="straightConnector1">
            <a:avLst/>
          </a:prstGeom>
          <a:noFill/>
          <a:ln cap="flat" cmpd="sng" w="12700">
            <a:solidFill>
              <a:srgbClr val="BFBFBF"/>
            </a:solidFill>
            <a:prstDash val="solid"/>
            <a:miter lim="8000"/>
            <a:headEnd len="sm" w="sm" type="none"/>
            <a:tailEnd len="sm" w="sm" type="none"/>
          </a:ln>
        </p:spPr>
      </p:cxnSp>
      <p:cxnSp>
        <p:nvCxnSpPr>
          <p:cNvPr id="1799" name="Google Shape;1799;g3f824b0376f_0_10832"/>
          <p:cNvCxnSpPr/>
          <p:nvPr/>
        </p:nvCxnSpPr>
        <p:spPr>
          <a:xfrm rot="-5400000">
            <a:off x="5861366" y="5485855"/>
            <a:ext cx="1522800" cy="0"/>
          </a:xfrm>
          <a:prstGeom prst="straightConnector1">
            <a:avLst/>
          </a:prstGeom>
          <a:noFill/>
          <a:ln cap="flat" cmpd="sng" w="12700">
            <a:solidFill>
              <a:srgbClr val="BFBFBF"/>
            </a:solidFill>
            <a:prstDash val="solid"/>
            <a:miter lim="8000"/>
            <a:headEnd len="sm" w="sm" type="none"/>
            <a:tailEnd len="sm" w="sm" type="none"/>
          </a:ln>
        </p:spPr>
      </p:cxnSp>
      <p:cxnSp>
        <p:nvCxnSpPr>
          <p:cNvPr id="1800" name="Google Shape;1800;g3f824b0376f_0_10832"/>
          <p:cNvCxnSpPr/>
          <p:nvPr/>
        </p:nvCxnSpPr>
        <p:spPr>
          <a:xfrm rot="-5400000">
            <a:off x="8772506" y="3646921"/>
            <a:ext cx="1522800" cy="0"/>
          </a:xfrm>
          <a:prstGeom prst="straightConnector1">
            <a:avLst/>
          </a:prstGeom>
          <a:noFill/>
          <a:ln cap="flat" cmpd="sng" w="12700">
            <a:solidFill>
              <a:srgbClr val="BFBFBF"/>
            </a:solidFill>
            <a:prstDash val="solid"/>
            <a:miter lim="8000"/>
            <a:headEnd len="sm" w="sm" type="none"/>
            <a:tailEnd len="sm" w="sm" type="none"/>
          </a:ln>
        </p:spPr>
      </p:cxnSp>
      <p:cxnSp>
        <p:nvCxnSpPr>
          <p:cNvPr id="1801" name="Google Shape;1801;g3f824b0376f_0_10832"/>
          <p:cNvCxnSpPr/>
          <p:nvPr/>
        </p:nvCxnSpPr>
        <p:spPr>
          <a:xfrm rot="-5400000">
            <a:off x="8772507" y="5485856"/>
            <a:ext cx="1522800" cy="0"/>
          </a:xfrm>
          <a:prstGeom prst="straightConnector1">
            <a:avLst/>
          </a:prstGeom>
          <a:noFill/>
          <a:ln cap="flat" cmpd="sng" w="12700">
            <a:solidFill>
              <a:srgbClr val="BFBFBF"/>
            </a:solidFill>
            <a:prstDash val="solid"/>
            <a:miter lim="8000"/>
            <a:headEnd len="sm" w="sm" type="none"/>
            <a:tailEnd len="sm" w="sm" type="none"/>
          </a:ln>
        </p:spPr>
      </p:cxnSp>
      <p:cxnSp>
        <p:nvCxnSpPr>
          <p:cNvPr id="1802" name="Google Shape;1802;g3f824b0376f_0_10832"/>
          <p:cNvCxnSpPr/>
          <p:nvPr/>
        </p:nvCxnSpPr>
        <p:spPr>
          <a:xfrm rot="10800000">
            <a:off x="4142292" y="4585039"/>
            <a:ext cx="1980000" cy="0"/>
          </a:xfrm>
          <a:prstGeom prst="straightConnector1">
            <a:avLst/>
          </a:prstGeom>
          <a:noFill/>
          <a:ln cap="flat" cmpd="sng" w="12700">
            <a:solidFill>
              <a:srgbClr val="BFBFBF"/>
            </a:solidFill>
            <a:prstDash val="solid"/>
            <a:miter lim="8000"/>
            <a:headEnd len="sm" w="sm" type="none"/>
            <a:tailEnd len="sm" w="sm" type="none"/>
          </a:ln>
        </p:spPr>
      </p:cxnSp>
      <p:cxnSp>
        <p:nvCxnSpPr>
          <p:cNvPr id="1803" name="Google Shape;1803;g3f824b0376f_0_10832"/>
          <p:cNvCxnSpPr/>
          <p:nvPr/>
        </p:nvCxnSpPr>
        <p:spPr>
          <a:xfrm rot="10800000">
            <a:off x="7069771" y="4585039"/>
            <a:ext cx="1980000" cy="0"/>
          </a:xfrm>
          <a:prstGeom prst="straightConnector1">
            <a:avLst/>
          </a:prstGeom>
          <a:noFill/>
          <a:ln cap="flat" cmpd="sng" w="12700">
            <a:solidFill>
              <a:srgbClr val="BFBFBF"/>
            </a:solidFill>
            <a:prstDash val="solid"/>
            <a:miter lim="8000"/>
            <a:headEnd len="sm" w="sm" type="none"/>
            <a:tailEnd len="sm" w="sm" type="none"/>
          </a:ln>
        </p:spPr>
      </p:cxnSp>
      <p:cxnSp>
        <p:nvCxnSpPr>
          <p:cNvPr id="1804" name="Google Shape;1804;g3f824b0376f_0_10832"/>
          <p:cNvCxnSpPr/>
          <p:nvPr/>
        </p:nvCxnSpPr>
        <p:spPr>
          <a:xfrm rot="10800000">
            <a:off x="10012871" y="4585039"/>
            <a:ext cx="1980000" cy="0"/>
          </a:xfrm>
          <a:prstGeom prst="straightConnector1">
            <a:avLst/>
          </a:prstGeom>
          <a:noFill/>
          <a:ln cap="flat" cmpd="sng" w="12700">
            <a:solidFill>
              <a:srgbClr val="BFBFBF"/>
            </a:solidFill>
            <a:prstDash val="solid"/>
            <a:miter lim="8000"/>
            <a:headEnd len="sm" w="sm" type="none"/>
            <a:tailEnd len="sm" w="sm" type="none"/>
          </a:ln>
        </p:spPr>
      </p:cxn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9">
    <p:spTree>
      <p:nvGrpSpPr>
        <p:cNvPr id="1805" name="Shape 1805"/>
        <p:cNvGrpSpPr/>
        <p:nvPr/>
      </p:nvGrpSpPr>
      <p:grpSpPr>
        <a:xfrm>
          <a:off x="0" y="0"/>
          <a:ext cx="0" cy="0"/>
          <a:chOff x="0" y="0"/>
          <a:chExt cx="0" cy="0"/>
        </a:xfrm>
      </p:grpSpPr>
      <p:sp>
        <p:nvSpPr>
          <p:cNvPr id="1806" name="Google Shape;1806;g3f824b0376f_0_10860"/>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807" name="Google Shape;1807;g3f824b0376f_0_10860"/>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808" name="Google Shape;1808;g3f824b0376f_0_10860"/>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809" name="Google Shape;1809;g3f824b0376f_0_10860"/>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810" name="Google Shape;1810;g3f824b0376f_0_10860"/>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811" name="Google Shape;1811;g3f824b0376f_0_10860"/>
          <p:cNvSpPr txBox="1"/>
          <p:nvPr>
            <p:ph idx="2" type="body"/>
          </p:nvPr>
        </p:nvSpPr>
        <p:spPr>
          <a:xfrm>
            <a:off x="4310741" y="2817627"/>
            <a:ext cx="3550800" cy="3426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2" name="Google Shape;1812;g3f824b0376f_0_10860"/>
          <p:cNvSpPr txBox="1"/>
          <p:nvPr>
            <p:ph idx="3" type="body"/>
          </p:nvPr>
        </p:nvSpPr>
        <p:spPr>
          <a:xfrm>
            <a:off x="4310741" y="3187774"/>
            <a:ext cx="3550800" cy="2718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3" name="Google Shape;1813;g3f824b0376f_0_10860"/>
          <p:cNvSpPr/>
          <p:nvPr>
            <p:ph idx="4" type="pic"/>
          </p:nvPr>
        </p:nvSpPr>
        <p:spPr>
          <a:xfrm>
            <a:off x="4310741" y="1498573"/>
            <a:ext cx="900000" cy="900000"/>
          </a:xfrm>
          <a:prstGeom prst="rect">
            <a:avLst/>
          </a:prstGeom>
          <a:noFill/>
          <a:ln>
            <a:noFill/>
          </a:ln>
        </p:spPr>
      </p:sp>
      <p:sp>
        <p:nvSpPr>
          <p:cNvPr id="1814" name="Google Shape;1814;g3f824b0376f_0_10860"/>
          <p:cNvSpPr txBox="1"/>
          <p:nvPr>
            <p:ph idx="5" type="body"/>
          </p:nvPr>
        </p:nvSpPr>
        <p:spPr>
          <a:xfrm>
            <a:off x="343992" y="915040"/>
            <a:ext cx="3586800" cy="3888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5" name="Google Shape;1815;g3f824b0376f_0_10860"/>
          <p:cNvSpPr txBox="1"/>
          <p:nvPr>
            <p:ph idx="6" type="body"/>
          </p:nvPr>
        </p:nvSpPr>
        <p:spPr>
          <a:xfrm>
            <a:off x="8310060" y="2817627"/>
            <a:ext cx="3550800" cy="3426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6" name="Google Shape;1816;g3f824b0376f_0_10860"/>
          <p:cNvSpPr txBox="1"/>
          <p:nvPr>
            <p:ph idx="7" type="body"/>
          </p:nvPr>
        </p:nvSpPr>
        <p:spPr>
          <a:xfrm>
            <a:off x="8310060" y="3187774"/>
            <a:ext cx="3550800" cy="2718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7" name="Google Shape;1817;g3f824b0376f_0_10860"/>
          <p:cNvSpPr/>
          <p:nvPr>
            <p:ph idx="8" type="pic"/>
          </p:nvPr>
        </p:nvSpPr>
        <p:spPr>
          <a:xfrm>
            <a:off x="8310060" y="1498573"/>
            <a:ext cx="900000" cy="900000"/>
          </a:xfrm>
          <a:prstGeom prst="rect">
            <a:avLst/>
          </a:prstGeom>
          <a:noFill/>
          <a:ln>
            <a:noFill/>
          </a:ln>
        </p:spPr>
      </p:sp>
      <p:sp>
        <p:nvSpPr>
          <p:cNvPr id="1818" name="Google Shape;1818;g3f824b0376f_0_10860"/>
          <p:cNvSpPr txBox="1"/>
          <p:nvPr>
            <p:ph idx="9" type="body"/>
          </p:nvPr>
        </p:nvSpPr>
        <p:spPr>
          <a:xfrm>
            <a:off x="343992" y="1371599"/>
            <a:ext cx="3586800" cy="4625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1819" name="Google Shape;1819;g3f824b0376f_0_10860"/>
          <p:cNvCxnSpPr/>
          <p:nvPr/>
        </p:nvCxnSpPr>
        <p:spPr>
          <a:xfrm rot="-5400000">
            <a:off x="6468989" y="4391945"/>
            <a:ext cx="3264300" cy="0"/>
          </a:xfrm>
          <a:prstGeom prst="straightConnector1">
            <a:avLst/>
          </a:prstGeom>
          <a:noFill/>
          <a:ln cap="flat" cmpd="sng" w="12700">
            <a:solidFill>
              <a:srgbClr val="BFBFBF"/>
            </a:solidFill>
            <a:prstDash val="solid"/>
            <a:miter lim="8000"/>
            <a:headEnd len="sm" w="sm" type="none"/>
            <a:tailEnd len="sm" w="sm" type="none"/>
          </a:ln>
        </p:spPr>
      </p:cxn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0">
    <p:spTree>
      <p:nvGrpSpPr>
        <p:cNvPr id="1820" name="Shape 1820"/>
        <p:cNvGrpSpPr/>
        <p:nvPr/>
      </p:nvGrpSpPr>
      <p:grpSpPr>
        <a:xfrm>
          <a:off x="0" y="0"/>
          <a:ext cx="0" cy="0"/>
          <a:chOff x="0" y="0"/>
          <a:chExt cx="0" cy="0"/>
        </a:xfrm>
      </p:grpSpPr>
      <p:sp>
        <p:nvSpPr>
          <p:cNvPr id="1821" name="Google Shape;1821;g3f824b0376f_0_10875"/>
          <p:cNvSpPr/>
          <p:nvPr/>
        </p:nvSpPr>
        <p:spPr>
          <a:xfrm>
            <a:off x="552893" y="3104706"/>
            <a:ext cx="5358900" cy="2998500"/>
          </a:xfrm>
          <a:prstGeom prst="roundRect">
            <a:avLst>
              <a:gd fmla="val 3915" name="adj"/>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22" name="Google Shape;1822;g3f824b0376f_0_10875"/>
          <p:cNvSpPr/>
          <p:nvPr/>
        </p:nvSpPr>
        <p:spPr>
          <a:xfrm>
            <a:off x="6363585" y="3104706"/>
            <a:ext cx="5358900" cy="2998500"/>
          </a:xfrm>
          <a:prstGeom prst="roundRect">
            <a:avLst>
              <a:gd fmla="val 3915" name="adj"/>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23" name="Google Shape;1823;g3f824b0376f_0_10875"/>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824" name="Google Shape;1824;g3f824b0376f_0_10875"/>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825" name="Google Shape;1825;g3f824b0376f_0_10875"/>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826" name="Google Shape;1826;g3f824b0376f_0_10875"/>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827" name="Google Shape;1827;g3f824b0376f_0_10875"/>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828" name="Google Shape;1828;g3f824b0376f_0_10875"/>
          <p:cNvSpPr txBox="1"/>
          <p:nvPr>
            <p:ph idx="2" type="body"/>
          </p:nvPr>
        </p:nvSpPr>
        <p:spPr>
          <a:xfrm>
            <a:off x="935665" y="4470461"/>
            <a:ext cx="4593300" cy="358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9" name="Google Shape;1829;g3f824b0376f_0_10875"/>
          <p:cNvSpPr txBox="1"/>
          <p:nvPr>
            <p:ph idx="3" type="body"/>
          </p:nvPr>
        </p:nvSpPr>
        <p:spPr>
          <a:xfrm>
            <a:off x="935665" y="4858212"/>
            <a:ext cx="4593300" cy="965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30" name="Google Shape;1830;g3f824b0376f_0_10875"/>
          <p:cNvSpPr/>
          <p:nvPr>
            <p:ph idx="4" type="pic"/>
          </p:nvPr>
        </p:nvSpPr>
        <p:spPr>
          <a:xfrm>
            <a:off x="2782297" y="3394190"/>
            <a:ext cx="900000" cy="900000"/>
          </a:xfrm>
          <a:prstGeom prst="rect">
            <a:avLst/>
          </a:prstGeom>
          <a:noFill/>
          <a:ln>
            <a:noFill/>
          </a:ln>
        </p:spPr>
      </p:sp>
      <p:sp>
        <p:nvSpPr>
          <p:cNvPr id="1831" name="Google Shape;1831;g3f824b0376f_0_10875"/>
          <p:cNvSpPr txBox="1"/>
          <p:nvPr>
            <p:ph idx="5" type="body"/>
          </p:nvPr>
        </p:nvSpPr>
        <p:spPr>
          <a:xfrm>
            <a:off x="346362" y="808162"/>
            <a:ext cx="11569800" cy="29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32" name="Google Shape;1832;g3f824b0376f_0_10875"/>
          <p:cNvSpPr txBox="1"/>
          <p:nvPr>
            <p:ph idx="6" type="body"/>
          </p:nvPr>
        </p:nvSpPr>
        <p:spPr>
          <a:xfrm>
            <a:off x="346362" y="1115600"/>
            <a:ext cx="11569800" cy="17976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33" name="Google Shape;1833;g3f824b0376f_0_10875"/>
          <p:cNvSpPr txBox="1"/>
          <p:nvPr>
            <p:ph idx="7" type="body"/>
          </p:nvPr>
        </p:nvSpPr>
        <p:spPr>
          <a:xfrm>
            <a:off x="6746357" y="4470461"/>
            <a:ext cx="4593300" cy="358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34" name="Google Shape;1834;g3f824b0376f_0_10875"/>
          <p:cNvSpPr txBox="1"/>
          <p:nvPr>
            <p:ph idx="8" type="body"/>
          </p:nvPr>
        </p:nvSpPr>
        <p:spPr>
          <a:xfrm>
            <a:off x="6746357" y="4858212"/>
            <a:ext cx="4593300" cy="965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35" name="Google Shape;1835;g3f824b0376f_0_10875"/>
          <p:cNvSpPr/>
          <p:nvPr>
            <p:ph idx="9" type="pic"/>
          </p:nvPr>
        </p:nvSpPr>
        <p:spPr>
          <a:xfrm>
            <a:off x="8592989" y="3394190"/>
            <a:ext cx="900000" cy="900000"/>
          </a:xfrm>
          <a:prstGeom prst="rect">
            <a:avLst/>
          </a:prstGeom>
          <a:noFill/>
          <a:ln>
            <a:noFill/>
          </a:ln>
        </p:spPr>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1">
    <p:spTree>
      <p:nvGrpSpPr>
        <p:cNvPr id="1836" name="Shape 1836"/>
        <p:cNvGrpSpPr/>
        <p:nvPr/>
      </p:nvGrpSpPr>
      <p:grpSpPr>
        <a:xfrm>
          <a:off x="0" y="0"/>
          <a:ext cx="0" cy="0"/>
          <a:chOff x="0" y="0"/>
          <a:chExt cx="0" cy="0"/>
        </a:xfrm>
      </p:grpSpPr>
      <p:sp>
        <p:nvSpPr>
          <p:cNvPr id="1837" name="Google Shape;1837;g3f824b0376f_0_10891"/>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838" name="Google Shape;1838;g3f824b0376f_0_10891"/>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839" name="Google Shape;1839;g3f824b0376f_0_10891"/>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840" name="Google Shape;1840;g3f824b0376f_0_10891"/>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841" name="Google Shape;1841;g3f824b0376f_0_10891"/>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842" name="Google Shape;1842;g3f824b0376f_0_10891"/>
          <p:cNvSpPr/>
          <p:nvPr/>
        </p:nvSpPr>
        <p:spPr>
          <a:xfrm>
            <a:off x="401590" y="938470"/>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43" name="Google Shape;1843;g3f824b0376f_0_10891"/>
          <p:cNvSpPr/>
          <p:nvPr>
            <p:ph idx="2" type="pic"/>
          </p:nvPr>
        </p:nvSpPr>
        <p:spPr>
          <a:xfrm>
            <a:off x="671590" y="1208470"/>
            <a:ext cx="540000" cy="540000"/>
          </a:xfrm>
          <a:prstGeom prst="rect">
            <a:avLst/>
          </a:prstGeom>
          <a:noFill/>
          <a:ln>
            <a:noFill/>
          </a:ln>
        </p:spPr>
      </p:sp>
      <p:sp>
        <p:nvSpPr>
          <p:cNvPr id="1844" name="Google Shape;1844;g3f824b0376f_0_10891"/>
          <p:cNvSpPr txBox="1"/>
          <p:nvPr>
            <p:ph idx="3" type="body"/>
          </p:nvPr>
        </p:nvSpPr>
        <p:spPr>
          <a:xfrm>
            <a:off x="1701543" y="924057"/>
            <a:ext cx="10223700" cy="311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45" name="Google Shape;1845;g3f824b0376f_0_10891"/>
          <p:cNvSpPr txBox="1"/>
          <p:nvPr>
            <p:ph idx="4" type="body"/>
          </p:nvPr>
        </p:nvSpPr>
        <p:spPr>
          <a:xfrm>
            <a:off x="1701543" y="1273586"/>
            <a:ext cx="10223700" cy="789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46" name="Google Shape;1846;g3f824b0376f_0_10891"/>
          <p:cNvSpPr/>
          <p:nvPr/>
        </p:nvSpPr>
        <p:spPr>
          <a:xfrm>
            <a:off x="401590" y="2273641"/>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47" name="Google Shape;1847;g3f824b0376f_0_10891"/>
          <p:cNvSpPr/>
          <p:nvPr>
            <p:ph idx="5" type="pic"/>
          </p:nvPr>
        </p:nvSpPr>
        <p:spPr>
          <a:xfrm>
            <a:off x="671590" y="2543641"/>
            <a:ext cx="540000" cy="540000"/>
          </a:xfrm>
          <a:prstGeom prst="rect">
            <a:avLst/>
          </a:prstGeom>
          <a:noFill/>
          <a:ln>
            <a:noFill/>
          </a:ln>
        </p:spPr>
      </p:sp>
      <p:sp>
        <p:nvSpPr>
          <p:cNvPr id="1848" name="Google Shape;1848;g3f824b0376f_0_10891"/>
          <p:cNvSpPr txBox="1"/>
          <p:nvPr>
            <p:ph idx="6" type="body"/>
          </p:nvPr>
        </p:nvSpPr>
        <p:spPr>
          <a:xfrm>
            <a:off x="1701543" y="2259228"/>
            <a:ext cx="10223700" cy="311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49" name="Google Shape;1849;g3f824b0376f_0_10891"/>
          <p:cNvSpPr txBox="1"/>
          <p:nvPr>
            <p:ph idx="7" type="body"/>
          </p:nvPr>
        </p:nvSpPr>
        <p:spPr>
          <a:xfrm>
            <a:off x="1701543" y="2608757"/>
            <a:ext cx="10223700" cy="789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50" name="Google Shape;1850;g3f824b0376f_0_10891"/>
          <p:cNvSpPr/>
          <p:nvPr/>
        </p:nvSpPr>
        <p:spPr>
          <a:xfrm>
            <a:off x="401590" y="3604054"/>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51" name="Google Shape;1851;g3f824b0376f_0_10891"/>
          <p:cNvSpPr/>
          <p:nvPr>
            <p:ph idx="8" type="pic"/>
          </p:nvPr>
        </p:nvSpPr>
        <p:spPr>
          <a:xfrm>
            <a:off x="671590" y="3874054"/>
            <a:ext cx="540000" cy="540000"/>
          </a:xfrm>
          <a:prstGeom prst="rect">
            <a:avLst/>
          </a:prstGeom>
          <a:noFill/>
          <a:ln>
            <a:noFill/>
          </a:ln>
        </p:spPr>
      </p:sp>
      <p:sp>
        <p:nvSpPr>
          <p:cNvPr id="1852" name="Google Shape;1852;g3f824b0376f_0_10891"/>
          <p:cNvSpPr txBox="1"/>
          <p:nvPr>
            <p:ph idx="9" type="body"/>
          </p:nvPr>
        </p:nvSpPr>
        <p:spPr>
          <a:xfrm>
            <a:off x="1701543" y="3589641"/>
            <a:ext cx="10223700" cy="311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53" name="Google Shape;1853;g3f824b0376f_0_10891"/>
          <p:cNvSpPr txBox="1"/>
          <p:nvPr>
            <p:ph idx="13" type="body"/>
          </p:nvPr>
        </p:nvSpPr>
        <p:spPr>
          <a:xfrm>
            <a:off x="1701543" y="3939170"/>
            <a:ext cx="10223700" cy="789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54" name="Google Shape;1854;g3f824b0376f_0_10891"/>
          <p:cNvSpPr/>
          <p:nvPr/>
        </p:nvSpPr>
        <p:spPr>
          <a:xfrm>
            <a:off x="401590" y="4967413"/>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55" name="Google Shape;1855;g3f824b0376f_0_10891"/>
          <p:cNvSpPr/>
          <p:nvPr>
            <p:ph idx="14" type="pic"/>
          </p:nvPr>
        </p:nvSpPr>
        <p:spPr>
          <a:xfrm>
            <a:off x="671590" y="5237413"/>
            <a:ext cx="540000" cy="540000"/>
          </a:xfrm>
          <a:prstGeom prst="rect">
            <a:avLst/>
          </a:prstGeom>
          <a:noFill/>
          <a:ln>
            <a:noFill/>
          </a:ln>
        </p:spPr>
      </p:sp>
      <p:sp>
        <p:nvSpPr>
          <p:cNvPr id="1856" name="Google Shape;1856;g3f824b0376f_0_10891"/>
          <p:cNvSpPr txBox="1"/>
          <p:nvPr>
            <p:ph idx="15" type="body"/>
          </p:nvPr>
        </p:nvSpPr>
        <p:spPr>
          <a:xfrm>
            <a:off x="1701543" y="4953000"/>
            <a:ext cx="10223700" cy="311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57" name="Google Shape;1857;g3f824b0376f_0_10891"/>
          <p:cNvSpPr txBox="1"/>
          <p:nvPr>
            <p:ph idx="16" type="body"/>
          </p:nvPr>
        </p:nvSpPr>
        <p:spPr>
          <a:xfrm>
            <a:off x="1701543" y="5302529"/>
            <a:ext cx="10223700" cy="789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2">
    <p:spTree>
      <p:nvGrpSpPr>
        <p:cNvPr id="1858" name="Shape 1858"/>
        <p:cNvGrpSpPr/>
        <p:nvPr/>
      </p:nvGrpSpPr>
      <p:grpSpPr>
        <a:xfrm>
          <a:off x="0" y="0"/>
          <a:ext cx="0" cy="0"/>
          <a:chOff x="0" y="0"/>
          <a:chExt cx="0" cy="0"/>
        </a:xfrm>
      </p:grpSpPr>
      <p:sp>
        <p:nvSpPr>
          <p:cNvPr id="1859" name="Google Shape;1859;g3f824b0376f_0_10913"/>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860" name="Google Shape;1860;g3f824b0376f_0_10913"/>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861" name="Google Shape;1861;g3f824b0376f_0_10913"/>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862" name="Google Shape;1862;g3f824b0376f_0_10913"/>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863" name="Google Shape;1863;g3f824b0376f_0_10913"/>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864" name="Google Shape;1864;g3f824b0376f_0_10913"/>
          <p:cNvSpPr/>
          <p:nvPr/>
        </p:nvSpPr>
        <p:spPr>
          <a:xfrm>
            <a:off x="448124" y="4709191"/>
            <a:ext cx="1980000" cy="1483200"/>
          </a:xfrm>
          <a:prstGeom prst="roundRect">
            <a:avLst>
              <a:gd fmla="val 8334" name="adj"/>
            </a:avLst>
          </a:prstGeom>
          <a:solidFill>
            <a:srgbClr val="F2F2F2"/>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65" name="Google Shape;1865;g3f824b0376f_0_10913"/>
          <p:cNvSpPr/>
          <p:nvPr/>
        </p:nvSpPr>
        <p:spPr>
          <a:xfrm>
            <a:off x="2829403" y="4709191"/>
            <a:ext cx="1980000" cy="1483200"/>
          </a:xfrm>
          <a:prstGeom prst="roundRect">
            <a:avLst>
              <a:gd fmla="val 8334" name="adj"/>
            </a:avLst>
          </a:prstGeom>
          <a:solidFill>
            <a:srgbClr val="F2F2F2"/>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66" name="Google Shape;1866;g3f824b0376f_0_10913"/>
          <p:cNvSpPr/>
          <p:nvPr/>
        </p:nvSpPr>
        <p:spPr>
          <a:xfrm>
            <a:off x="5210682" y="4709191"/>
            <a:ext cx="1980000" cy="1483200"/>
          </a:xfrm>
          <a:prstGeom prst="roundRect">
            <a:avLst>
              <a:gd fmla="val 8334" name="adj"/>
            </a:avLst>
          </a:prstGeom>
          <a:solidFill>
            <a:srgbClr val="F2F2F2"/>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67" name="Google Shape;1867;g3f824b0376f_0_10913"/>
          <p:cNvSpPr/>
          <p:nvPr/>
        </p:nvSpPr>
        <p:spPr>
          <a:xfrm>
            <a:off x="7591961" y="4709191"/>
            <a:ext cx="1980000" cy="1483200"/>
          </a:xfrm>
          <a:prstGeom prst="roundRect">
            <a:avLst>
              <a:gd fmla="val 8334" name="adj"/>
            </a:avLst>
          </a:prstGeom>
          <a:solidFill>
            <a:srgbClr val="F2F2F2"/>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68" name="Google Shape;1868;g3f824b0376f_0_10913"/>
          <p:cNvSpPr/>
          <p:nvPr/>
        </p:nvSpPr>
        <p:spPr>
          <a:xfrm>
            <a:off x="9973241" y="4709191"/>
            <a:ext cx="1980000" cy="1483200"/>
          </a:xfrm>
          <a:prstGeom prst="roundRect">
            <a:avLst>
              <a:gd fmla="val 8334" name="adj"/>
            </a:avLst>
          </a:prstGeom>
          <a:solidFill>
            <a:srgbClr val="F2F2F2"/>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69" name="Google Shape;1869;g3f824b0376f_0_10913"/>
          <p:cNvSpPr/>
          <p:nvPr/>
        </p:nvSpPr>
        <p:spPr>
          <a:xfrm>
            <a:off x="8575417" y="3108525"/>
            <a:ext cx="3060000" cy="972000"/>
          </a:xfrm>
          <a:prstGeom prst="roundRect">
            <a:avLst>
              <a:gd fmla="val 8242" name="adj"/>
            </a:avLst>
          </a:prstGeom>
          <a:solidFill>
            <a:schemeClr val="lt1"/>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70" name="Google Shape;1870;g3f824b0376f_0_10913"/>
          <p:cNvSpPr/>
          <p:nvPr/>
        </p:nvSpPr>
        <p:spPr>
          <a:xfrm rot="5400000">
            <a:off x="2275953" y="5356052"/>
            <a:ext cx="708600" cy="209400"/>
          </a:xfrm>
          <a:prstGeom prst="triangle">
            <a:avLst>
              <a:gd fmla="val 51613" name="adj"/>
            </a:avLst>
          </a:prstGeom>
          <a:solidFill>
            <a:srgbClr val="E2404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71" name="Google Shape;1871;g3f824b0376f_0_10913"/>
          <p:cNvSpPr/>
          <p:nvPr/>
        </p:nvSpPr>
        <p:spPr>
          <a:xfrm rot="5400000">
            <a:off x="4660322" y="5356053"/>
            <a:ext cx="708600" cy="209400"/>
          </a:xfrm>
          <a:prstGeom prst="triangle">
            <a:avLst>
              <a:gd fmla="val 51613" name="adj"/>
            </a:avLst>
          </a:prstGeom>
          <a:solidFill>
            <a:srgbClr val="E2404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72" name="Google Shape;1872;g3f824b0376f_0_10913"/>
          <p:cNvSpPr/>
          <p:nvPr/>
        </p:nvSpPr>
        <p:spPr>
          <a:xfrm rot="5400000">
            <a:off x="7044691" y="5356054"/>
            <a:ext cx="708600" cy="209400"/>
          </a:xfrm>
          <a:prstGeom prst="triangle">
            <a:avLst>
              <a:gd fmla="val 51613" name="adj"/>
            </a:avLst>
          </a:prstGeom>
          <a:solidFill>
            <a:srgbClr val="E2404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73" name="Google Shape;1873;g3f824b0376f_0_10913"/>
          <p:cNvSpPr/>
          <p:nvPr/>
        </p:nvSpPr>
        <p:spPr>
          <a:xfrm rot="5400000">
            <a:off x="9429060" y="5356055"/>
            <a:ext cx="708600" cy="209400"/>
          </a:xfrm>
          <a:prstGeom prst="triangle">
            <a:avLst>
              <a:gd fmla="val 51613" name="adj"/>
            </a:avLst>
          </a:prstGeom>
          <a:solidFill>
            <a:srgbClr val="E2404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74" name="Google Shape;1874;g3f824b0376f_0_10913"/>
          <p:cNvSpPr txBox="1"/>
          <p:nvPr>
            <p:ph idx="2" type="body"/>
          </p:nvPr>
        </p:nvSpPr>
        <p:spPr>
          <a:xfrm>
            <a:off x="371475" y="929441"/>
            <a:ext cx="11544300" cy="11499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75" name="Google Shape;1875;g3f824b0376f_0_10913"/>
          <p:cNvSpPr txBox="1"/>
          <p:nvPr>
            <p:ph idx="3" type="body"/>
          </p:nvPr>
        </p:nvSpPr>
        <p:spPr>
          <a:xfrm>
            <a:off x="371475" y="2159081"/>
            <a:ext cx="11544300" cy="346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76" name="Google Shape;1876;g3f824b0376f_0_10913"/>
          <p:cNvSpPr txBox="1"/>
          <p:nvPr>
            <p:ph idx="4" type="body"/>
          </p:nvPr>
        </p:nvSpPr>
        <p:spPr>
          <a:xfrm>
            <a:off x="371475" y="2590800"/>
            <a:ext cx="11544300" cy="274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1" i="1"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77" name="Google Shape;1877;g3f824b0376f_0_10913"/>
          <p:cNvSpPr txBox="1"/>
          <p:nvPr>
            <p:ph idx="5" type="body"/>
          </p:nvPr>
        </p:nvSpPr>
        <p:spPr>
          <a:xfrm>
            <a:off x="371475" y="4267200"/>
            <a:ext cx="11544300" cy="274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78" name="Google Shape;1878;g3f824b0376f_0_10913"/>
          <p:cNvSpPr/>
          <p:nvPr/>
        </p:nvSpPr>
        <p:spPr>
          <a:xfrm>
            <a:off x="728862" y="3108525"/>
            <a:ext cx="3060000" cy="972000"/>
          </a:xfrm>
          <a:prstGeom prst="roundRect">
            <a:avLst>
              <a:gd fmla="val 6996" name="adj"/>
            </a:avLst>
          </a:prstGeom>
          <a:solidFill>
            <a:schemeClr val="lt1"/>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79" name="Google Shape;1879;g3f824b0376f_0_10913"/>
          <p:cNvSpPr/>
          <p:nvPr/>
        </p:nvSpPr>
        <p:spPr>
          <a:xfrm>
            <a:off x="4652139" y="3108525"/>
            <a:ext cx="3060000" cy="972000"/>
          </a:xfrm>
          <a:prstGeom prst="roundRect">
            <a:avLst>
              <a:gd fmla="val 8242" name="adj"/>
            </a:avLst>
          </a:prstGeom>
          <a:solidFill>
            <a:schemeClr val="lt1"/>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1880" name="Google Shape;1880;g3f824b0376f_0_10913"/>
          <p:cNvCxnSpPr/>
          <p:nvPr/>
        </p:nvCxnSpPr>
        <p:spPr>
          <a:xfrm>
            <a:off x="3795601" y="3594525"/>
            <a:ext cx="820200" cy="0"/>
          </a:xfrm>
          <a:prstGeom prst="straightConnector1">
            <a:avLst/>
          </a:prstGeom>
          <a:noFill/>
          <a:ln cap="flat" cmpd="sng" w="12700">
            <a:solidFill>
              <a:srgbClr val="E24048"/>
            </a:solidFill>
            <a:prstDash val="solid"/>
            <a:miter lim="8000"/>
            <a:headEnd len="sm" w="sm" type="none"/>
            <a:tailEnd len="med" w="med" type="stealth"/>
          </a:ln>
        </p:spPr>
      </p:cxnSp>
      <p:cxnSp>
        <p:nvCxnSpPr>
          <p:cNvPr id="1881" name="Google Shape;1881;g3f824b0376f_0_10913"/>
          <p:cNvCxnSpPr/>
          <p:nvPr/>
        </p:nvCxnSpPr>
        <p:spPr>
          <a:xfrm>
            <a:off x="7732923" y="3594525"/>
            <a:ext cx="820200" cy="0"/>
          </a:xfrm>
          <a:prstGeom prst="straightConnector1">
            <a:avLst/>
          </a:prstGeom>
          <a:noFill/>
          <a:ln cap="flat" cmpd="sng" w="12700">
            <a:solidFill>
              <a:srgbClr val="E24048"/>
            </a:solidFill>
            <a:prstDash val="solid"/>
            <a:miter lim="8000"/>
            <a:headEnd len="sm" w="sm" type="none"/>
            <a:tailEnd len="med" w="med" type="stealth"/>
          </a:ln>
        </p:spPr>
      </p:cxnSp>
      <p:sp>
        <p:nvSpPr>
          <p:cNvPr id="1882" name="Google Shape;1882;g3f824b0376f_0_10913"/>
          <p:cNvSpPr/>
          <p:nvPr>
            <p:ph idx="6" type="pic"/>
          </p:nvPr>
        </p:nvSpPr>
        <p:spPr>
          <a:xfrm>
            <a:off x="906624" y="3241066"/>
            <a:ext cx="720000" cy="720000"/>
          </a:xfrm>
          <a:prstGeom prst="rect">
            <a:avLst/>
          </a:prstGeom>
          <a:noFill/>
          <a:ln>
            <a:noFill/>
          </a:ln>
        </p:spPr>
      </p:sp>
      <p:sp>
        <p:nvSpPr>
          <p:cNvPr id="1883" name="Google Shape;1883;g3f824b0376f_0_10913"/>
          <p:cNvSpPr txBox="1"/>
          <p:nvPr>
            <p:ph idx="7" type="body"/>
          </p:nvPr>
        </p:nvSpPr>
        <p:spPr>
          <a:xfrm>
            <a:off x="1737069" y="3193065"/>
            <a:ext cx="19824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84" name="Google Shape;1884;g3f824b0376f_0_10913"/>
          <p:cNvSpPr txBox="1"/>
          <p:nvPr>
            <p:ph idx="8" type="body"/>
          </p:nvPr>
        </p:nvSpPr>
        <p:spPr>
          <a:xfrm>
            <a:off x="1737069" y="3530237"/>
            <a:ext cx="1982400" cy="473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85" name="Google Shape;1885;g3f824b0376f_0_10913"/>
          <p:cNvSpPr/>
          <p:nvPr>
            <p:ph idx="9" type="pic"/>
          </p:nvPr>
        </p:nvSpPr>
        <p:spPr>
          <a:xfrm>
            <a:off x="4773828" y="3241066"/>
            <a:ext cx="720000" cy="720000"/>
          </a:xfrm>
          <a:prstGeom prst="rect">
            <a:avLst/>
          </a:prstGeom>
          <a:noFill/>
          <a:ln>
            <a:noFill/>
          </a:ln>
        </p:spPr>
      </p:sp>
      <p:sp>
        <p:nvSpPr>
          <p:cNvPr id="1886" name="Google Shape;1886;g3f824b0376f_0_10913"/>
          <p:cNvSpPr txBox="1"/>
          <p:nvPr>
            <p:ph idx="13" type="body"/>
          </p:nvPr>
        </p:nvSpPr>
        <p:spPr>
          <a:xfrm>
            <a:off x="5604273" y="3193065"/>
            <a:ext cx="19824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87" name="Google Shape;1887;g3f824b0376f_0_10913"/>
          <p:cNvSpPr txBox="1"/>
          <p:nvPr>
            <p:ph idx="14" type="body"/>
          </p:nvPr>
        </p:nvSpPr>
        <p:spPr>
          <a:xfrm>
            <a:off x="5604273" y="3530237"/>
            <a:ext cx="1982400" cy="473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88" name="Google Shape;1888;g3f824b0376f_0_10913"/>
          <p:cNvSpPr/>
          <p:nvPr>
            <p:ph idx="15" type="pic"/>
          </p:nvPr>
        </p:nvSpPr>
        <p:spPr>
          <a:xfrm>
            <a:off x="8713572" y="3241066"/>
            <a:ext cx="720000" cy="720000"/>
          </a:xfrm>
          <a:prstGeom prst="rect">
            <a:avLst/>
          </a:prstGeom>
          <a:noFill/>
          <a:ln>
            <a:noFill/>
          </a:ln>
        </p:spPr>
      </p:sp>
      <p:sp>
        <p:nvSpPr>
          <p:cNvPr id="1889" name="Google Shape;1889;g3f824b0376f_0_10913"/>
          <p:cNvSpPr txBox="1"/>
          <p:nvPr>
            <p:ph idx="16" type="body"/>
          </p:nvPr>
        </p:nvSpPr>
        <p:spPr>
          <a:xfrm>
            <a:off x="9544017" y="3193065"/>
            <a:ext cx="19824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0" name="Google Shape;1890;g3f824b0376f_0_10913"/>
          <p:cNvSpPr txBox="1"/>
          <p:nvPr>
            <p:ph idx="17" type="body"/>
          </p:nvPr>
        </p:nvSpPr>
        <p:spPr>
          <a:xfrm>
            <a:off x="9544017" y="3530237"/>
            <a:ext cx="1982400" cy="473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1" name="Google Shape;1891;g3f824b0376f_0_10913"/>
          <p:cNvSpPr/>
          <p:nvPr>
            <p:ph idx="18" type="pic"/>
          </p:nvPr>
        </p:nvSpPr>
        <p:spPr>
          <a:xfrm>
            <a:off x="1078124" y="4800600"/>
            <a:ext cx="720000" cy="720000"/>
          </a:xfrm>
          <a:prstGeom prst="rect">
            <a:avLst/>
          </a:prstGeom>
          <a:noFill/>
          <a:ln>
            <a:noFill/>
          </a:ln>
        </p:spPr>
      </p:sp>
      <p:sp>
        <p:nvSpPr>
          <p:cNvPr id="1892" name="Google Shape;1892;g3f824b0376f_0_10913"/>
          <p:cNvSpPr txBox="1"/>
          <p:nvPr>
            <p:ph idx="19" type="body"/>
          </p:nvPr>
        </p:nvSpPr>
        <p:spPr>
          <a:xfrm>
            <a:off x="539278" y="5638800"/>
            <a:ext cx="1800000" cy="473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3" name="Google Shape;1893;g3f824b0376f_0_10913"/>
          <p:cNvSpPr/>
          <p:nvPr>
            <p:ph idx="20" type="pic"/>
          </p:nvPr>
        </p:nvSpPr>
        <p:spPr>
          <a:xfrm>
            <a:off x="3441357" y="4800600"/>
            <a:ext cx="720000" cy="720000"/>
          </a:xfrm>
          <a:prstGeom prst="rect">
            <a:avLst/>
          </a:prstGeom>
          <a:noFill/>
          <a:ln>
            <a:noFill/>
          </a:ln>
        </p:spPr>
      </p:sp>
      <p:sp>
        <p:nvSpPr>
          <p:cNvPr id="1894" name="Google Shape;1894;g3f824b0376f_0_10913"/>
          <p:cNvSpPr txBox="1"/>
          <p:nvPr>
            <p:ph idx="21" type="body"/>
          </p:nvPr>
        </p:nvSpPr>
        <p:spPr>
          <a:xfrm>
            <a:off x="2919403" y="5638800"/>
            <a:ext cx="1800000" cy="473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5" name="Google Shape;1895;g3f824b0376f_0_10913"/>
          <p:cNvSpPr/>
          <p:nvPr>
            <p:ph idx="22" type="pic"/>
          </p:nvPr>
        </p:nvSpPr>
        <p:spPr>
          <a:xfrm>
            <a:off x="5840628" y="4800600"/>
            <a:ext cx="720000" cy="720000"/>
          </a:xfrm>
          <a:prstGeom prst="rect">
            <a:avLst/>
          </a:prstGeom>
          <a:noFill/>
          <a:ln>
            <a:noFill/>
          </a:ln>
        </p:spPr>
      </p:sp>
      <p:sp>
        <p:nvSpPr>
          <p:cNvPr id="1896" name="Google Shape;1896;g3f824b0376f_0_10913"/>
          <p:cNvSpPr txBox="1"/>
          <p:nvPr>
            <p:ph idx="23" type="body"/>
          </p:nvPr>
        </p:nvSpPr>
        <p:spPr>
          <a:xfrm>
            <a:off x="5300682" y="5638800"/>
            <a:ext cx="1800000" cy="473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7" name="Google Shape;1897;g3f824b0376f_0_10913"/>
          <p:cNvSpPr/>
          <p:nvPr>
            <p:ph idx="24" type="pic"/>
          </p:nvPr>
        </p:nvSpPr>
        <p:spPr>
          <a:xfrm>
            <a:off x="8215185" y="4800600"/>
            <a:ext cx="720000" cy="720000"/>
          </a:xfrm>
          <a:prstGeom prst="rect">
            <a:avLst/>
          </a:prstGeom>
          <a:noFill/>
          <a:ln>
            <a:noFill/>
          </a:ln>
        </p:spPr>
      </p:sp>
      <p:sp>
        <p:nvSpPr>
          <p:cNvPr id="1898" name="Google Shape;1898;g3f824b0376f_0_10913"/>
          <p:cNvSpPr txBox="1"/>
          <p:nvPr>
            <p:ph idx="25" type="body"/>
          </p:nvPr>
        </p:nvSpPr>
        <p:spPr>
          <a:xfrm>
            <a:off x="7681961" y="5638800"/>
            <a:ext cx="1800000" cy="473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9" name="Google Shape;1899;g3f824b0376f_0_10913"/>
          <p:cNvSpPr/>
          <p:nvPr>
            <p:ph idx="26" type="pic"/>
          </p:nvPr>
        </p:nvSpPr>
        <p:spPr>
          <a:xfrm>
            <a:off x="10591800" y="4800600"/>
            <a:ext cx="720000" cy="720000"/>
          </a:xfrm>
          <a:prstGeom prst="rect">
            <a:avLst/>
          </a:prstGeom>
          <a:noFill/>
          <a:ln>
            <a:noFill/>
          </a:ln>
        </p:spPr>
      </p:sp>
      <p:sp>
        <p:nvSpPr>
          <p:cNvPr id="1900" name="Google Shape;1900;g3f824b0376f_0_10913"/>
          <p:cNvSpPr txBox="1"/>
          <p:nvPr>
            <p:ph idx="27" type="body"/>
          </p:nvPr>
        </p:nvSpPr>
        <p:spPr>
          <a:xfrm>
            <a:off x="10063241" y="5638800"/>
            <a:ext cx="1800000" cy="473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3">
    <p:spTree>
      <p:nvGrpSpPr>
        <p:cNvPr id="1901" name="Shape 1901"/>
        <p:cNvGrpSpPr/>
        <p:nvPr/>
      </p:nvGrpSpPr>
      <p:grpSpPr>
        <a:xfrm>
          <a:off x="0" y="0"/>
          <a:ext cx="0" cy="0"/>
          <a:chOff x="0" y="0"/>
          <a:chExt cx="0" cy="0"/>
        </a:xfrm>
      </p:grpSpPr>
      <p:sp>
        <p:nvSpPr>
          <p:cNvPr id="1902" name="Google Shape;1902;g3f824b0376f_0_10956"/>
          <p:cNvSpPr/>
          <p:nvPr/>
        </p:nvSpPr>
        <p:spPr>
          <a:xfrm rot="2700000">
            <a:off x="790888" y="3467711"/>
            <a:ext cx="914289" cy="914289"/>
          </a:xfrm>
          <a:prstGeom prst="roundRect">
            <a:avLst>
              <a:gd fmla="val 16667" name="adj"/>
            </a:avLst>
          </a:prstGeom>
          <a:solidFill>
            <a:srgbClr val="F2F2F2"/>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03" name="Google Shape;1903;g3f824b0376f_0_10956"/>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904" name="Google Shape;1904;g3f824b0376f_0_10956"/>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905" name="Google Shape;1905;g3f824b0376f_0_10956"/>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906" name="Google Shape;1906;g3f824b0376f_0_10956"/>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907" name="Google Shape;1907;g3f824b0376f_0_10956"/>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908" name="Google Shape;1908;g3f824b0376f_0_10956"/>
          <p:cNvSpPr/>
          <p:nvPr>
            <p:ph idx="2" type="pic"/>
          </p:nvPr>
        </p:nvSpPr>
        <p:spPr>
          <a:xfrm>
            <a:off x="996033" y="3672934"/>
            <a:ext cx="504000" cy="504000"/>
          </a:xfrm>
          <a:prstGeom prst="rect">
            <a:avLst/>
          </a:prstGeom>
          <a:noFill/>
          <a:ln>
            <a:noFill/>
          </a:ln>
        </p:spPr>
      </p:sp>
      <p:sp>
        <p:nvSpPr>
          <p:cNvPr id="1909" name="Google Shape;1909;g3f824b0376f_0_10956"/>
          <p:cNvSpPr txBox="1"/>
          <p:nvPr>
            <p:ph idx="3" type="body"/>
          </p:nvPr>
        </p:nvSpPr>
        <p:spPr>
          <a:xfrm>
            <a:off x="244240" y="5094845"/>
            <a:ext cx="2463900" cy="584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0" name="Google Shape;1910;g3f824b0376f_0_10956"/>
          <p:cNvSpPr txBox="1"/>
          <p:nvPr>
            <p:ph idx="4" type="body"/>
          </p:nvPr>
        </p:nvSpPr>
        <p:spPr>
          <a:xfrm>
            <a:off x="4033381" y="5094845"/>
            <a:ext cx="2463900" cy="584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1" name="Google Shape;1911;g3f824b0376f_0_10956"/>
          <p:cNvSpPr txBox="1"/>
          <p:nvPr>
            <p:ph idx="5" type="body"/>
          </p:nvPr>
        </p:nvSpPr>
        <p:spPr>
          <a:xfrm>
            <a:off x="7822522" y="5094845"/>
            <a:ext cx="2463900" cy="584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2" name="Google Shape;1912;g3f824b0376f_0_10956"/>
          <p:cNvSpPr txBox="1"/>
          <p:nvPr>
            <p:ph idx="6" type="body"/>
          </p:nvPr>
        </p:nvSpPr>
        <p:spPr>
          <a:xfrm>
            <a:off x="2088668" y="1343699"/>
            <a:ext cx="2463900" cy="584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3" name="Google Shape;1913;g3f824b0376f_0_10956"/>
          <p:cNvSpPr txBox="1"/>
          <p:nvPr>
            <p:ph idx="7" type="body"/>
          </p:nvPr>
        </p:nvSpPr>
        <p:spPr>
          <a:xfrm>
            <a:off x="5861556" y="1343699"/>
            <a:ext cx="2463900" cy="584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4" name="Google Shape;1914;g3f824b0376f_0_10956"/>
          <p:cNvSpPr txBox="1"/>
          <p:nvPr>
            <p:ph idx="8" type="body"/>
          </p:nvPr>
        </p:nvSpPr>
        <p:spPr>
          <a:xfrm>
            <a:off x="9634445" y="1343699"/>
            <a:ext cx="2452800" cy="584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5" name="Google Shape;1915;g3f824b0376f_0_10956"/>
          <p:cNvSpPr/>
          <p:nvPr/>
        </p:nvSpPr>
        <p:spPr>
          <a:xfrm rot="2700000">
            <a:off x="2895655" y="2630819"/>
            <a:ext cx="914289" cy="914289"/>
          </a:xfrm>
          <a:prstGeom prst="roundRect">
            <a:avLst>
              <a:gd fmla="val 16667" name="adj"/>
            </a:avLst>
          </a:prstGeom>
          <a:solidFill>
            <a:srgbClr val="F2F2F2"/>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16" name="Google Shape;1916;g3f824b0376f_0_10956"/>
          <p:cNvSpPr/>
          <p:nvPr>
            <p:ph idx="9" type="pic"/>
          </p:nvPr>
        </p:nvSpPr>
        <p:spPr>
          <a:xfrm>
            <a:off x="3100801" y="2836043"/>
            <a:ext cx="504000" cy="504000"/>
          </a:xfrm>
          <a:prstGeom prst="rect">
            <a:avLst/>
          </a:prstGeom>
          <a:noFill/>
          <a:ln>
            <a:noFill/>
          </a:ln>
        </p:spPr>
      </p:sp>
      <p:sp>
        <p:nvSpPr>
          <p:cNvPr id="1917" name="Google Shape;1917;g3f824b0376f_0_10956"/>
          <p:cNvSpPr/>
          <p:nvPr/>
        </p:nvSpPr>
        <p:spPr>
          <a:xfrm rot="2700000">
            <a:off x="4800655" y="3467711"/>
            <a:ext cx="914289" cy="914289"/>
          </a:xfrm>
          <a:prstGeom prst="roundRect">
            <a:avLst>
              <a:gd fmla="val 16667" name="adj"/>
            </a:avLst>
          </a:prstGeom>
          <a:solidFill>
            <a:srgbClr val="F2F2F2"/>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18" name="Google Shape;1918;g3f824b0376f_0_10956"/>
          <p:cNvSpPr/>
          <p:nvPr>
            <p:ph idx="13" type="pic"/>
          </p:nvPr>
        </p:nvSpPr>
        <p:spPr>
          <a:xfrm>
            <a:off x="5005801" y="3672935"/>
            <a:ext cx="504000" cy="504000"/>
          </a:xfrm>
          <a:prstGeom prst="rect">
            <a:avLst/>
          </a:prstGeom>
          <a:noFill/>
          <a:ln>
            <a:noFill/>
          </a:ln>
        </p:spPr>
      </p:sp>
      <p:sp>
        <p:nvSpPr>
          <p:cNvPr id="1919" name="Google Shape;1919;g3f824b0376f_0_10956"/>
          <p:cNvSpPr/>
          <p:nvPr/>
        </p:nvSpPr>
        <p:spPr>
          <a:xfrm rot="2700000">
            <a:off x="6687574" y="2630819"/>
            <a:ext cx="914289" cy="914289"/>
          </a:xfrm>
          <a:prstGeom prst="roundRect">
            <a:avLst>
              <a:gd fmla="val 16667" name="adj"/>
            </a:avLst>
          </a:prstGeom>
          <a:solidFill>
            <a:srgbClr val="F2F2F2"/>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20" name="Google Shape;1920;g3f824b0376f_0_10956"/>
          <p:cNvSpPr/>
          <p:nvPr>
            <p:ph idx="14" type="pic"/>
          </p:nvPr>
        </p:nvSpPr>
        <p:spPr>
          <a:xfrm>
            <a:off x="6892720" y="2836043"/>
            <a:ext cx="504000" cy="504000"/>
          </a:xfrm>
          <a:prstGeom prst="rect">
            <a:avLst/>
          </a:prstGeom>
          <a:noFill/>
          <a:ln>
            <a:noFill/>
          </a:ln>
        </p:spPr>
      </p:sp>
      <p:sp>
        <p:nvSpPr>
          <p:cNvPr id="1921" name="Google Shape;1921;g3f824b0376f_0_10956"/>
          <p:cNvSpPr/>
          <p:nvPr/>
        </p:nvSpPr>
        <p:spPr>
          <a:xfrm rot="2700000">
            <a:off x="10347757" y="2630819"/>
            <a:ext cx="914289" cy="914289"/>
          </a:xfrm>
          <a:prstGeom prst="roundRect">
            <a:avLst>
              <a:gd fmla="val 16667" name="adj"/>
            </a:avLst>
          </a:prstGeom>
          <a:solidFill>
            <a:srgbClr val="F2F2F2"/>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22" name="Google Shape;1922;g3f824b0376f_0_10956"/>
          <p:cNvSpPr/>
          <p:nvPr>
            <p:ph idx="15" type="pic"/>
          </p:nvPr>
        </p:nvSpPr>
        <p:spPr>
          <a:xfrm>
            <a:off x="10552903" y="2836043"/>
            <a:ext cx="504000" cy="504000"/>
          </a:xfrm>
          <a:prstGeom prst="rect">
            <a:avLst/>
          </a:prstGeom>
          <a:noFill/>
          <a:ln>
            <a:noFill/>
          </a:ln>
        </p:spPr>
      </p:sp>
      <p:sp>
        <p:nvSpPr>
          <p:cNvPr id="1923" name="Google Shape;1923;g3f824b0376f_0_10956"/>
          <p:cNvSpPr/>
          <p:nvPr/>
        </p:nvSpPr>
        <p:spPr>
          <a:xfrm rot="2700000">
            <a:off x="8382055" y="3467711"/>
            <a:ext cx="914289" cy="914289"/>
          </a:xfrm>
          <a:prstGeom prst="roundRect">
            <a:avLst>
              <a:gd fmla="val 16667" name="adj"/>
            </a:avLst>
          </a:prstGeom>
          <a:solidFill>
            <a:srgbClr val="F2F2F2"/>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24" name="Google Shape;1924;g3f824b0376f_0_10956"/>
          <p:cNvSpPr/>
          <p:nvPr>
            <p:ph idx="16" type="pic"/>
          </p:nvPr>
        </p:nvSpPr>
        <p:spPr>
          <a:xfrm>
            <a:off x="8587201" y="3672935"/>
            <a:ext cx="504000" cy="504000"/>
          </a:xfrm>
          <a:prstGeom prst="rect">
            <a:avLst/>
          </a:prstGeom>
          <a:noFill/>
          <a:ln>
            <a:noFill/>
          </a:ln>
        </p:spPr>
      </p:sp>
      <p:cxnSp>
        <p:nvCxnSpPr>
          <p:cNvPr id="1925" name="Google Shape;1925;g3f824b0376f_0_10956"/>
          <p:cNvCxnSpPr/>
          <p:nvPr/>
        </p:nvCxnSpPr>
        <p:spPr>
          <a:xfrm rot="10800000">
            <a:off x="1247359" y="4521615"/>
            <a:ext cx="0" cy="495900"/>
          </a:xfrm>
          <a:prstGeom prst="straightConnector1">
            <a:avLst/>
          </a:prstGeom>
          <a:noFill/>
          <a:ln cap="flat" cmpd="sng" w="12700">
            <a:solidFill>
              <a:srgbClr val="AEABAB"/>
            </a:solidFill>
            <a:prstDash val="solid"/>
            <a:miter lim="8000"/>
            <a:headEnd len="med" w="med" type="oval"/>
            <a:tailEnd len="sm" w="sm" type="none"/>
          </a:ln>
        </p:spPr>
      </p:cxnSp>
      <p:cxnSp>
        <p:nvCxnSpPr>
          <p:cNvPr id="1926" name="Google Shape;1926;g3f824b0376f_0_10956"/>
          <p:cNvCxnSpPr/>
          <p:nvPr/>
        </p:nvCxnSpPr>
        <p:spPr>
          <a:xfrm rot="10800000">
            <a:off x="3346555" y="1980004"/>
            <a:ext cx="0" cy="495900"/>
          </a:xfrm>
          <a:prstGeom prst="straightConnector1">
            <a:avLst/>
          </a:prstGeom>
          <a:noFill/>
          <a:ln cap="flat" cmpd="sng" w="12700">
            <a:solidFill>
              <a:srgbClr val="AEABAB"/>
            </a:solidFill>
            <a:prstDash val="solid"/>
            <a:miter lim="8000"/>
            <a:headEnd len="sm" w="sm" type="none"/>
            <a:tailEnd len="med" w="med" type="oval"/>
          </a:ln>
        </p:spPr>
      </p:cxnSp>
      <p:cxnSp>
        <p:nvCxnSpPr>
          <p:cNvPr id="1927" name="Google Shape;1927;g3f824b0376f_0_10956"/>
          <p:cNvCxnSpPr/>
          <p:nvPr/>
        </p:nvCxnSpPr>
        <p:spPr>
          <a:xfrm rot="10800000">
            <a:off x="7140315" y="1980004"/>
            <a:ext cx="0" cy="495900"/>
          </a:xfrm>
          <a:prstGeom prst="straightConnector1">
            <a:avLst/>
          </a:prstGeom>
          <a:noFill/>
          <a:ln cap="flat" cmpd="sng" w="12700">
            <a:solidFill>
              <a:srgbClr val="AEABAB"/>
            </a:solidFill>
            <a:prstDash val="solid"/>
            <a:miter lim="8000"/>
            <a:headEnd len="sm" w="sm" type="none"/>
            <a:tailEnd len="med" w="med" type="oval"/>
          </a:ln>
        </p:spPr>
      </p:cxnSp>
      <p:cxnSp>
        <p:nvCxnSpPr>
          <p:cNvPr id="1928" name="Google Shape;1928;g3f824b0376f_0_10956"/>
          <p:cNvCxnSpPr/>
          <p:nvPr/>
        </p:nvCxnSpPr>
        <p:spPr>
          <a:xfrm rot="10800000">
            <a:off x="10804160" y="1980004"/>
            <a:ext cx="0" cy="495900"/>
          </a:xfrm>
          <a:prstGeom prst="straightConnector1">
            <a:avLst/>
          </a:prstGeom>
          <a:noFill/>
          <a:ln cap="flat" cmpd="sng" w="12700">
            <a:solidFill>
              <a:srgbClr val="AEABAB"/>
            </a:solidFill>
            <a:prstDash val="solid"/>
            <a:miter lim="8000"/>
            <a:headEnd len="sm" w="sm" type="none"/>
            <a:tailEnd len="med" w="med" type="oval"/>
          </a:ln>
        </p:spPr>
      </p:cxnSp>
      <p:cxnSp>
        <p:nvCxnSpPr>
          <p:cNvPr id="1929" name="Google Shape;1929;g3f824b0376f_0_10956"/>
          <p:cNvCxnSpPr/>
          <p:nvPr/>
        </p:nvCxnSpPr>
        <p:spPr>
          <a:xfrm rot="10800000">
            <a:off x="5257800" y="4521615"/>
            <a:ext cx="0" cy="495900"/>
          </a:xfrm>
          <a:prstGeom prst="straightConnector1">
            <a:avLst/>
          </a:prstGeom>
          <a:noFill/>
          <a:ln cap="flat" cmpd="sng" w="12700">
            <a:solidFill>
              <a:srgbClr val="AEABAB"/>
            </a:solidFill>
            <a:prstDash val="solid"/>
            <a:miter lim="8000"/>
            <a:headEnd len="med" w="med" type="oval"/>
            <a:tailEnd len="sm" w="sm" type="none"/>
          </a:ln>
        </p:spPr>
      </p:cxnSp>
      <p:cxnSp>
        <p:nvCxnSpPr>
          <p:cNvPr id="1930" name="Google Shape;1930;g3f824b0376f_0_10956"/>
          <p:cNvCxnSpPr/>
          <p:nvPr/>
        </p:nvCxnSpPr>
        <p:spPr>
          <a:xfrm rot="10800000">
            <a:off x="8839200" y="4521615"/>
            <a:ext cx="0" cy="495900"/>
          </a:xfrm>
          <a:prstGeom prst="straightConnector1">
            <a:avLst/>
          </a:prstGeom>
          <a:noFill/>
          <a:ln cap="flat" cmpd="sng" w="12700">
            <a:solidFill>
              <a:srgbClr val="AEABAB"/>
            </a:solidFill>
            <a:prstDash val="solid"/>
            <a:miter lim="8000"/>
            <a:headEnd len="med" w="med" type="oval"/>
            <a:tailEnd len="sm" w="sm" type="none"/>
          </a:ln>
        </p:spPr>
      </p:cxn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4">
    <p:spTree>
      <p:nvGrpSpPr>
        <p:cNvPr id="1931" name="Shape 1931"/>
        <p:cNvGrpSpPr/>
        <p:nvPr/>
      </p:nvGrpSpPr>
      <p:grpSpPr>
        <a:xfrm>
          <a:off x="0" y="0"/>
          <a:ext cx="0" cy="0"/>
          <a:chOff x="0" y="0"/>
          <a:chExt cx="0" cy="0"/>
        </a:xfrm>
      </p:grpSpPr>
      <p:sp>
        <p:nvSpPr>
          <p:cNvPr id="1932" name="Google Shape;1932;g3f824b0376f_0_10986"/>
          <p:cNvSpPr/>
          <p:nvPr/>
        </p:nvSpPr>
        <p:spPr>
          <a:xfrm>
            <a:off x="797830" y="2935063"/>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33" name="Google Shape;1933;g3f824b0376f_0_10986"/>
          <p:cNvSpPr/>
          <p:nvPr/>
        </p:nvSpPr>
        <p:spPr>
          <a:xfrm>
            <a:off x="3200400" y="2935063"/>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34" name="Google Shape;1934;g3f824b0376f_0_10986"/>
          <p:cNvSpPr/>
          <p:nvPr/>
        </p:nvSpPr>
        <p:spPr>
          <a:xfrm>
            <a:off x="5562600" y="2935063"/>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35" name="Google Shape;1935;g3f824b0376f_0_10986"/>
          <p:cNvSpPr/>
          <p:nvPr/>
        </p:nvSpPr>
        <p:spPr>
          <a:xfrm>
            <a:off x="7924800" y="2935063"/>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36" name="Google Shape;1936;g3f824b0376f_0_10986"/>
          <p:cNvSpPr/>
          <p:nvPr/>
        </p:nvSpPr>
        <p:spPr>
          <a:xfrm>
            <a:off x="10287000" y="2935063"/>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37" name="Google Shape;1937;g3f824b0376f_0_10986"/>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938" name="Google Shape;1938;g3f824b0376f_0_10986"/>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939" name="Google Shape;1939;g3f824b0376f_0_10986"/>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940" name="Google Shape;1940;g3f824b0376f_0_10986"/>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941" name="Google Shape;1941;g3f824b0376f_0_10986"/>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942" name="Google Shape;1942;g3f824b0376f_0_10986"/>
          <p:cNvSpPr/>
          <p:nvPr>
            <p:ph idx="2" type="pic"/>
          </p:nvPr>
        </p:nvSpPr>
        <p:spPr>
          <a:xfrm>
            <a:off x="1067830" y="3205063"/>
            <a:ext cx="540000" cy="540000"/>
          </a:xfrm>
          <a:prstGeom prst="rect">
            <a:avLst/>
          </a:prstGeom>
          <a:noFill/>
          <a:ln>
            <a:noFill/>
          </a:ln>
        </p:spPr>
      </p:sp>
      <p:sp>
        <p:nvSpPr>
          <p:cNvPr id="1943" name="Google Shape;1943;g3f824b0376f_0_10986"/>
          <p:cNvSpPr txBox="1"/>
          <p:nvPr>
            <p:ph idx="3" type="body"/>
          </p:nvPr>
        </p:nvSpPr>
        <p:spPr>
          <a:xfrm>
            <a:off x="280252" y="1555624"/>
            <a:ext cx="2123100" cy="3198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44" name="Google Shape;1944;g3f824b0376f_0_10986"/>
          <p:cNvSpPr txBox="1"/>
          <p:nvPr>
            <p:ph idx="4" type="body"/>
          </p:nvPr>
        </p:nvSpPr>
        <p:spPr>
          <a:xfrm>
            <a:off x="280252" y="1869407"/>
            <a:ext cx="2123100" cy="599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45" name="Google Shape;1945;g3f824b0376f_0_10986"/>
          <p:cNvSpPr/>
          <p:nvPr>
            <p:ph idx="5" type="pic"/>
          </p:nvPr>
        </p:nvSpPr>
        <p:spPr>
          <a:xfrm>
            <a:off x="3470400" y="3205063"/>
            <a:ext cx="540000" cy="540000"/>
          </a:xfrm>
          <a:prstGeom prst="rect">
            <a:avLst/>
          </a:prstGeom>
          <a:noFill/>
          <a:ln>
            <a:noFill/>
          </a:ln>
        </p:spPr>
      </p:sp>
      <p:sp>
        <p:nvSpPr>
          <p:cNvPr id="1946" name="Google Shape;1946;g3f824b0376f_0_10986"/>
          <p:cNvSpPr txBox="1"/>
          <p:nvPr>
            <p:ph idx="6" type="body"/>
          </p:nvPr>
        </p:nvSpPr>
        <p:spPr>
          <a:xfrm>
            <a:off x="2675879" y="4436726"/>
            <a:ext cx="2123100" cy="3198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47" name="Google Shape;1947;g3f824b0376f_0_10986"/>
          <p:cNvSpPr txBox="1"/>
          <p:nvPr>
            <p:ph idx="7" type="body"/>
          </p:nvPr>
        </p:nvSpPr>
        <p:spPr>
          <a:xfrm>
            <a:off x="2675879" y="4750509"/>
            <a:ext cx="2123100" cy="599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48" name="Google Shape;1948;g3f824b0376f_0_10986"/>
          <p:cNvSpPr/>
          <p:nvPr>
            <p:ph idx="8" type="pic"/>
          </p:nvPr>
        </p:nvSpPr>
        <p:spPr>
          <a:xfrm>
            <a:off x="5832600" y="3205063"/>
            <a:ext cx="540000" cy="540000"/>
          </a:xfrm>
          <a:prstGeom prst="rect">
            <a:avLst/>
          </a:prstGeom>
          <a:noFill/>
          <a:ln>
            <a:noFill/>
          </a:ln>
        </p:spPr>
      </p:sp>
      <p:sp>
        <p:nvSpPr>
          <p:cNvPr id="1949" name="Google Shape;1949;g3f824b0376f_0_10986"/>
          <p:cNvSpPr txBox="1"/>
          <p:nvPr>
            <p:ph idx="9" type="body"/>
          </p:nvPr>
        </p:nvSpPr>
        <p:spPr>
          <a:xfrm>
            <a:off x="5016504" y="1555624"/>
            <a:ext cx="2123100" cy="3198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50" name="Google Shape;1950;g3f824b0376f_0_10986"/>
          <p:cNvSpPr txBox="1"/>
          <p:nvPr>
            <p:ph idx="13" type="body"/>
          </p:nvPr>
        </p:nvSpPr>
        <p:spPr>
          <a:xfrm>
            <a:off x="5016504" y="1869407"/>
            <a:ext cx="2123100" cy="599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51" name="Google Shape;1951;g3f824b0376f_0_10986"/>
          <p:cNvSpPr/>
          <p:nvPr>
            <p:ph idx="14" type="pic"/>
          </p:nvPr>
        </p:nvSpPr>
        <p:spPr>
          <a:xfrm>
            <a:off x="8194800" y="3205063"/>
            <a:ext cx="540000" cy="540000"/>
          </a:xfrm>
          <a:prstGeom prst="rect">
            <a:avLst/>
          </a:prstGeom>
          <a:noFill/>
          <a:ln>
            <a:noFill/>
          </a:ln>
        </p:spPr>
      </p:sp>
      <p:sp>
        <p:nvSpPr>
          <p:cNvPr id="1952" name="Google Shape;1952;g3f824b0376f_0_10986"/>
          <p:cNvSpPr txBox="1"/>
          <p:nvPr>
            <p:ph idx="15" type="body"/>
          </p:nvPr>
        </p:nvSpPr>
        <p:spPr>
          <a:xfrm>
            <a:off x="7454938" y="4436726"/>
            <a:ext cx="2123100" cy="3198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53" name="Google Shape;1953;g3f824b0376f_0_10986"/>
          <p:cNvSpPr txBox="1"/>
          <p:nvPr>
            <p:ph idx="16" type="body"/>
          </p:nvPr>
        </p:nvSpPr>
        <p:spPr>
          <a:xfrm>
            <a:off x="7454938" y="4750509"/>
            <a:ext cx="2123100" cy="599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grpSp>
        <p:nvGrpSpPr>
          <p:cNvPr id="1954" name="Google Shape;1954;g3f824b0376f_0_10986"/>
          <p:cNvGrpSpPr/>
          <p:nvPr/>
        </p:nvGrpSpPr>
        <p:grpSpPr>
          <a:xfrm>
            <a:off x="2220480" y="3253332"/>
            <a:ext cx="616858" cy="429000"/>
            <a:chOff x="2500074" y="3510843"/>
            <a:chExt cx="616858" cy="429000"/>
          </a:xfrm>
        </p:grpSpPr>
        <p:sp>
          <p:nvSpPr>
            <p:cNvPr id="1955" name="Google Shape;1955;g3f824b0376f_0_10986"/>
            <p:cNvSpPr/>
            <p:nvPr/>
          </p:nvSpPr>
          <p:spPr>
            <a:xfrm>
              <a:off x="2500074" y="3510843"/>
              <a:ext cx="333300" cy="42900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56" name="Google Shape;1956;g3f824b0376f_0_10986"/>
            <p:cNvSpPr/>
            <p:nvPr/>
          </p:nvSpPr>
          <p:spPr>
            <a:xfrm>
              <a:off x="2783632" y="3510843"/>
              <a:ext cx="333300" cy="42900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57" name="Google Shape;1957;g3f824b0376f_0_10986"/>
          <p:cNvGrpSpPr/>
          <p:nvPr/>
        </p:nvGrpSpPr>
        <p:grpSpPr>
          <a:xfrm>
            <a:off x="4594951" y="3253332"/>
            <a:ext cx="616858" cy="429000"/>
            <a:chOff x="2500074" y="3510843"/>
            <a:chExt cx="616858" cy="429000"/>
          </a:xfrm>
        </p:grpSpPr>
        <p:sp>
          <p:nvSpPr>
            <p:cNvPr id="1958" name="Google Shape;1958;g3f824b0376f_0_10986"/>
            <p:cNvSpPr/>
            <p:nvPr/>
          </p:nvSpPr>
          <p:spPr>
            <a:xfrm>
              <a:off x="2500074" y="3510843"/>
              <a:ext cx="333300" cy="42900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59" name="Google Shape;1959;g3f824b0376f_0_10986"/>
            <p:cNvSpPr/>
            <p:nvPr/>
          </p:nvSpPr>
          <p:spPr>
            <a:xfrm>
              <a:off x="2783632" y="3510843"/>
              <a:ext cx="333300" cy="42900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60" name="Google Shape;1960;g3f824b0376f_0_10986"/>
          <p:cNvGrpSpPr/>
          <p:nvPr/>
        </p:nvGrpSpPr>
        <p:grpSpPr>
          <a:xfrm>
            <a:off x="6969422" y="3253332"/>
            <a:ext cx="616858" cy="429000"/>
            <a:chOff x="2500074" y="3510843"/>
            <a:chExt cx="616858" cy="429000"/>
          </a:xfrm>
        </p:grpSpPr>
        <p:sp>
          <p:nvSpPr>
            <p:cNvPr id="1961" name="Google Shape;1961;g3f824b0376f_0_10986"/>
            <p:cNvSpPr/>
            <p:nvPr/>
          </p:nvSpPr>
          <p:spPr>
            <a:xfrm>
              <a:off x="2500074" y="3510843"/>
              <a:ext cx="333300" cy="42900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62" name="Google Shape;1962;g3f824b0376f_0_10986"/>
            <p:cNvSpPr/>
            <p:nvPr/>
          </p:nvSpPr>
          <p:spPr>
            <a:xfrm>
              <a:off x="2783632" y="3510843"/>
              <a:ext cx="333300" cy="42900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63" name="Google Shape;1963;g3f824b0376f_0_10986"/>
          <p:cNvSpPr/>
          <p:nvPr>
            <p:ph idx="17" type="pic"/>
          </p:nvPr>
        </p:nvSpPr>
        <p:spPr>
          <a:xfrm>
            <a:off x="10557000" y="3205063"/>
            <a:ext cx="540000" cy="540000"/>
          </a:xfrm>
          <a:prstGeom prst="rect">
            <a:avLst/>
          </a:prstGeom>
          <a:noFill/>
          <a:ln>
            <a:noFill/>
          </a:ln>
        </p:spPr>
      </p:sp>
      <p:sp>
        <p:nvSpPr>
          <p:cNvPr id="1964" name="Google Shape;1964;g3f824b0376f_0_10986"/>
          <p:cNvSpPr txBox="1"/>
          <p:nvPr>
            <p:ph idx="18" type="body"/>
          </p:nvPr>
        </p:nvSpPr>
        <p:spPr>
          <a:xfrm>
            <a:off x="9804644" y="1555624"/>
            <a:ext cx="2123100" cy="3198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65" name="Google Shape;1965;g3f824b0376f_0_10986"/>
          <p:cNvSpPr txBox="1"/>
          <p:nvPr>
            <p:ph idx="19" type="body"/>
          </p:nvPr>
        </p:nvSpPr>
        <p:spPr>
          <a:xfrm>
            <a:off x="9804644" y="1869407"/>
            <a:ext cx="2123100" cy="599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grpSp>
        <p:nvGrpSpPr>
          <p:cNvPr id="1966" name="Google Shape;1966;g3f824b0376f_0_10986"/>
          <p:cNvGrpSpPr/>
          <p:nvPr/>
        </p:nvGrpSpPr>
        <p:grpSpPr>
          <a:xfrm>
            <a:off x="9343893" y="3253332"/>
            <a:ext cx="616858" cy="429000"/>
            <a:chOff x="2500074" y="3510843"/>
            <a:chExt cx="616858" cy="429000"/>
          </a:xfrm>
        </p:grpSpPr>
        <p:sp>
          <p:nvSpPr>
            <p:cNvPr id="1967" name="Google Shape;1967;g3f824b0376f_0_10986"/>
            <p:cNvSpPr/>
            <p:nvPr/>
          </p:nvSpPr>
          <p:spPr>
            <a:xfrm>
              <a:off x="2500074" y="3510843"/>
              <a:ext cx="333300" cy="42900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68" name="Google Shape;1968;g3f824b0376f_0_10986"/>
            <p:cNvSpPr/>
            <p:nvPr/>
          </p:nvSpPr>
          <p:spPr>
            <a:xfrm>
              <a:off x="2783632" y="3510843"/>
              <a:ext cx="333300" cy="42900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1969" name="Google Shape;1969;g3f824b0376f_0_10986"/>
          <p:cNvCxnSpPr/>
          <p:nvPr/>
        </p:nvCxnSpPr>
        <p:spPr>
          <a:xfrm rot="10800000">
            <a:off x="3765833" y="4055987"/>
            <a:ext cx="0" cy="307800"/>
          </a:xfrm>
          <a:prstGeom prst="straightConnector1">
            <a:avLst/>
          </a:prstGeom>
          <a:noFill/>
          <a:ln cap="flat" cmpd="sng" w="12700">
            <a:solidFill>
              <a:srgbClr val="AEABAB"/>
            </a:solidFill>
            <a:prstDash val="solid"/>
            <a:miter lim="8000"/>
            <a:headEnd len="med" w="med" type="oval"/>
            <a:tailEnd len="sm" w="sm" type="none"/>
          </a:ln>
        </p:spPr>
      </p:cxnSp>
      <p:cxnSp>
        <p:nvCxnSpPr>
          <p:cNvPr id="1970" name="Google Shape;1970;g3f824b0376f_0_10986"/>
          <p:cNvCxnSpPr/>
          <p:nvPr/>
        </p:nvCxnSpPr>
        <p:spPr>
          <a:xfrm rot="10800000">
            <a:off x="8458200" y="4055987"/>
            <a:ext cx="0" cy="307800"/>
          </a:xfrm>
          <a:prstGeom prst="straightConnector1">
            <a:avLst/>
          </a:prstGeom>
          <a:noFill/>
          <a:ln cap="flat" cmpd="sng" w="12700">
            <a:solidFill>
              <a:srgbClr val="AEABAB"/>
            </a:solidFill>
            <a:prstDash val="solid"/>
            <a:miter lim="8000"/>
            <a:headEnd len="med" w="med" type="oval"/>
            <a:tailEnd len="sm" w="sm" type="none"/>
          </a:ln>
        </p:spPr>
      </p:cxnSp>
      <p:cxnSp>
        <p:nvCxnSpPr>
          <p:cNvPr id="1971" name="Google Shape;1971;g3f824b0376f_0_10986"/>
          <p:cNvCxnSpPr/>
          <p:nvPr/>
        </p:nvCxnSpPr>
        <p:spPr>
          <a:xfrm>
            <a:off x="1323888" y="2592094"/>
            <a:ext cx="0" cy="307800"/>
          </a:xfrm>
          <a:prstGeom prst="straightConnector1">
            <a:avLst/>
          </a:prstGeom>
          <a:noFill/>
          <a:ln cap="flat" cmpd="sng" w="12700">
            <a:solidFill>
              <a:srgbClr val="AEABAB"/>
            </a:solidFill>
            <a:prstDash val="solid"/>
            <a:miter lim="8000"/>
            <a:headEnd len="med" w="med" type="oval"/>
            <a:tailEnd len="sm" w="sm" type="none"/>
          </a:ln>
        </p:spPr>
      </p:cxnSp>
      <p:cxnSp>
        <p:nvCxnSpPr>
          <p:cNvPr id="1972" name="Google Shape;1972;g3f824b0376f_0_10986"/>
          <p:cNvCxnSpPr/>
          <p:nvPr/>
        </p:nvCxnSpPr>
        <p:spPr>
          <a:xfrm>
            <a:off x="6096000" y="2592094"/>
            <a:ext cx="0" cy="307800"/>
          </a:xfrm>
          <a:prstGeom prst="straightConnector1">
            <a:avLst/>
          </a:prstGeom>
          <a:noFill/>
          <a:ln cap="flat" cmpd="sng" w="12700">
            <a:solidFill>
              <a:srgbClr val="AEABAB"/>
            </a:solidFill>
            <a:prstDash val="solid"/>
            <a:miter lim="8000"/>
            <a:headEnd len="med" w="med" type="oval"/>
            <a:tailEnd len="sm" w="sm" type="none"/>
          </a:ln>
        </p:spPr>
      </p:cxnSp>
      <p:cxnSp>
        <p:nvCxnSpPr>
          <p:cNvPr id="1973" name="Google Shape;1973;g3f824b0376f_0_10986"/>
          <p:cNvCxnSpPr/>
          <p:nvPr/>
        </p:nvCxnSpPr>
        <p:spPr>
          <a:xfrm>
            <a:off x="10843437" y="2592094"/>
            <a:ext cx="0" cy="307800"/>
          </a:xfrm>
          <a:prstGeom prst="straightConnector1">
            <a:avLst/>
          </a:prstGeom>
          <a:noFill/>
          <a:ln cap="flat" cmpd="sng" w="12700">
            <a:solidFill>
              <a:srgbClr val="AEABAB"/>
            </a:solidFill>
            <a:prstDash val="solid"/>
            <a:miter lim="8000"/>
            <a:headEnd len="med" w="med" type="oval"/>
            <a:tailEnd len="sm" w="sm" type="none"/>
          </a:ln>
        </p:spPr>
      </p:cxn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5">
    <p:spTree>
      <p:nvGrpSpPr>
        <p:cNvPr id="1974" name="Shape 1974"/>
        <p:cNvGrpSpPr/>
        <p:nvPr/>
      </p:nvGrpSpPr>
      <p:grpSpPr>
        <a:xfrm>
          <a:off x="0" y="0"/>
          <a:ext cx="0" cy="0"/>
          <a:chOff x="0" y="0"/>
          <a:chExt cx="0" cy="0"/>
        </a:xfrm>
      </p:grpSpPr>
      <p:sp>
        <p:nvSpPr>
          <p:cNvPr id="1975" name="Google Shape;1975;g3f824b0376f_0_11029"/>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1976" name="Google Shape;1976;g3f824b0376f_0_11029"/>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1977" name="Google Shape;1977;g3f824b0376f_0_11029"/>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1978" name="Google Shape;1978;g3f824b0376f_0_11029"/>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979" name="Google Shape;1979;g3f824b0376f_0_11029"/>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1980" name="Google Shape;1980;g3f824b0376f_0_11029"/>
          <p:cNvSpPr/>
          <p:nvPr/>
        </p:nvSpPr>
        <p:spPr>
          <a:xfrm>
            <a:off x="4514349" y="1853044"/>
            <a:ext cx="3111300" cy="3111300"/>
          </a:xfrm>
          <a:prstGeom prst="ellipse">
            <a:avLst/>
          </a:prstGeom>
          <a:solidFill>
            <a:srgbClr val="1E3D7D"/>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981" name="Google Shape;1981;g3f824b0376f_0_11029"/>
          <p:cNvSpPr txBox="1"/>
          <p:nvPr>
            <p:ph idx="2" type="body"/>
          </p:nvPr>
        </p:nvSpPr>
        <p:spPr>
          <a:xfrm>
            <a:off x="4889509" y="3463677"/>
            <a:ext cx="2383200" cy="7755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lt1"/>
              </a:buClr>
              <a:buSzPts val="1800"/>
              <a:buFont typeface="Arial"/>
              <a:buNone/>
              <a:defRPr b="1" i="0" sz="1800" u="none" cap="none" strike="noStrike">
                <a:solidFill>
                  <a:schemeClr val="lt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82" name="Google Shape;1982;g3f824b0376f_0_11029"/>
          <p:cNvSpPr/>
          <p:nvPr>
            <p:ph idx="3" type="pic"/>
          </p:nvPr>
        </p:nvSpPr>
        <p:spPr>
          <a:xfrm>
            <a:off x="750949" y="1316248"/>
            <a:ext cx="720000" cy="720000"/>
          </a:xfrm>
          <a:prstGeom prst="rect">
            <a:avLst/>
          </a:prstGeom>
          <a:noFill/>
          <a:ln>
            <a:noFill/>
          </a:ln>
        </p:spPr>
      </p:sp>
      <p:sp>
        <p:nvSpPr>
          <p:cNvPr id="1983" name="Google Shape;1983;g3f824b0376f_0_11029"/>
          <p:cNvSpPr txBox="1"/>
          <p:nvPr>
            <p:ph idx="4" type="body"/>
          </p:nvPr>
        </p:nvSpPr>
        <p:spPr>
          <a:xfrm>
            <a:off x="1717270" y="865212"/>
            <a:ext cx="24639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84" name="Google Shape;1984;g3f824b0376f_0_11029"/>
          <p:cNvSpPr txBox="1"/>
          <p:nvPr>
            <p:ph idx="5" type="body"/>
          </p:nvPr>
        </p:nvSpPr>
        <p:spPr>
          <a:xfrm>
            <a:off x="1717270" y="1252487"/>
            <a:ext cx="24639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85" name="Google Shape;1985;g3f824b0376f_0_11029"/>
          <p:cNvSpPr/>
          <p:nvPr>
            <p:ph idx="6" type="pic"/>
          </p:nvPr>
        </p:nvSpPr>
        <p:spPr>
          <a:xfrm>
            <a:off x="422705" y="3214568"/>
            <a:ext cx="720000" cy="720000"/>
          </a:xfrm>
          <a:prstGeom prst="rect">
            <a:avLst/>
          </a:prstGeom>
          <a:noFill/>
          <a:ln>
            <a:noFill/>
          </a:ln>
        </p:spPr>
      </p:sp>
      <p:sp>
        <p:nvSpPr>
          <p:cNvPr id="1986" name="Google Shape;1986;g3f824b0376f_0_11029"/>
          <p:cNvSpPr txBox="1"/>
          <p:nvPr>
            <p:ph idx="7" type="body"/>
          </p:nvPr>
        </p:nvSpPr>
        <p:spPr>
          <a:xfrm>
            <a:off x="1389026" y="2763532"/>
            <a:ext cx="24639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87" name="Google Shape;1987;g3f824b0376f_0_11029"/>
          <p:cNvSpPr txBox="1"/>
          <p:nvPr>
            <p:ph idx="8" type="body"/>
          </p:nvPr>
        </p:nvSpPr>
        <p:spPr>
          <a:xfrm>
            <a:off x="1389026" y="3150807"/>
            <a:ext cx="24639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88" name="Google Shape;1988;g3f824b0376f_0_11029"/>
          <p:cNvSpPr/>
          <p:nvPr>
            <p:ph idx="9" type="pic"/>
          </p:nvPr>
        </p:nvSpPr>
        <p:spPr>
          <a:xfrm>
            <a:off x="750949" y="5086776"/>
            <a:ext cx="720000" cy="720000"/>
          </a:xfrm>
          <a:prstGeom prst="rect">
            <a:avLst/>
          </a:prstGeom>
          <a:noFill/>
          <a:ln>
            <a:noFill/>
          </a:ln>
        </p:spPr>
      </p:sp>
      <p:sp>
        <p:nvSpPr>
          <p:cNvPr id="1989" name="Google Shape;1989;g3f824b0376f_0_11029"/>
          <p:cNvSpPr txBox="1"/>
          <p:nvPr>
            <p:ph idx="13" type="body"/>
          </p:nvPr>
        </p:nvSpPr>
        <p:spPr>
          <a:xfrm>
            <a:off x="1717270" y="4635740"/>
            <a:ext cx="24639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90" name="Google Shape;1990;g3f824b0376f_0_11029"/>
          <p:cNvSpPr txBox="1"/>
          <p:nvPr>
            <p:ph idx="14" type="body"/>
          </p:nvPr>
        </p:nvSpPr>
        <p:spPr>
          <a:xfrm>
            <a:off x="1717270" y="5023015"/>
            <a:ext cx="24639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91" name="Google Shape;1991;g3f824b0376f_0_11029"/>
          <p:cNvSpPr/>
          <p:nvPr>
            <p:ph idx="15" type="pic"/>
          </p:nvPr>
        </p:nvSpPr>
        <p:spPr>
          <a:xfrm>
            <a:off x="8081439" y="1316248"/>
            <a:ext cx="720000" cy="720000"/>
          </a:xfrm>
          <a:prstGeom prst="rect">
            <a:avLst/>
          </a:prstGeom>
          <a:noFill/>
          <a:ln>
            <a:noFill/>
          </a:ln>
        </p:spPr>
      </p:sp>
      <p:sp>
        <p:nvSpPr>
          <p:cNvPr id="1992" name="Google Shape;1992;g3f824b0376f_0_11029"/>
          <p:cNvSpPr txBox="1"/>
          <p:nvPr>
            <p:ph idx="16" type="body"/>
          </p:nvPr>
        </p:nvSpPr>
        <p:spPr>
          <a:xfrm>
            <a:off x="9047760" y="865212"/>
            <a:ext cx="24639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93" name="Google Shape;1993;g3f824b0376f_0_11029"/>
          <p:cNvSpPr txBox="1"/>
          <p:nvPr>
            <p:ph idx="17" type="body"/>
          </p:nvPr>
        </p:nvSpPr>
        <p:spPr>
          <a:xfrm>
            <a:off x="9047760" y="1252487"/>
            <a:ext cx="24639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94" name="Google Shape;1994;g3f824b0376f_0_11029"/>
          <p:cNvSpPr/>
          <p:nvPr>
            <p:ph idx="18" type="pic"/>
          </p:nvPr>
        </p:nvSpPr>
        <p:spPr>
          <a:xfrm>
            <a:off x="8456575" y="3214568"/>
            <a:ext cx="720000" cy="720000"/>
          </a:xfrm>
          <a:prstGeom prst="rect">
            <a:avLst/>
          </a:prstGeom>
          <a:noFill/>
          <a:ln>
            <a:noFill/>
          </a:ln>
        </p:spPr>
      </p:sp>
      <p:sp>
        <p:nvSpPr>
          <p:cNvPr id="1995" name="Google Shape;1995;g3f824b0376f_0_11029"/>
          <p:cNvSpPr txBox="1"/>
          <p:nvPr>
            <p:ph idx="19" type="body"/>
          </p:nvPr>
        </p:nvSpPr>
        <p:spPr>
          <a:xfrm>
            <a:off x="9422896" y="2763532"/>
            <a:ext cx="24639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96" name="Google Shape;1996;g3f824b0376f_0_11029"/>
          <p:cNvSpPr txBox="1"/>
          <p:nvPr>
            <p:ph idx="20" type="body"/>
          </p:nvPr>
        </p:nvSpPr>
        <p:spPr>
          <a:xfrm>
            <a:off x="9422896" y="3150807"/>
            <a:ext cx="24639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97" name="Google Shape;1997;g3f824b0376f_0_11029"/>
          <p:cNvSpPr/>
          <p:nvPr>
            <p:ph idx="21" type="pic"/>
          </p:nvPr>
        </p:nvSpPr>
        <p:spPr>
          <a:xfrm>
            <a:off x="8081439" y="5086776"/>
            <a:ext cx="720000" cy="720000"/>
          </a:xfrm>
          <a:prstGeom prst="rect">
            <a:avLst/>
          </a:prstGeom>
          <a:noFill/>
          <a:ln>
            <a:noFill/>
          </a:ln>
        </p:spPr>
      </p:sp>
      <p:sp>
        <p:nvSpPr>
          <p:cNvPr id="1998" name="Google Shape;1998;g3f824b0376f_0_11029"/>
          <p:cNvSpPr txBox="1"/>
          <p:nvPr>
            <p:ph idx="22" type="body"/>
          </p:nvPr>
        </p:nvSpPr>
        <p:spPr>
          <a:xfrm>
            <a:off x="9047760" y="4635740"/>
            <a:ext cx="24639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99" name="Google Shape;1999;g3f824b0376f_0_11029"/>
          <p:cNvSpPr txBox="1"/>
          <p:nvPr>
            <p:ph idx="23" type="body"/>
          </p:nvPr>
        </p:nvSpPr>
        <p:spPr>
          <a:xfrm>
            <a:off x="9047760" y="5023015"/>
            <a:ext cx="24639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2000" name="Google Shape;2000;g3f824b0376f_0_11029"/>
          <p:cNvCxnSpPr/>
          <p:nvPr/>
        </p:nvCxnSpPr>
        <p:spPr>
          <a:xfrm rot="5400000">
            <a:off x="4189106" y="4698955"/>
            <a:ext cx="791700" cy="650400"/>
          </a:xfrm>
          <a:prstGeom prst="bentConnector3">
            <a:avLst>
              <a:gd fmla="val 100699" name="adj1"/>
            </a:avLst>
          </a:prstGeom>
          <a:noFill/>
          <a:ln cap="flat" cmpd="sng" w="12700">
            <a:solidFill>
              <a:srgbClr val="AEABAB"/>
            </a:solidFill>
            <a:prstDash val="solid"/>
            <a:miter lim="8000"/>
            <a:headEnd len="sm" w="sm" type="none"/>
            <a:tailEnd len="med" w="med" type="oval"/>
          </a:ln>
        </p:spPr>
      </p:cxnSp>
      <p:cxnSp>
        <p:nvCxnSpPr>
          <p:cNvPr id="2001" name="Google Shape;2001;g3f824b0376f_0_11029"/>
          <p:cNvCxnSpPr/>
          <p:nvPr/>
        </p:nvCxnSpPr>
        <p:spPr>
          <a:xfrm flipH="1" rot="-5400000">
            <a:off x="7155205" y="4698955"/>
            <a:ext cx="791700" cy="650400"/>
          </a:xfrm>
          <a:prstGeom prst="bentConnector3">
            <a:avLst>
              <a:gd fmla="val 100699" name="adj1"/>
            </a:avLst>
          </a:prstGeom>
          <a:noFill/>
          <a:ln cap="flat" cmpd="sng" w="12700">
            <a:solidFill>
              <a:srgbClr val="AEABAB"/>
            </a:solidFill>
            <a:prstDash val="solid"/>
            <a:miter lim="8000"/>
            <a:headEnd len="sm" w="sm" type="none"/>
            <a:tailEnd len="med" w="med" type="oval"/>
          </a:ln>
        </p:spPr>
      </p:cxnSp>
      <p:cxnSp>
        <p:nvCxnSpPr>
          <p:cNvPr id="2002" name="Google Shape;2002;g3f824b0376f_0_11029"/>
          <p:cNvCxnSpPr/>
          <p:nvPr/>
        </p:nvCxnSpPr>
        <p:spPr>
          <a:xfrm flipH="1" rot="5400000">
            <a:off x="4189106" y="1498440"/>
            <a:ext cx="791700" cy="650400"/>
          </a:xfrm>
          <a:prstGeom prst="bentConnector3">
            <a:avLst>
              <a:gd fmla="val 100699" name="adj1"/>
            </a:avLst>
          </a:prstGeom>
          <a:noFill/>
          <a:ln cap="flat" cmpd="sng" w="12700">
            <a:solidFill>
              <a:srgbClr val="AEABAB"/>
            </a:solidFill>
            <a:prstDash val="solid"/>
            <a:miter lim="8000"/>
            <a:headEnd len="sm" w="sm" type="none"/>
            <a:tailEnd len="med" w="med" type="oval"/>
          </a:ln>
        </p:spPr>
      </p:cxnSp>
      <p:cxnSp>
        <p:nvCxnSpPr>
          <p:cNvPr id="2003" name="Google Shape;2003;g3f824b0376f_0_11029"/>
          <p:cNvCxnSpPr/>
          <p:nvPr/>
        </p:nvCxnSpPr>
        <p:spPr>
          <a:xfrm rot="-5400000">
            <a:off x="7155205" y="1498440"/>
            <a:ext cx="791700" cy="650400"/>
          </a:xfrm>
          <a:prstGeom prst="bentConnector3">
            <a:avLst>
              <a:gd fmla="val 100699" name="adj1"/>
            </a:avLst>
          </a:prstGeom>
          <a:noFill/>
          <a:ln cap="flat" cmpd="sng" w="12700">
            <a:solidFill>
              <a:srgbClr val="AEABAB"/>
            </a:solidFill>
            <a:prstDash val="solid"/>
            <a:miter lim="8000"/>
            <a:headEnd len="sm" w="sm" type="none"/>
            <a:tailEnd len="med" w="med" type="oval"/>
          </a:ln>
        </p:spPr>
      </p:cxnSp>
      <p:cxnSp>
        <p:nvCxnSpPr>
          <p:cNvPr id="2004" name="Google Shape;2004;g3f824b0376f_0_11029"/>
          <p:cNvCxnSpPr/>
          <p:nvPr/>
        </p:nvCxnSpPr>
        <p:spPr>
          <a:xfrm rot="10800000">
            <a:off x="7945390" y="3306999"/>
            <a:ext cx="0" cy="495900"/>
          </a:xfrm>
          <a:prstGeom prst="straightConnector1">
            <a:avLst/>
          </a:prstGeom>
          <a:noFill/>
          <a:ln cap="flat" cmpd="sng" w="12700">
            <a:solidFill>
              <a:srgbClr val="AEABAB"/>
            </a:solidFill>
            <a:prstDash val="solid"/>
            <a:miter lim="8000"/>
            <a:headEnd len="sm" w="sm" type="none"/>
            <a:tailEnd len="med" w="med" type="oval"/>
          </a:ln>
        </p:spPr>
      </p:cxnSp>
      <p:cxnSp>
        <p:nvCxnSpPr>
          <p:cNvPr id="2005" name="Google Shape;2005;g3f824b0376f_0_11029"/>
          <p:cNvCxnSpPr/>
          <p:nvPr/>
        </p:nvCxnSpPr>
        <p:spPr>
          <a:xfrm>
            <a:off x="4220883" y="3306953"/>
            <a:ext cx="0" cy="495900"/>
          </a:xfrm>
          <a:prstGeom prst="straightConnector1">
            <a:avLst/>
          </a:prstGeom>
          <a:noFill/>
          <a:ln cap="flat" cmpd="sng" w="12700">
            <a:solidFill>
              <a:srgbClr val="AEABAB"/>
            </a:solidFill>
            <a:prstDash val="solid"/>
            <a:miter lim="8000"/>
            <a:headEnd len="sm" w="sm" type="none"/>
            <a:tailEnd len="med" w="med" type="oval"/>
          </a:ln>
        </p:spPr>
      </p:cxnSp>
      <p:sp>
        <p:nvSpPr>
          <p:cNvPr id="2006" name="Google Shape;2006;g3f824b0376f_0_11029"/>
          <p:cNvSpPr/>
          <p:nvPr>
            <p:ph idx="24" type="pic"/>
          </p:nvPr>
        </p:nvSpPr>
        <p:spPr>
          <a:xfrm>
            <a:off x="5620050" y="2425700"/>
            <a:ext cx="900000" cy="900000"/>
          </a:xfrm>
          <a:prstGeom prst="rect">
            <a:avLst/>
          </a:prstGeom>
          <a:noFill/>
          <a:ln>
            <a:noFill/>
          </a:ln>
        </p:spPr>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6">
    <p:spTree>
      <p:nvGrpSpPr>
        <p:cNvPr id="2007" name="Shape 2007"/>
        <p:cNvGrpSpPr/>
        <p:nvPr/>
      </p:nvGrpSpPr>
      <p:grpSpPr>
        <a:xfrm>
          <a:off x="0" y="0"/>
          <a:ext cx="0" cy="0"/>
          <a:chOff x="0" y="0"/>
          <a:chExt cx="0" cy="0"/>
        </a:xfrm>
      </p:grpSpPr>
      <p:sp>
        <p:nvSpPr>
          <p:cNvPr id="2008" name="Google Shape;2008;g3f824b0376f_0_11062"/>
          <p:cNvSpPr/>
          <p:nvPr/>
        </p:nvSpPr>
        <p:spPr>
          <a:xfrm>
            <a:off x="0" y="0"/>
            <a:ext cx="12192000" cy="6858000"/>
          </a:xfrm>
          <a:prstGeom prst="rect">
            <a:avLst/>
          </a:prstGeom>
          <a:solidFill>
            <a:srgbClr val="F7F8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09" name="Google Shape;2009;g3f824b0376f_0_11062"/>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010" name="Google Shape;2010;g3f824b0376f_0_11062"/>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011" name="Google Shape;2011;g3f824b0376f_0_11062"/>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012" name="Google Shape;2012;g3f824b0376f_0_11062"/>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013" name="Google Shape;2013;g3f824b0376f_0_11062"/>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014" name="Google Shape;2014;g3f824b0376f_0_11062"/>
          <p:cNvSpPr/>
          <p:nvPr/>
        </p:nvSpPr>
        <p:spPr>
          <a:xfrm>
            <a:off x="2928966" y="960543"/>
            <a:ext cx="1548000" cy="360000"/>
          </a:xfrm>
          <a:prstGeom prst="roundRect">
            <a:avLst>
              <a:gd fmla="val 8674" name="adj"/>
            </a:avLst>
          </a:prstGeom>
          <a:solidFill>
            <a:srgbClr val="75707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2015" name="Google Shape;2015;g3f824b0376f_0_11062"/>
          <p:cNvSpPr/>
          <p:nvPr/>
        </p:nvSpPr>
        <p:spPr>
          <a:xfrm>
            <a:off x="4621954" y="960543"/>
            <a:ext cx="1548000" cy="360000"/>
          </a:xfrm>
          <a:prstGeom prst="roundRect">
            <a:avLst>
              <a:gd fmla="val 8674" name="adj"/>
            </a:avLst>
          </a:prstGeom>
          <a:solidFill>
            <a:srgbClr val="75707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2016" name="Google Shape;2016;g3f824b0376f_0_11062"/>
          <p:cNvSpPr/>
          <p:nvPr/>
        </p:nvSpPr>
        <p:spPr>
          <a:xfrm>
            <a:off x="6314942" y="960543"/>
            <a:ext cx="1548000" cy="360000"/>
          </a:xfrm>
          <a:prstGeom prst="roundRect">
            <a:avLst>
              <a:gd fmla="val 8674" name="adj"/>
            </a:avLst>
          </a:prstGeom>
          <a:solidFill>
            <a:srgbClr val="75707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2017" name="Google Shape;2017;g3f824b0376f_0_11062"/>
          <p:cNvSpPr/>
          <p:nvPr/>
        </p:nvSpPr>
        <p:spPr>
          <a:xfrm>
            <a:off x="8007930" y="960543"/>
            <a:ext cx="1548000" cy="360000"/>
          </a:xfrm>
          <a:prstGeom prst="roundRect">
            <a:avLst>
              <a:gd fmla="val 8674" name="adj"/>
            </a:avLst>
          </a:prstGeom>
          <a:solidFill>
            <a:srgbClr val="75707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2018" name="Google Shape;2018;g3f824b0376f_0_11062"/>
          <p:cNvSpPr/>
          <p:nvPr/>
        </p:nvSpPr>
        <p:spPr>
          <a:xfrm>
            <a:off x="9700918" y="960543"/>
            <a:ext cx="1548000" cy="369900"/>
          </a:xfrm>
          <a:prstGeom prst="roundRect">
            <a:avLst>
              <a:gd fmla="val 8674" name="adj"/>
            </a:avLst>
          </a:prstGeom>
          <a:solidFill>
            <a:srgbClr val="75707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2019" name="Google Shape;2019;g3f824b0376f_0_11062"/>
          <p:cNvSpPr/>
          <p:nvPr/>
        </p:nvSpPr>
        <p:spPr>
          <a:xfrm>
            <a:off x="815849" y="1432490"/>
            <a:ext cx="1803600" cy="1080000"/>
          </a:xfrm>
          <a:prstGeom prst="roundRect">
            <a:avLst>
              <a:gd fmla="val 8674" name="adj"/>
            </a:avLst>
          </a:prstGeom>
          <a:solidFill>
            <a:srgbClr val="9CC2E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2020" name="Google Shape;2020;g3f824b0376f_0_11062"/>
          <p:cNvSpPr/>
          <p:nvPr/>
        </p:nvSpPr>
        <p:spPr>
          <a:xfrm>
            <a:off x="815849" y="2622085"/>
            <a:ext cx="1803600" cy="1080000"/>
          </a:xfrm>
          <a:prstGeom prst="roundRect">
            <a:avLst>
              <a:gd fmla="val 3730" name="adj"/>
            </a:avLst>
          </a:prstGeom>
          <a:solidFill>
            <a:srgbClr val="B3C6E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2021" name="Google Shape;2021;g3f824b0376f_0_11062"/>
          <p:cNvSpPr/>
          <p:nvPr/>
        </p:nvSpPr>
        <p:spPr>
          <a:xfrm>
            <a:off x="815849" y="3811680"/>
            <a:ext cx="1803600" cy="1080000"/>
          </a:xfrm>
          <a:prstGeom prst="roundRect">
            <a:avLst>
              <a:gd fmla="val 4500" name="adj"/>
            </a:avLst>
          </a:prstGeom>
          <a:solidFill>
            <a:srgbClr val="6E8CC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022" name="Google Shape;2022;g3f824b0376f_0_11062"/>
          <p:cNvSpPr/>
          <p:nvPr/>
        </p:nvSpPr>
        <p:spPr>
          <a:xfrm>
            <a:off x="815849" y="5001275"/>
            <a:ext cx="1803600" cy="1080000"/>
          </a:xfrm>
          <a:prstGeom prst="roundRect">
            <a:avLst>
              <a:gd fmla="val 5440" name="adj"/>
            </a:avLst>
          </a:prstGeom>
          <a:solidFill>
            <a:srgbClr val="1A427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cxnSp>
        <p:nvCxnSpPr>
          <p:cNvPr id="2023" name="Google Shape;2023;g3f824b0376f_0_11062"/>
          <p:cNvCxnSpPr/>
          <p:nvPr/>
        </p:nvCxnSpPr>
        <p:spPr>
          <a:xfrm>
            <a:off x="2688316" y="2550344"/>
            <a:ext cx="8561100" cy="0"/>
          </a:xfrm>
          <a:prstGeom prst="straightConnector1">
            <a:avLst/>
          </a:prstGeom>
          <a:noFill/>
          <a:ln cap="flat" cmpd="sng" w="12700">
            <a:solidFill>
              <a:srgbClr val="D8D8D8"/>
            </a:solidFill>
            <a:prstDash val="solid"/>
            <a:miter lim="8000"/>
            <a:headEnd len="sm" w="sm" type="none"/>
            <a:tailEnd len="sm" w="sm" type="none"/>
          </a:ln>
        </p:spPr>
      </p:cxnSp>
      <p:cxnSp>
        <p:nvCxnSpPr>
          <p:cNvPr id="2024" name="Google Shape;2024;g3f824b0376f_0_11062"/>
          <p:cNvCxnSpPr/>
          <p:nvPr/>
        </p:nvCxnSpPr>
        <p:spPr>
          <a:xfrm>
            <a:off x="2688316" y="3742607"/>
            <a:ext cx="8561100" cy="0"/>
          </a:xfrm>
          <a:prstGeom prst="straightConnector1">
            <a:avLst/>
          </a:prstGeom>
          <a:noFill/>
          <a:ln cap="flat" cmpd="sng" w="12700">
            <a:solidFill>
              <a:srgbClr val="D8D8D8"/>
            </a:solidFill>
            <a:prstDash val="solid"/>
            <a:miter lim="8000"/>
            <a:headEnd len="sm" w="sm" type="none"/>
            <a:tailEnd len="sm" w="sm" type="none"/>
          </a:ln>
        </p:spPr>
      </p:cxnSp>
      <p:cxnSp>
        <p:nvCxnSpPr>
          <p:cNvPr id="2025" name="Google Shape;2025;g3f824b0376f_0_11062"/>
          <p:cNvCxnSpPr/>
          <p:nvPr/>
        </p:nvCxnSpPr>
        <p:spPr>
          <a:xfrm>
            <a:off x="2688316" y="4934870"/>
            <a:ext cx="8561100" cy="0"/>
          </a:xfrm>
          <a:prstGeom prst="straightConnector1">
            <a:avLst/>
          </a:prstGeom>
          <a:noFill/>
          <a:ln cap="flat" cmpd="sng" w="12700">
            <a:solidFill>
              <a:srgbClr val="D8D8D8"/>
            </a:solidFill>
            <a:prstDash val="solid"/>
            <a:miter lim="8000"/>
            <a:headEnd len="sm" w="sm" type="none"/>
            <a:tailEnd len="sm" w="sm" type="none"/>
          </a:ln>
        </p:spPr>
      </p:cxnSp>
      <p:cxnSp>
        <p:nvCxnSpPr>
          <p:cNvPr id="2026" name="Google Shape;2026;g3f824b0376f_0_11062"/>
          <p:cNvCxnSpPr/>
          <p:nvPr/>
        </p:nvCxnSpPr>
        <p:spPr>
          <a:xfrm>
            <a:off x="2688316" y="6091457"/>
            <a:ext cx="8561100" cy="0"/>
          </a:xfrm>
          <a:prstGeom prst="straightConnector1">
            <a:avLst/>
          </a:prstGeom>
          <a:noFill/>
          <a:ln cap="flat" cmpd="sng" w="12700">
            <a:solidFill>
              <a:srgbClr val="D8D8D8"/>
            </a:solidFill>
            <a:prstDash val="solid"/>
            <a:miter lim="8000"/>
            <a:headEnd len="sm" w="sm" type="none"/>
            <a:tailEnd len="sm" w="sm" type="none"/>
          </a:ln>
        </p:spPr>
      </p:cxnSp>
      <p:cxnSp>
        <p:nvCxnSpPr>
          <p:cNvPr id="2027" name="Google Shape;2027;g3f824b0376f_0_11062"/>
          <p:cNvCxnSpPr/>
          <p:nvPr/>
        </p:nvCxnSpPr>
        <p:spPr>
          <a:xfrm>
            <a:off x="4549460" y="1320543"/>
            <a:ext cx="0" cy="4783500"/>
          </a:xfrm>
          <a:prstGeom prst="straightConnector1">
            <a:avLst/>
          </a:prstGeom>
          <a:noFill/>
          <a:ln cap="flat" cmpd="sng" w="12700">
            <a:solidFill>
              <a:srgbClr val="D8D8D8"/>
            </a:solidFill>
            <a:prstDash val="solid"/>
            <a:miter lim="8000"/>
            <a:headEnd len="sm" w="sm" type="none"/>
            <a:tailEnd len="sm" w="sm" type="none"/>
          </a:ln>
        </p:spPr>
      </p:cxnSp>
      <p:cxnSp>
        <p:nvCxnSpPr>
          <p:cNvPr id="2028" name="Google Shape;2028;g3f824b0376f_0_11062"/>
          <p:cNvCxnSpPr/>
          <p:nvPr/>
        </p:nvCxnSpPr>
        <p:spPr>
          <a:xfrm>
            <a:off x="6242448" y="1320543"/>
            <a:ext cx="0" cy="4783500"/>
          </a:xfrm>
          <a:prstGeom prst="straightConnector1">
            <a:avLst/>
          </a:prstGeom>
          <a:noFill/>
          <a:ln cap="flat" cmpd="sng" w="12700">
            <a:solidFill>
              <a:srgbClr val="D8D8D8"/>
            </a:solidFill>
            <a:prstDash val="solid"/>
            <a:miter lim="8000"/>
            <a:headEnd len="sm" w="sm" type="none"/>
            <a:tailEnd len="sm" w="sm" type="none"/>
          </a:ln>
        </p:spPr>
      </p:cxnSp>
      <p:cxnSp>
        <p:nvCxnSpPr>
          <p:cNvPr id="2029" name="Google Shape;2029;g3f824b0376f_0_11062"/>
          <p:cNvCxnSpPr/>
          <p:nvPr/>
        </p:nvCxnSpPr>
        <p:spPr>
          <a:xfrm>
            <a:off x="7935436" y="1320543"/>
            <a:ext cx="0" cy="4783500"/>
          </a:xfrm>
          <a:prstGeom prst="straightConnector1">
            <a:avLst/>
          </a:prstGeom>
          <a:noFill/>
          <a:ln cap="flat" cmpd="sng" w="12700">
            <a:solidFill>
              <a:srgbClr val="D8D8D8"/>
            </a:solidFill>
            <a:prstDash val="solid"/>
            <a:miter lim="8000"/>
            <a:headEnd len="sm" w="sm" type="none"/>
            <a:tailEnd len="sm" w="sm" type="none"/>
          </a:ln>
        </p:spPr>
      </p:cxnSp>
      <p:cxnSp>
        <p:nvCxnSpPr>
          <p:cNvPr id="2030" name="Google Shape;2030;g3f824b0376f_0_11062"/>
          <p:cNvCxnSpPr/>
          <p:nvPr/>
        </p:nvCxnSpPr>
        <p:spPr>
          <a:xfrm>
            <a:off x="9628424" y="1320543"/>
            <a:ext cx="0" cy="4783500"/>
          </a:xfrm>
          <a:prstGeom prst="straightConnector1">
            <a:avLst/>
          </a:prstGeom>
          <a:noFill/>
          <a:ln cap="flat" cmpd="sng" w="12700">
            <a:solidFill>
              <a:srgbClr val="D8D8D8"/>
            </a:solidFill>
            <a:prstDash val="solid"/>
            <a:miter lim="8000"/>
            <a:headEnd len="sm" w="sm" type="none"/>
            <a:tailEnd len="sm" w="sm" type="none"/>
          </a:ln>
        </p:spPr>
      </p:cxnSp>
      <p:cxnSp>
        <p:nvCxnSpPr>
          <p:cNvPr id="2031" name="Google Shape;2031;g3f824b0376f_0_11062"/>
          <p:cNvCxnSpPr/>
          <p:nvPr/>
        </p:nvCxnSpPr>
        <p:spPr>
          <a:xfrm>
            <a:off x="11248918" y="1320543"/>
            <a:ext cx="0" cy="4783500"/>
          </a:xfrm>
          <a:prstGeom prst="straightConnector1">
            <a:avLst/>
          </a:prstGeom>
          <a:noFill/>
          <a:ln cap="flat" cmpd="sng" w="12700">
            <a:solidFill>
              <a:srgbClr val="323F4F">
                <a:alpha val="49412"/>
              </a:srgbClr>
            </a:solidFill>
            <a:prstDash val="solid"/>
            <a:miter lim="8000"/>
            <a:headEnd len="sm" w="sm" type="none"/>
            <a:tailEnd len="sm" w="sm" type="none"/>
          </a:ln>
        </p:spPr>
      </p:cxnSp>
      <p:sp>
        <p:nvSpPr>
          <p:cNvPr id="2032" name="Google Shape;2032;g3f824b0376f_0_11062"/>
          <p:cNvSpPr txBox="1"/>
          <p:nvPr/>
        </p:nvSpPr>
        <p:spPr>
          <a:xfrm>
            <a:off x="2222419" y="1946270"/>
            <a:ext cx="384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IN" sz="2800" u="none" cap="none" strike="noStrike">
                <a:solidFill>
                  <a:schemeClr val="lt1"/>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2033" name="Google Shape;2033;g3f824b0376f_0_11062"/>
          <p:cNvSpPr txBox="1"/>
          <p:nvPr/>
        </p:nvSpPr>
        <p:spPr>
          <a:xfrm>
            <a:off x="2222419" y="3149289"/>
            <a:ext cx="384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IN" sz="2800" u="none" cap="none" strike="noStrike">
                <a:solidFill>
                  <a:schemeClr val="lt1"/>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
        <p:nvSpPr>
          <p:cNvPr id="2034" name="Google Shape;2034;g3f824b0376f_0_11062"/>
          <p:cNvSpPr txBox="1"/>
          <p:nvPr/>
        </p:nvSpPr>
        <p:spPr>
          <a:xfrm>
            <a:off x="2222419" y="4356766"/>
            <a:ext cx="384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IN" sz="2800" u="none" cap="none" strike="noStrike">
                <a:solidFill>
                  <a:schemeClr val="lt1"/>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sp>
        <p:nvSpPr>
          <p:cNvPr id="2035" name="Google Shape;2035;g3f824b0376f_0_11062"/>
          <p:cNvSpPr txBox="1"/>
          <p:nvPr/>
        </p:nvSpPr>
        <p:spPr>
          <a:xfrm>
            <a:off x="2222419" y="5539661"/>
            <a:ext cx="384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IN" sz="2800" u="none" cap="none" strike="noStrike">
                <a:solidFill>
                  <a:schemeClr val="lt1"/>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p:cSld name="Empty">
    <p:spTree>
      <p:nvGrpSpPr>
        <p:cNvPr id="2036" name="Shape 2036"/>
        <p:cNvGrpSpPr/>
        <p:nvPr/>
      </p:nvGrpSpPr>
      <p:grpSpPr>
        <a:xfrm>
          <a:off x="0" y="0"/>
          <a:ext cx="0" cy="0"/>
          <a:chOff x="0" y="0"/>
          <a:chExt cx="0" cy="0"/>
        </a:xfrm>
      </p:grpSpPr>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g3f824b0376f_66_0)">
    <p:spTree>
      <p:nvGrpSpPr>
        <p:cNvPr id="2037" name="Shape 2037"/>
        <p:cNvGrpSpPr/>
        <p:nvPr/>
      </p:nvGrpSpPr>
      <p:grpSpPr>
        <a:xfrm>
          <a:off x="0" y="0"/>
          <a:ext cx="0" cy="0"/>
          <a:chOff x="0" y="0"/>
          <a:chExt cx="0" cy="0"/>
        </a:xfrm>
      </p:grpSpPr>
      <p:sp>
        <p:nvSpPr>
          <p:cNvPr id="2038" name="Google Shape;2038;g3f824b0376f_0_11092"/>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39" name="Google Shape;2039;g3f824b0376f_0_11092"/>
          <p:cNvSpPr/>
          <p:nvPr>
            <p:ph idx="2" type="pic"/>
          </p:nvPr>
        </p:nvSpPr>
        <p:spPr>
          <a:xfrm>
            <a:off x="8572274" y="897775"/>
            <a:ext cx="3325800" cy="5160600"/>
          </a:xfrm>
          <a:prstGeom prst="rect">
            <a:avLst/>
          </a:prstGeom>
          <a:noFill/>
          <a:ln>
            <a:noFill/>
          </a:ln>
        </p:spPr>
      </p:sp>
      <p:sp>
        <p:nvSpPr>
          <p:cNvPr id="2040" name="Google Shape;2040;g3f824b0376f_0_11092"/>
          <p:cNvSpPr txBox="1"/>
          <p:nvPr>
            <p:ph idx="3" type="body"/>
          </p:nvPr>
        </p:nvSpPr>
        <p:spPr>
          <a:xfrm>
            <a:off x="334963" y="1305402"/>
            <a:ext cx="8037600" cy="2052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41" name="Google Shape;2041;g3f824b0376f_0_11092"/>
          <p:cNvSpPr txBox="1"/>
          <p:nvPr>
            <p:ph idx="4" type="body"/>
          </p:nvPr>
        </p:nvSpPr>
        <p:spPr>
          <a:xfrm>
            <a:off x="334963" y="929443"/>
            <a:ext cx="8037600" cy="342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42" name="Google Shape;2042;g3f824b0376f_0_11092"/>
          <p:cNvSpPr txBox="1"/>
          <p:nvPr>
            <p:ph idx="5" type="body"/>
          </p:nvPr>
        </p:nvSpPr>
        <p:spPr>
          <a:xfrm>
            <a:off x="334963" y="4033559"/>
            <a:ext cx="8037600" cy="2052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43" name="Google Shape;2043;g3f824b0376f_0_11092"/>
          <p:cNvSpPr txBox="1"/>
          <p:nvPr>
            <p:ph idx="6" type="body"/>
          </p:nvPr>
        </p:nvSpPr>
        <p:spPr>
          <a:xfrm>
            <a:off x="334963" y="3657600"/>
            <a:ext cx="8037600" cy="342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Title and Content (g3f824b0376f_38_0)">
    <p:spTree>
      <p:nvGrpSpPr>
        <p:cNvPr id="2044" name="Shape 2044"/>
        <p:cNvGrpSpPr/>
        <p:nvPr/>
      </p:nvGrpSpPr>
      <p:grpSpPr>
        <a:xfrm>
          <a:off x="0" y="0"/>
          <a:ext cx="0" cy="0"/>
          <a:chOff x="0" y="0"/>
          <a:chExt cx="0" cy="0"/>
        </a:xfrm>
      </p:grpSpPr>
      <p:sp>
        <p:nvSpPr>
          <p:cNvPr id="2045" name="Google Shape;2045;g3f824b0376f_0_12466"/>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46" name="Google Shape;2046;g3f824b0376f_0_12466"/>
          <p:cNvSpPr/>
          <p:nvPr>
            <p:ph idx="2" type="pic"/>
          </p:nvPr>
        </p:nvSpPr>
        <p:spPr>
          <a:xfrm>
            <a:off x="8572274" y="897775"/>
            <a:ext cx="3325800" cy="5160600"/>
          </a:xfrm>
          <a:prstGeom prst="rect">
            <a:avLst/>
          </a:prstGeom>
          <a:noFill/>
          <a:ln>
            <a:noFill/>
          </a:ln>
        </p:spPr>
      </p:sp>
      <p:sp>
        <p:nvSpPr>
          <p:cNvPr id="2047" name="Google Shape;2047;g3f824b0376f_0_12466"/>
          <p:cNvSpPr txBox="1"/>
          <p:nvPr>
            <p:ph idx="3" type="body"/>
          </p:nvPr>
        </p:nvSpPr>
        <p:spPr>
          <a:xfrm>
            <a:off x="334963" y="1305402"/>
            <a:ext cx="8037600" cy="2052300"/>
          </a:xfrm>
          <a:prstGeom prst="rect">
            <a:avLst/>
          </a:prstGeom>
          <a:noFill/>
          <a:ln>
            <a:noFill/>
          </a:ln>
        </p:spPr>
        <p:txBody>
          <a:bodyPr anchorCtr="0" anchor="t" bIns="45700" lIns="0" spcFirstLastPara="1" rIns="91425" wrap="square" tIns="45700">
            <a:noAutofit/>
          </a:bodyPr>
          <a:lstStyle>
            <a:lvl1pPr indent="-228600" lvl="0" marL="457200" marR="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48" name="Google Shape;2048;g3f824b0376f_0_12466"/>
          <p:cNvSpPr txBox="1"/>
          <p:nvPr>
            <p:ph idx="4" type="body"/>
          </p:nvPr>
        </p:nvSpPr>
        <p:spPr>
          <a:xfrm>
            <a:off x="334963" y="929443"/>
            <a:ext cx="8037600" cy="342000"/>
          </a:xfrm>
          <a:prstGeom prst="rect">
            <a:avLst/>
          </a:prstGeom>
          <a:noFill/>
          <a:ln>
            <a:noFill/>
          </a:ln>
        </p:spPr>
        <p:txBody>
          <a:bodyPr anchorCtr="0" anchor="t" bIns="45700" lIns="0" spcFirstLastPara="1" rIns="91425" wrap="square" tIns="45700">
            <a:noAutofit/>
          </a:bodyPr>
          <a:lstStyle>
            <a:lvl1pPr indent="-228600" lvl="0" marL="457200" marR="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49" name="Google Shape;2049;g3f824b0376f_0_12466"/>
          <p:cNvSpPr txBox="1"/>
          <p:nvPr>
            <p:ph idx="5" type="body"/>
          </p:nvPr>
        </p:nvSpPr>
        <p:spPr>
          <a:xfrm>
            <a:off x="334963" y="4033559"/>
            <a:ext cx="8037600" cy="2052300"/>
          </a:xfrm>
          <a:prstGeom prst="rect">
            <a:avLst/>
          </a:prstGeom>
          <a:noFill/>
          <a:ln>
            <a:noFill/>
          </a:ln>
        </p:spPr>
        <p:txBody>
          <a:bodyPr anchorCtr="0" anchor="t" bIns="45700" lIns="0" spcFirstLastPara="1" rIns="91425" wrap="square" tIns="45700">
            <a:noAutofit/>
          </a:bodyPr>
          <a:lstStyle>
            <a:lvl1pPr indent="-228600" lvl="0" marL="457200" marR="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50" name="Google Shape;2050;g3f824b0376f_0_12466"/>
          <p:cNvSpPr txBox="1"/>
          <p:nvPr>
            <p:ph idx="6" type="body"/>
          </p:nvPr>
        </p:nvSpPr>
        <p:spPr>
          <a:xfrm>
            <a:off x="334963" y="3657600"/>
            <a:ext cx="8037600" cy="342000"/>
          </a:xfrm>
          <a:prstGeom prst="rect">
            <a:avLst/>
          </a:prstGeom>
          <a:noFill/>
          <a:ln>
            <a:noFill/>
          </a:ln>
        </p:spPr>
        <p:txBody>
          <a:bodyPr anchorCtr="0" anchor="t" bIns="45700" lIns="0" spcFirstLastPara="1" rIns="91425" wrap="square" tIns="45700">
            <a:noAutofit/>
          </a:bodyPr>
          <a:lstStyle>
            <a:lvl1pPr indent="-228600" lvl="0" marL="457200" marR="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4">
    <p:spTree>
      <p:nvGrpSpPr>
        <p:cNvPr id="2052" name="Shape 2052"/>
        <p:cNvGrpSpPr/>
        <p:nvPr/>
      </p:nvGrpSpPr>
      <p:grpSpPr>
        <a:xfrm>
          <a:off x="0" y="0"/>
          <a:ext cx="0" cy="0"/>
          <a:chOff x="0" y="0"/>
          <a:chExt cx="0" cy="0"/>
        </a:xfrm>
      </p:grpSpPr>
      <p:cxnSp>
        <p:nvCxnSpPr>
          <p:cNvPr id="2053" name="Google Shape;2053;g3f824b0376f_0_17958"/>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054" name="Google Shape;2054;g3f824b0376f_0_17958"/>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055" name="Google Shape;2055;g3f824b0376f_0_17958"/>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056" name="Google Shape;2056;g3f824b0376f_0_17958"/>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057" name="Google Shape;2057;g3f824b0376f_0_17958"/>
          <p:cNvSpPr txBox="1"/>
          <p:nvPr>
            <p:ph idx="2" type="body"/>
          </p:nvPr>
        </p:nvSpPr>
        <p:spPr>
          <a:xfrm>
            <a:off x="334963" y="1305402"/>
            <a:ext cx="11679900" cy="4934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58" name="Google Shape;2058;g3f824b0376f_0_17958"/>
          <p:cNvSpPr txBox="1"/>
          <p:nvPr>
            <p:ph idx="3" type="body"/>
          </p:nvPr>
        </p:nvSpPr>
        <p:spPr>
          <a:xfrm>
            <a:off x="334963" y="929442"/>
            <a:ext cx="11679900" cy="3138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p:spTree>
      <p:nvGrpSpPr>
        <p:cNvPr id="2059" name="Shape 2059"/>
        <p:cNvGrpSpPr/>
        <p:nvPr/>
      </p:nvGrpSpPr>
      <p:grpSpPr>
        <a:xfrm>
          <a:off x="0" y="0"/>
          <a:ext cx="0" cy="0"/>
          <a:chOff x="0" y="0"/>
          <a:chExt cx="0" cy="0"/>
        </a:xfrm>
      </p:grpSpPr>
      <p:sp>
        <p:nvSpPr>
          <p:cNvPr id="2060" name="Google Shape;2060;g3f824b0376f_0_17965"/>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061" name="Google Shape;2061;g3f824b0376f_0_17965"/>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062" name="Google Shape;2062;g3f824b0376f_0_17965"/>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063" name="Google Shape;2063;g3f824b0376f_0_17965"/>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064" name="Google Shape;2064;g3f824b0376f_0_17965"/>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Tree>
  </p:cSld>
  <p:clrMapOvr>
    <a:masterClrMapping/>
  </p:clrMapOvr>
  <p:extLst>
    <p:ext uri="{DCECCB84-F9BA-43D5-87BE-67443E8EF086}">
      <p15:sldGuideLst>
        <p15:guide id="1" pos="7512">
          <p15:clr>
            <a:srgbClr val="FBAE40"/>
          </p15:clr>
        </p15:guide>
        <p15:guide id="2" pos="211">
          <p15:clr>
            <a:srgbClr val="FBAE40"/>
          </p15:clr>
        </p15:guide>
        <p15:guide id="3" orient="horz" pos="3952">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5">
    <p:spTree>
      <p:nvGrpSpPr>
        <p:cNvPr id="2065" name="Shape 2065"/>
        <p:cNvGrpSpPr/>
        <p:nvPr/>
      </p:nvGrpSpPr>
      <p:grpSpPr>
        <a:xfrm>
          <a:off x="0" y="0"/>
          <a:ext cx="0" cy="0"/>
          <a:chOff x="0" y="0"/>
          <a:chExt cx="0" cy="0"/>
        </a:xfrm>
      </p:grpSpPr>
      <p:sp>
        <p:nvSpPr>
          <p:cNvPr id="2066" name="Google Shape;2066;g3f824b0376f_0_17971"/>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067" name="Google Shape;2067;g3f824b0376f_0_17971"/>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068" name="Google Shape;2068;g3f824b0376f_0_17971"/>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069" name="Google Shape;2069;g3f824b0376f_0_17971"/>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070" name="Google Shape;2070;g3f824b0376f_0_17971"/>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071" name="Google Shape;2071;g3f824b0376f_0_17971"/>
          <p:cNvSpPr/>
          <p:nvPr>
            <p:ph idx="2" type="pic"/>
          </p:nvPr>
        </p:nvSpPr>
        <p:spPr>
          <a:xfrm>
            <a:off x="8572274" y="897775"/>
            <a:ext cx="3325800" cy="5160600"/>
          </a:xfrm>
          <a:prstGeom prst="rect">
            <a:avLst/>
          </a:prstGeom>
          <a:noFill/>
          <a:ln>
            <a:noFill/>
          </a:ln>
        </p:spPr>
      </p:sp>
      <p:sp>
        <p:nvSpPr>
          <p:cNvPr id="2072" name="Google Shape;2072;g3f824b0376f_0_17971"/>
          <p:cNvSpPr txBox="1"/>
          <p:nvPr>
            <p:ph idx="3" type="body"/>
          </p:nvPr>
        </p:nvSpPr>
        <p:spPr>
          <a:xfrm>
            <a:off x="334963" y="1305402"/>
            <a:ext cx="8037600" cy="2052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73" name="Google Shape;2073;g3f824b0376f_0_17971"/>
          <p:cNvSpPr txBox="1"/>
          <p:nvPr>
            <p:ph idx="4" type="body"/>
          </p:nvPr>
        </p:nvSpPr>
        <p:spPr>
          <a:xfrm>
            <a:off x="334963" y="929443"/>
            <a:ext cx="8037600" cy="342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74" name="Google Shape;2074;g3f824b0376f_0_17971"/>
          <p:cNvSpPr txBox="1"/>
          <p:nvPr>
            <p:ph idx="5" type="body"/>
          </p:nvPr>
        </p:nvSpPr>
        <p:spPr>
          <a:xfrm>
            <a:off x="334963" y="4033559"/>
            <a:ext cx="8037600" cy="2052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75" name="Google Shape;2075;g3f824b0376f_0_17971"/>
          <p:cNvSpPr txBox="1"/>
          <p:nvPr>
            <p:ph idx="6" type="body"/>
          </p:nvPr>
        </p:nvSpPr>
        <p:spPr>
          <a:xfrm>
            <a:off x="334963" y="3657600"/>
            <a:ext cx="8037600" cy="342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
    <p:spTree>
      <p:nvGrpSpPr>
        <p:cNvPr id="2076" name="Shape 2076"/>
        <p:cNvGrpSpPr/>
        <p:nvPr/>
      </p:nvGrpSpPr>
      <p:grpSpPr>
        <a:xfrm>
          <a:off x="0" y="0"/>
          <a:ext cx="0" cy="0"/>
          <a:chOff x="0" y="0"/>
          <a:chExt cx="0" cy="0"/>
        </a:xfrm>
      </p:grpSpPr>
      <p:sp>
        <p:nvSpPr>
          <p:cNvPr id="2077" name="Google Shape;2077;g3f824b0376f_0_17982"/>
          <p:cNvSpPr/>
          <p:nvPr/>
        </p:nvSpPr>
        <p:spPr>
          <a:xfrm>
            <a:off x="5462487" y="859798"/>
            <a:ext cx="2953800" cy="9039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78" name="Google Shape;2078;g3f824b0376f_0_17982"/>
          <p:cNvSpPr/>
          <p:nvPr/>
        </p:nvSpPr>
        <p:spPr>
          <a:xfrm>
            <a:off x="5571329" y="937776"/>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79" name="Google Shape;2079;g3f824b0376f_0_17982"/>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080" name="Google Shape;2080;g3f824b0376f_0_17982"/>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081" name="Google Shape;2081;g3f824b0376f_0_17982"/>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082" name="Google Shape;2082;g3f824b0376f_0_17982"/>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083" name="Google Shape;2083;g3f824b0376f_0_17982"/>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084" name="Google Shape;2084;g3f824b0376f_0_17982"/>
          <p:cNvSpPr/>
          <p:nvPr>
            <p:ph idx="2" type="pic"/>
          </p:nvPr>
        </p:nvSpPr>
        <p:spPr>
          <a:xfrm>
            <a:off x="5630332" y="998749"/>
            <a:ext cx="612000" cy="612000"/>
          </a:xfrm>
          <a:prstGeom prst="rect">
            <a:avLst/>
          </a:prstGeom>
          <a:noFill/>
          <a:ln>
            <a:noFill/>
          </a:ln>
        </p:spPr>
      </p:sp>
      <p:sp>
        <p:nvSpPr>
          <p:cNvPr id="2085" name="Google Shape;2085;g3f824b0376f_0_17982"/>
          <p:cNvSpPr txBox="1"/>
          <p:nvPr>
            <p:ph idx="3" type="body"/>
          </p:nvPr>
        </p:nvSpPr>
        <p:spPr>
          <a:xfrm>
            <a:off x="6373541" y="95804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86" name="Google Shape;2086;g3f824b0376f_0_17982"/>
          <p:cNvSpPr txBox="1"/>
          <p:nvPr>
            <p:ph idx="4" type="body"/>
          </p:nvPr>
        </p:nvSpPr>
        <p:spPr>
          <a:xfrm>
            <a:off x="6373539" y="1337221"/>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87" name="Google Shape;2087;g3f824b0376f_0_17982"/>
          <p:cNvSpPr/>
          <p:nvPr/>
        </p:nvSpPr>
        <p:spPr>
          <a:xfrm>
            <a:off x="5462487" y="2269156"/>
            <a:ext cx="2953800" cy="9039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88" name="Google Shape;2088;g3f824b0376f_0_17982"/>
          <p:cNvSpPr/>
          <p:nvPr/>
        </p:nvSpPr>
        <p:spPr>
          <a:xfrm>
            <a:off x="5571329" y="2347134"/>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89" name="Google Shape;2089;g3f824b0376f_0_17982"/>
          <p:cNvSpPr/>
          <p:nvPr>
            <p:ph idx="5" type="pic"/>
          </p:nvPr>
        </p:nvSpPr>
        <p:spPr>
          <a:xfrm>
            <a:off x="5630332" y="2408107"/>
            <a:ext cx="612000" cy="612000"/>
          </a:xfrm>
          <a:prstGeom prst="rect">
            <a:avLst/>
          </a:prstGeom>
          <a:noFill/>
          <a:ln>
            <a:noFill/>
          </a:ln>
        </p:spPr>
      </p:sp>
      <p:sp>
        <p:nvSpPr>
          <p:cNvPr id="2090" name="Google Shape;2090;g3f824b0376f_0_17982"/>
          <p:cNvSpPr txBox="1"/>
          <p:nvPr>
            <p:ph idx="6" type="body"/>
          </p:nvPr>
        </p:nvSpPr>
        <p:spPr>
          <a:xfrm>
            <a:off x="6373541" y="2367401"/>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91" name="Google Shape;2091;g3f824b0376f_0_17982"/>
          <p:cNvSpPr txBox="1"/>
          <p:nvPr>
            <p:ph idx="7" type="body"/>
          </p:nvPr>
        </p:nvSpPr>
        <p:spPr>
          <a:xfrm>
            <a:off x="6373539" y="2746579"/>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92" name="Google Shape;2092;g3f824b0376f_0_17982"/>
          <p:cNvSpPr/>
          <p:nvPr/>
        </p:nvSpPr>
        <p:spPr>
          <a:xfrm>
            <a:off x="2017663" y="2269156"/>
            <a:ext cx="2953800" cy="9039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93" name="Google Shape;2093;g3f824b0376f_0_17982"/>
          <p:cNvSpPr/>
          <p:nvPr/>
        </p:nvSpPr>
        <p:spPr>
          <a:xfrm>
            <a:off x="2126505" y="2347134"/>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94" name="Google Shape;2094;g3f824b0376f_0_17982"/>
          <p:cNvSpPr/>
          <p:nvPr>
            <p:ph idx="8" type="pic"/>
          </p:nvPr>
        </p:nvSpPr>
        <p:spPr>
          <a:xfrm>
            <a:off x="2185508" y="2408107"/>
            <a:ext cx="612000" cy="612000"/>
          </a:xfrm>
          <a:prstGeom prst="rect">
            <a:avLst/>
          </a:prstGeom>
          <a:noFill/>
          <a:ln>
            <a:noFill/>
          </a:ln>
        </p:spPr>
      </p:sp>
      <p:sp>
        <p:nvSpPr>
          <p:cNvPr id="2095" name="Google Shape;2095;g3f824b0376f_0_17982"/>
          <p:cNvSpPr txBox="1"/>
          <p:nvPr>
            <p:ph idx="9" type="body"/>
          </p:nvPr>
        </p:nvSpPr>
        <p:spPr>
          <a:xfrm>
            <a:off x="2928717" y="2367401"/>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96" name="Google Shape;2096;g3f824b0376f_0_17982"/>
          <p:cNvSpPr txBox="1"/>
          <p:nvPr>
            <p:ph idx="13" type="body"/>
          </p:nvPr>
        </p:nvSpPr>
        <p:spPr>
          <a:xfrm>
            <a:off x="2928715" y="2746579"/>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97" name="Google Shape;2097;g3f824b0376f_0_17982"/>
          <p:cNvSpPr/>
          <p:nvPr/>
        </p:nvSpPr>
        <p:spPr>
          <a:xfrm>
            <a:off x="8870742" y="2269156"/>
            <a:ext cx="2953800" cy="9039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98" name="Google Shape;2098;g3f824b0376f_0_17982"/>
          <p:cNvSpPr/>
          <p:nvPr/>
        </p:nvSpPr>
        <p:spPr>
          <a:xfrm>
            <a:off x="8977131" y="2347134"/>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99" name="Google Shape;2099;g3f824b0376f_0_17982"/>
          <p:cNvSpPr/>
          <p:nvPr>
            <p:ph idx="14" type="pic"/>
          </p:nvPr>
        </p:nvSpPr>
        <p:spPr>
          <a:xfrm>
            <a:off x="9036134" y="2408107"/>
            <a:ext cx="612000" cy="612000"/>
          </a:xfrm>
          <a:prstGeom prst="rect">
            <a:avLst/>
          </a:prstGeom>
          <a:noFill/>
          <a:ln>
            <a:noFill/>
          </a:ln>
        </p:spPr>
      </p:sp>
      <p:sp>
        <p:nvSpPr>
          <p:cNvPr id="2100" name="Google Shape;2100;g3f824b0376f_0_17982"/>
          <p:cNvSpPr txBox="1"/>
          <p:nvPr>
            <p:ph idx="15" type="body"/>
          </p:nvPr>
        </p:nvSpPr>
        <p:spPr>
          <a:xfrm>
            <a:off x="9779343" y="2367401"/>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01" name="Google Shape;2101;g3f824b0376f_0_17982"/>
          <p:cNvSpPr txBox="1"/>
          <p:nvPr>
            <p:ph idx="16" type="body"/>
          </p:nvPr>
        </p:nvSpPr>
        <p:spPr>
          <a:xfrm>
            <a:off x="9779341" y="2746579"/>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02" name="Google Shape;2102;g3f824b0376f_0_17982"/>
          <p:cNvSpPr/>
          <p:nvPr/>
        </p:nvSpPr>
        <p:spPr>
          <a:xfrm>
            <a:off x="308146" y="3864155"/>
            <a:ext cx="2953800" cy="9039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03" name="Google Shape;2103;g3f824b0376f_0_17982"/>
          <p:cNvSpPr/>
          <p:nvPr/>
        </p:nvSpPr>
        <p:spPr>
          <a:xfrm>
            <a:off x="416988" y="3942133"/>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04" name="Google Shape;2104;g3f824b0376f_0_17982"/>
          <p:cNvSpPr/>
          <p:nvPr>
            <p:ph idx="17" type="pic"/>
          </p:nvPr>
        </p:nvSpPr>
        <p:spPr>
          <a:xfrm>
            <a:off x="475991" y="4003106"/>
            <a:ext cx="612000" cy="612000"/>
          </a:xfrm>
          <a:prstGeom prst="rect">
            <a:avLst/>
          </a:prstGeom>
          <a:noFill/>
          <a:ln>
            <a:noFill/>
          </a:ln>
        </p:spPr>
      </p:sp>
      <p:sp>
        <p:nvSpPr>
          <p:cNvPr id="2105" name="Google Shape;2105;g3f824b0376f_0_17982"/>
          <p:cNvSpPr txBox="1"/>
          <p:nvPr>
            <p:ph idx="18" type="body"/>
          </p:nvPr>
        </p:nvSpPr>
        <p:spPr>
          <a:xfrm>
            <a:off x="1219200" y="3962400"/>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06" name="Google Shape;2106;g3f824b0376f_0_17982"/>
          <p:cNvSpPr txBox="1"/>
          <p:nvPr>
            <p:ph idx="19" type="body"/>
          </p:nvPr>
        </p:nvSpPr>
        <p:spPr>
          <a:xfrm>
            <a:off x="1219198" y="4341578"/>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07" name="Google Shape;2107;g3f824b0376f_0_17982"/>
          <p:cNvSpPr/>
          <p:nvPr/>
        </p:nvSpPr>
        <p:spPr>
          <a:xfrm>
            <a:off x="3584746" y="3864155"/>
            <a:ext cx="2953800" cy="9039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08" name="Google Shape;2108;g3f824b0376f_0_17982"/>
          <p:cNvSpPr/>
          <p:nvPr/>
        </p:nvSpPr>
        <p:spPr>
          <a:xfrm>
            <a:off x="3693588" y="3942133"/>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09" name="Google Shape;2109;g3f824b0376f_0_17982"/>
          <p:cNvSpPr/>
          <p:nvPr>
            <p:ph idx="20" type="pic"/>
          </p:nvPr>
        </p:nvSpPr>
        <p:spPr>
          <a:xfrm>
            <a:off x="3752591" y="4003106"/>
            <a:ext cx="612000" cy="612000"/>
          </a:xfrm>
          <a:prstGeom prst="rect">
            <a:avLst/>
          </a:prstGeom>
          <a:noFill/>
          <a:ln>
            <a:noFill/>
          </a:ln>
        </p:spPr>
      </p:sp>
      <p:sp>
        <p:nvSpPr>
          <p:cNvPr id="2110" name="Google Shape;2110;g3f824b0376f_0_17982"/>
          <p:cNvSpPr txBox="1"/>
          <p:nvPr>
            <p:ph idx="21" type="body"/>
          </p:nvPr>
        </p:nvSpPr>
        <p:spPr>
          <a:xfrm>
            <a:off x="4495800" y="3962400"/>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11" name="Google Shape;2111;g3f824b0376f_0_17982"/>
          <p:cNvSpPr txBox="1"/>
          <p:nvPr>
            <p:ph idx="22" type="body"/>
          </p:nvPr>
        </p:nvSpPr>
        <p:spPr>
          <a:xfrm>
            <a:off x="4495798" y="4341578"/>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12" name="Google Shape;2112;g3f824b0376f_0_17982"/>
          <p:cNvSpPr/>
          <p:nvPr/>
        </p:nvSpPr>
        <p:spPr>
          <a:xfrm>
            <a:off x="8870742" y="3864155"/>
            <a:ext cx="2953800" cy="9039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13" name="Google Shape;2113;g3f824b0376f_0_17982"/>
          <p:cNvSpPr/>
          <p:nvPr/>
        </p:nvSpPr>
        <p:spPr>
          <a:xfrm>
            <a:off x="8982038" y="3942133"/>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14" name="Google Shape;2114;g3f824b0376f_0_17982"/>
          <p:cNvSpPr/>
          <p:nvPr>
            <p:ph idx="23" type="pic"/>
          </p:nvPr>
        </p:nvSpPr>
        <p:spPr>
          <a:xfrm>
            <a:off x="9041041" y="4003106"/>
            <a:ext cx="612000" cy="612000"/>
          </a:xfrm>
          <a:prstGeom prst="rect">
            <a:avLst/>
          </a:prstGeom>
          <a:noFill/>
          <a:ln>
            <a:noFill/>
          </a:ln>
        </p:spPr>
      </p:sp>
      <p:sp>
        <p:nvSpPr>
          <p:cNvPr id="2115" name="Google Shape;2115;g3f824b0376f_0_17982"/>
          <p:cNvSpPr txBox="1"/>
          <p:nvPr>
            <p:ph idx="24" type="body"/>
          </p:nvPr>
        </p:nvSpPr>
        <p:spPr>
          <a:xfrm>
            <a:off x="9784250" y="3962400"/>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16" name="Google Shape;2116;g3f824b0376f_0_17982"/>
          <p:cNvSpPr txBox="1"/>
          <p:nvPr>
            <p:ph idx="25" type="body"/>
          </p:nvPr>
        </p:nvSpPr>
        <p:spPr>
          <a:xfrm>
            <a:off x="9784248" y="4341578"/>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2117" name="Google Shape;2117;g3f824b0376f_0_17982"/>
          <p:cNvCxnSpPr>
            <a:stCxn id="2077" idx="2"/>
            <a:endCxn id="2087" idx="0"/>
          </p:cNvCxnSpPr>
          <p:nvPr/>
        </p:nvCxnSpPr>
        <p:spPr>
          <a:xfrm>
            <a:off x="6939387" y="1763698"/>
            <a:ext cx="0" cy="505500"/>
          </a:xfrm>
          <a:prstGeom prst="straightConnector1">
            <a:avLst/>
          </a:prstGeom>
          <a:noFill/>
          <a:ln cap="flat" cmpd="sng" w="12700">
            <a:solidFill>
              <a:srgbClr val="E24048"/>
            </a:solidFill>
            <a:prstDash val="solid"/>
            <a:miter lim="8000"/>
            <a:headEnd len="sm" w="sm" type="none"/>
            <a:tailEnd len="lg" w="lg" type="stealth"/>
          </a:ln>
        </p:spPr>
      </p:cxnSp>
      <p:cxnSp>
        <p:nvCxnSpPr>
          <p:cNvPr id="2118" name="Google Shape;2118;g3f824b0376f_0_17982"/>
          <p:cNvCxnSpPr>
            <a:stCxn id="2077" idx="2"/>
            <a:endCxn id="2092" idx="0"/>
          </p:cNvCxnSpPr>
          <p:nvPr/>
        </p:nvCxnSpPr>
        <p:spPr>
          <a:xfrm rot="5400000">
            <a:off x="4964187" y="293998"/>
            <a:ext cx="505500" cy="3444900"/>
          </a:xfrm>
          <a:prstGeom prst="bentConnector3">
            <a:avLst>
              <a:gd fmla="val 50000" name="adj1"/>
            </a:avLst>
          </a:prstGeom>
          <a:noFill/>
          <a:ln cap="flat" cmpd="sng" w="12700">
            <a:solidFill>
              <a:srgbClr val="E24048"/>
            </a:solidFill>
            <a:prstDash val="solid"/>
            <a:miter lim="8000"/>
            <a:headEnd len="sm" w="sm" type="none"/>
            <a:tailEnd len="lg" w="lg" type="stealth"/>
          </a:ln>
        </p:spPr>
      </p:cxnSp>
      <p:cxnSp>
        <p:nvCxnSpPr>
          <p:cNvPr id="2119" name="Google Shape;2119;g3f824b0376f_0_17982"/>
          <p:cNvCxnSpPr>
            <a:stCxn id="2077" idx="2"/>
            <a:endCxn id="2097" idx="0"/>
          </p:cNvCxnSpPr>
          <p:nvPr/>
        </p:nvCxnSpPr>
        <p:spPr>
          <a:xfrm flipH="1" rot="-5400000">
            <a:off x="8390787" y="312298"/>
            <a:ext cx="505500" cy="3408300"/>
          </a:xfrm>
          <a:prstGeom prst="bentConnector3">
            <a:avLst>
              <a:gd fmla="val 50000" name="adj1"/>
            </a:avLst>
          </a:prstGeom>
          <a:noFill/>
          <a:ln cap="flat" cmpd="sng" w="12700">
            <a:solidFill>
              <a:srgbClr val="E24048"/>
            </a:solidFill>
            <a:prstDash val="solid"/>
            <a:miter lim="8000"/>
            <a:headEnd len="sm" w="sm" type="none"/>
            <a:tailEnd len="lg" w="lg" type="stealth"/>
          </a:ln>
        </p:spPr>
      </p:cxnSp>
      <p:cxnSp>
        <p:nvCxnSpPr>
          <p:cNvPr id="2120" name="Google Shape;2120;g3f824b0376f_0_17982"/>
          <p:cNvCxnSpPr>
            <a:stCxn id="2092" idx="2"/>
            <a:endCxn id="2102" idx="0"/>
          </p:cNvCxnSpPr>
          <p:nvPr/>
        </p:nvCxnSpPr>
        <p:spPr>
          <a:xfrm rot="5400000">
            <a:off x="2294263" y="2663956"/>
            <a:ext cx="691200" cy="1709400"/>
          </a:xfrm>
          <a:prstGeom prst="bentConnector3">
            <a:avLst>
              <a:gd fmla="val 50000" name="adj1"/>
            </a:avLst>
          </a:prstGeom>
          <a:noFill/>
          <a:ln cap="flat" cmpd="sng" w="12700">
            <a:solidFill>
              <a:srgbClr val="E24048"/>
            </a:solidFill>
            <a:prstDash val="solid"/>
            <a:miter lim="8000"/>
            <a:headEnd len="sm" w="sm" type="none"/>
            <a:tailEnd len="lg" w="lg" type="stealth"/>
          </a:ln>
        </p:spPr>
      </p:cxnSp>
      <p:cxnSp>
        <p:nvCxnSpPr>
          <p:cNvPr id="2121" name="Google Shape;2121;g3f824b0376f_0_17982"/>
          <p:cNvCxnSpPr>
            <a:stCxn id="2092" idx="2"/>
            <a:endCxn id="2107" idx="0"/>
          </p:cNvCxnSpPr>
          <p:nvPr/>
        </p:nvCxnSpPr>
        <p:spPr>
          <a:xfrm flipH="1" rot="-5400000">
            <a:off x="3932563" y="2735056"/>
            <a:ext cx="691200" cy="1567200"/>
          </a:xfrm>
          <a:prstGeom prst="bentConnector3">
            <a:avLst>
              <a:gd fmla="val 50000" name="adj1"/>
            </a:avLst>
          </a:prstGeom>
          <a:noFill/>
          <a:ln cap="flat" cmpd="sng" w="12700">
            <a:solidFill>
              <a:srgbClr val="E24048"/>
            </a:solidFill>
            <a:prstDash val="solid"/>
            <a:miter lim="8000"/>
            <a:headEnd len="sm" w="sm" type="none"/>
            <a:tailEnd len="lg" w="lg" type="stealth"/>
          </a:ln>
        </p:spPr>
      </p:cxnSp>
      <p:cxnSp>
        <p:nvCxnSpPr>
          <p:cNvPr id="2122" name="Google Shape;2122;g3f824b0376f_0_17982"/>
          <p:cNvCxnSpPr>
            <a:stCxn id="2097" idx="2"/>
            <a:endCxn id="2112" idx="0"/>
          </p:cNvCxnSpPr>
          <p:nvPr/>
        </p:nvCxnSpPr>
        <p:spPr>
          <a:xfrm>
            <a:off x="10347642" y="3173056"/>
            <a:ext cx="0" cy="691200"/>
          </a:xfrm>
          <a:prstGeom prst="straightConnector1">
            <a:avLst/>
          </a:prstGeom>
          <a:noFill/>
          <a:ln cap="flat" cmpd="sng" w="12700">
            <a:solidFill>
              <a:srgbClr val="E24048"/>
            </a:solidFill>
            <a:prstDash val="solid"/>
            <a:miter lim="8000"/>
            <a:headEnd len="sm" w="sm" type="none"/>
            <a:tailEnd len="lg" w="lg" type="stealth"/>
          </a:ln>
        </p:spPr>
      </p:cxnSp>
      <p:sp>
        <p:nvSpPr>
          <p:cNvPr id="2123" name="Google Shape;2123;g3f824b0376f_0_17982"/>
          <p:cNvSpPr/>
          <p:nvPr/>
        </p:nvSpPr>
        <p:spPr>
          <a:xfrm>
            <a:off x="7134739" y="5274972"/>
            <a:ext cx="2953800" cy="9039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24" name="Google Shape;2124;g3f824b0376f_0_17982"/>
          <p:cNvSpPr/>
          <p:nvPr/>
        </p:nvSpPr>
        <p:spPr>
          <a:xfrm>
            <a:off x="7243581" y="5352950"/>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25" name="Google Shape;2125;g3f824b0376f_0_17982"/>
          <p:cNvSpPr/>
          <p:nvPr>
            <p:ph idx="26" type="pic"/>
          </p:nvPr>
        </p:nvSpPr>
        <p:spPr>
          <a:xfrm>
            <a:off x="7302584" y="5413923"/>
            <a:ext cx="612000" cy="612000"/>
          </a:xfrm>
          <a:prstGeom prst="rect">
            <a:avLst/>
          </a:prstGeom>
          <a:noFill/>
          <a:ln>
            <a:noFill/>
          </a:ln>
        </p:spPr>
      </p:sp>
      <p:sp>
        <p:nvSpPr>
          <p:cNvPr id="2126" name="Google Shape;2126;g3f824b0376f_0_17982"/>
          <p:cNvSpPr txBox="1"/>
          <p:nvPr>
            <p:ph idx="27" type="body"/>
          </p:nvPr>
        </p:nvSpPr>
        <p:spPr>
          <a:xfrm>
            <a:off x="8045793" y="5373217"/>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27" name="Google Shape;2127;g3f824b0376f_0_17982"/>
          <p:cNvSpPr txBox="1"/>
          <p:nvPr>
            <p:ph idx="28" type="body"/>
          </p:nvPr>
        </p:nvSpPr>
        <p:spPr>
          <a:xfrm>
            <a:off x="8045791" y="575239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28" name="Google Shape;2128;g3f824b0376f_0_17982"/>
          <p:cNvSpPr/>
          <p:nvPr/>
        </p:nvSpPr>
        <p:spPr>
          <a:xfrm>
            <a:off x="3961414" y="5274972"/>
            <a:ext cx="2953800" cy="9039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29" name="Google Shape;2129;g3f824b0376f_0_17982"/>
          <p:cNvSpPr/>
          <p:nvPr/>
        </p:nvSpPr>
        <p:spPr>
          <a:xfrm>
            <a:off x="4070256" y="5352950"/>
            <a:ext cx="720000" cy="7200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30" name="Google Shape;2130;g3f824b0376f_0_17982"/>
          <p:cNvSpPr/>
          <p:nvPr>
            <p:ph idx="29" type="pic"/>
          </p:nvPr>
        </p:nvSpPr>
        <p:spPr>
          <a:xfrm>
            <a:off x="4129259" y="5413923"/>
            <a:ext cx="612000" cy="612000"/>
          </a:xfrm>
          <a:prstGeom prst="rect">
            <a:avLst/>
          </a:prstGeom>
          <a:noFill/>
          <a:ln>
            <a:noFill/>
          </a:ln>
        </p:spPr>
      </p:sp>
      <p:sp>
        <p:nvSpPr>
          <p:cNvPr id="2131" name="Google Shape;2131;g3f824b0376f_0_17982"/>
          <p:cNvSpPr txBox="1"/>
          <p:nvPr>
            <p:ph idx="30" type="body"/>
          </p:nvPr>
        </p:nvSpPr>
        <p:spPr>
          <a:xfrm>
            <a:off x="4872468" y="5373217"/>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600"/>
              <a:buFont typeface="Arial"/>
              <a:buNone/>
              <a:defRPr b="1" i="0" sz="16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32" name="Google Shape;2132;g3f824b0376f_0_17982"/>
          <p:cNvSpPr txBox="1"/>
          <p:nvPr>
            <p:ph idx="31" type="body"/>
          </p:nvPr>
        </p:nvSpPr>
        <p:spPr>
          <a:xfrm>
            <a:off x="4872466" y="575239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400"/>
              <a:buFont typeface="Arial"/>
              <a:buNone/>
              <a:defRPr b="0" i="0" sz="14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2133" name="Google Shape;2133;g3f824b0376f_0_17982"/>
          <p:cNvCxnSpPr>
            <a:stCxn id="2087" idx="2"/>
            <a:endCxn id="2128" idx="0"/>
          </p:cNvCxnSpPr>
          <p:nvPr/>
        </p:nvCxnSpPr>
        <p:spPr>
          <a:xfrm rot="5400000">
            <a:off x="5137887" y="3473356"/>
            <a:ext cx="2101800" cy="1501200"/>
          </a:xfrm>
          <a:prstGeom prst="bentConnector3">
            <a:avLst>
              <a:gd fmla="val 85255" name="adj1"/>
            </a:avLst>
          </a:prstGeom>
          <a:noFill/>
          <a:ln cap="flat" cmpd="sng" w="12700">
            <a:solidFill>
              <a:srgbClr val="E24048"/>
            </a:solidFill>
            <a:prstDash val="solid"/>
            <a:miter lim="8000"/>
            <a:headEnd len="sm" w="sm" type="none"/>
            <a:tailEnd len="lg" w="lg" type="stealth"/>
          </a:ln>
        </p:spPr>
      </p:cxnSp>
      <p:cxnSp>
        <p:nvCxnSpPr>
          <p:cNvPr id="2134" name="Google Shape;2134;g3f824b0376f_0_17982"/>
          <p:cNvCxnSpPr>
            <a:stCxn id="2087" idx="2"/>
            <a:endCxn id="2123" idx="0"/>
          </p:cNvCxnSpPr>
          <p:nvPr/>
        </p:nvCxnSpPr>
        <p:spPr>
          <a:xfrm flipH="1" rot="-5400000">
            <a:off x="6724587" y="3387856"/>
            <a:ext cx="2101800" cy="1672200"/>
          </a:xfrm>
          <a:prstGeom prst="bentConnector3">
            <a:avLst>
              <a:gd fmla="val 85255" name="adj1"/>
            </a:avLst>
          </a:prstGeom>
          <a:noFill/>
          <a:ln cap="flat" cmpd="sng" w="12700">
            <a:solidFill>
              <a:srgbClr val="E24048"/>
            </a:solidFill>
            <a:prstDash val="solid"/>
            <a:miter lim="8000"/>
            <a:headEnd len="sm" w="sm" type="none"/>
            <a:tailEnd len="lg" w="lg" type="stealth"/>
          </a:ln>
        </p:spPr>
      </p:cxn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3">
    <p:spTree>
      <p:nvGrpSpPr>
        <p:cNvPr id="2135" name="Shape 2135"/>
        <p:cNvGrpSpPr/>
        <p:nvPr/>
      </p:nvGrpSpPr>
      <p:grpSpPr>
        <a:xfrm>
          <a:off x="0" y="0"/>
          <a:ext cx="0" cy="0"/>
          <a:chOff x="0" y="0"/>
          <a:chExt cx="0" cy="0"/>
        </a:xfrm>
      </p:grpSpPr>
      <p:sp>
        <p:nvSpPr>
          <p:cNvPr id="2136" name="Google Shape;2136;g3f824b0376f_0_18041"/>
          <p:cNvSpPr/>
          <p:nvPr/>
        </p:nvSpPr>
        <p:spPr>
          <a:xfrm>
            <a:off x="6288463" y="1528423"/>
            <a:ext cx="2697000" cy="7098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37" name="Google Shape;2137;g3f824b0376f_0_18041"/>
          <p:cNvSpPr/>
          <p:nvPr/>
        </p:nvSpPr>
        <p:spPr>
          <a:xfrm>
            <a:off x="6329084" y="1569483"/>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38" name="Google Shape;2138;g3f824b0376f_0_18041"/>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139" name="Google Shape;2139;g3f824b0376f_0_18041"/>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140" name="Google Shape;2140;g3f824b0376f_0_18041"/>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141" name="Google Shape;2141;g3f824b0376f_0_18041"/>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142" name="Google Shape;2142;g3f824b0376f_0_18041"/>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143" name="Google Shape;2143;g3f824b0376f_0_18041"/>
          <p:cNvSpPr/>
          <p:nvPr>
            <p:ph idx="2" type="pic"/>
          </p:nvPr>
        </p:nvSpPr>
        <p:spPr>
          <a:xfrm>
            <a:off x="6383101" y="1625470"/>
            <a:ext cx="501600" cy="501600"/>
          </a:xfrm>
          <a:prstGeom prst="rect">
            <a:avLst/>
          </a:prstGeom>
          <a:noFill/>
          <a:ln>
            <a:noFill/>
          </a:ln>
        </p:spPr>
      </p:sp>
      <p:sp>
        <p:nvSpPr>
          <p:cNvPr id="2144" name="Google Shape;2144;g3f824b0376f_0_18041"/>
          <p:cNvSpPr txBox="1"/>
          <p:nvPr>
            <p:ph idx="3" type="body"/>
          </p:nvPr>
        </p:nvSpPr>
        <p:spPr>
          <a:xfrm>
            <a:off x="6981151" y="1552034"/>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45" name="Google Shape;2145;g3f824b0376f_0_18041"/>
          <p:cNvSpPr txBox="1"/>
          <p:nvPr>
            <p:ph idx="4" type="body"/>
          </p:nvPr>
        </p:nvSpPr>
        <p:spPr>
          <a:xfrm>
            <a:off x="6981149" y="1886236"/>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46" name="Google Shape;2146;g3f824b0376f_0_18041"/>
          <p:cNvSpPr/>
          <p:nvPr/>
        </p:nvSpPr>
        <p:spPr>
          <a:xfrm>
            <a:off x="383076" y="1528423"/>
            <a:ext cx="2697000" cy="709800"/>
          </a:xfrm>
          <a:prstGeom prst="roundRect">
            <a:avLst>
              <a:gd fmla="val 12331" name="adj"/>
            </a:avLst>
          </a:prstGeom>
          <a:solidFill>
            <a:srgbClr val="F2F2F2"/>
          </a:solidFill>
          <a:ln cap="flat" cmpd="sng" w="12700">
            <a:solidFill>
              <a:srgbClr val="6E8C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47" name="Google Shape;2147;g3f824b0376f_0_18041"/>
          <p:cNvSpPr/>
          <p:nvPr/>
        </p:nvSpPr>
        <p:spPr>
          <a:xfrm>
            <a:off x="423697" y="1569483"/>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48" name="Google Shape;2148;g3f824b0376f_0_18041"/>
          <p:cNvSpPr/>
          <p:nvPr>
            <p:ph idx="5" type="pic"/>
          </p:nvPr>
        </p:nvSpPr>
        <p:spPr>
          <a:xfrm>
            <a:off x="477714" y="1625470"/>
            <a:ext cx="501600" cy="501600"/>
          </a:xfrm>
          <a:prstGeom prst="rect">
            <a:avLst/>
          </a:prstGeom>
          <a:noFill/>
          <a:ln>
            <a:noFill/>
          </a:ln>
        </p:spPr>
      </p:sp>
      <p:sp>
        <p:nvSpPr>
          <p:cNvPr id="2149" name="Google Shape;2149;g3f824b0376f_0_18041"/>
          <p:cNvSpPr txBox="1"/>
          <p:nvPr>
            <p:ph idx="6" type="body"/>
          </p:nvPr>
        </p:nvSpPr>
        <p:spPr>
          <a:xfrm>
            <a:off x="1075764" y="1552034"/>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50" name="Google Shape;2150;g3f824b0376f_0_18041"/>
          <p:cNvSpPr txBox="1"/>
          <p:nvPr>
            <p:ph idx="7" type="body"/>
          </p:nvPr>
        </p:nvSpPr>
        <p:spPr>
          <a:xfrm>
            <a:off x="1075762" y="1886236"/>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51" name="Google Shape;2151;g3f824b0376f_0_18041"/>
          <p:cNvSpPr/>
          <p:nvPr/>
        </p:nvSpPr>
        <p:spPr>
          <a:xfrm>
            <a:off x="6288463" y="2529092"/>
            <a:ext cx="2697000" cy="7098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52" name="Google Shape;2152;g3f824b0376f_0_18041"/>
          <p:cNvSpPr/>
          <p:nvPr/>
        </p:nvSpPr>
        <p:spPr>
          <a:xfrm>
            <a:off x="6329084" y="2570152"/>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53" name="Google Shape;2153;g3f824b0376f_0_18041"/>
          <p:cNvSpPr/>
          <p:nvPr>
            <p:ph idx="8" type="pic"/>
          </p:nvPr>
        </p:nvSpPr>
        <p:spPr>
          <a:xfrm>
            <a:off x="6383101" y="2626139"/>
            <a:ext cx="501600" cy="501600"/>
          </a:xfrm>
          <a:prstGeom prst="rect">
            <a:avLst/>
          </a:prstGeom>
          <a:noFill/>
          <a:ln>
            <a:noFill/>
          </a:ln>
        </p:spPr>
      </p:sp>
      <p:sp>
        <p:nvSpPr>
          <p:cNvPr id="2154" name="Google Shape;2154;g3f824b0376f_0_18041"/>
          <p:cNvSpPr txBox="1"/>
          <p:nvPr>
            <p:ph idx="9" type="body"/>
          </p:nvPr>
        </p:nvSpPr>
        <p:spPr>
          <a:xfrm>
            <a:off x="6981151" y="255270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55" name="Google Shape;2155;g3f824b0376f_0_18041"/>
          <p:cNvSpPr txBox="1"/>
          <p:nvPr>
            <p:ph idx="13" type="body"/>
          </p:nvPr>
        </p:nvSpPr>
        <p:spPr>
          <a:xfrm>
            <a:off x="6981149" y="288690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56" name="Google Shape;2156;g3f824b0376f_0_18041"/>
          <p:cNvSpPr/>
          <p:nvPr/>
        </p:nvSpPr>
        <p:spPr>
          <a:xfrm>
            <a:off x="3313410" y="2529092"/>
            <a:ext cx="2697000" cy="7098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57" name="Google Shape;2157;g3f824b0376f_0_18041"/>
          <p:cNvSpPr/>
          <p:nvPr/>
        </p:nvSpPr>
        <p:spPr>
          <a:xfrm>
            <a:off x="3358810" y="2570152"/>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58" name="Google Shape;2158;g3f824b0376f_0_18041"/>
          <p:cNvSpPr/>
          <p:nvPr>
            <p:ph idx="14" type="pic"/>
          </p:nvPr>
        </p:nvSpPr>
        <p:spPr>
          <a:xfrm>
            <a:off x="3412827" y="2626139"/>
            <a:ext cx="501600" cy="501600"/>
          </a:xfrm>
          <a:prstGeom prst="rect">
            <a:avLst/>
          </a:prstGeom>
          <a:noFill/>
          <a:ln>
            <a:noFill/>
          </a:ln>
        </p:spPr>
      </p:sp>
      <p:sp>
        <p:nvSpPr>
          <p:cNvPr id="2159" name="Google Shape;2159;g3f824b0376f_0_18041"/>
          <p:cNvSpPr txBox="1"/>
          <p:nvPr>
            <p:ph idx="15" type="body"/>
          </p:nvPr>
        </p:nvSpPr>
        <p:spPr>
          <a:xfrm>
            <a:off x="4010877" y="255270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60" name="Google Shape;2160;g3f824b0376f_0_18041"/>
          <p:cNvSpPr txBox="1"/>
          <p:nvPr>
            <p:ph idx="16" type="body"/>
          </p:nvPr>
        </p:nvSpPr>
        <p:spPr>
          <a:xfrm>
            <a:off x="4010875" y="288690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61" name="Google Shape;2161;g3f824b0376f_0_18041"/>
          <p:cNvSpPr/>
          <p:nvPr/>
        </p:nvSpPr>
        <p:spPr>
          <a:xfrm>
            <a:off x="9244964" y="2529092"/>
            <a:ext cx="2697000" cy="7098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62" name="Google Shape;2162;g3f824b0376f_0_18041"/>
          <p:cNvSpPr/>
          <p:nvPr/>
        </p:nvSpPr>
        <p:spPr>
          <a:xfrm>
            <a:off x="9285585" y="2570152"/>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63" name="Google Shape;2163;g3f824b0376f_0_18041"/>
          <p:cNvSpPr/>
          <p:nvPr>
            <p:ph idx="17" type="pic"/>
          </p:nvPr>
        </p:nvSpPr>
        <p:spPr>
          <a:xfrm>
            <a:off x="9339602" y="2626139"/>
            <a:ext cx="501600" cy="501600"/>
          </a:xfrm>
          <a:prstGeom prst="rect">
            <a:avLst/>
          </a:prstGeom>
          <a:noFill/>
          <a:ln>
            <a:noFill/>
          </a:ln>
        </p:spPr>
      </p:sp>
      <p:sp>
        <p:nvSpPr>
          <p:cNvPr id="2164" name="Google Shape;2164;g3f824b0376f_0_18041"/>
          <p:cNvSpPr txBox="1"/>
          <p:nvPr>
            <p:ph idx="18" type="body"/>
          </p:nvPr>
        </p:nvSpPr>
        <p:spPr>
          <a:xfrm>
            <a:off x="9937652" y="255270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65" name="Google Shape;2165;g3f824b0376f_0_18041"/>
          <p:cNvSpPr txBox="1"/>
          <p:nvPr>
            <p:ph idx="19" type="body"/>
          </p:nvPr>
        </p:nvSpPr>
        <p:spPr>
          <a:xfrm>
            <a:off x="9937650" y="288690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66" name="Google Shape;2166;g3f824b0376f_0_18041"/>
          <p:cNvSpPr/>
          <p:nvPr/>
        </p:nvSpPr>
        <p:spPr>
          <a:xfrm>
            <a:off x="9244964" y="3510398"/>
            <a:ext cx="2697000" cy="7098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67" name="Google Shape;2167;g3f824b0376f_0_18041"/>
          <p:cNvSpPr/>
          <p:nvPr/>
        </p:nvSpPr>
        <p:spPr>
          <a:xfrm>
            <a:off x="9285585" y="3551458"/>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68" name="Google Shape;2168;g3f824b0376f_0_18041"/>
          <p:cNvSpPr/>
          <p:nvPr>
            <p:ph idx="20" type="pic"/>
          </p:nvPr>
        </p:nvSpPr>
        <p:spPr>
          <a:xfrm>
            <a:off x="9339602" y="3607445"/>
            <a:ext cx="501600" cy="501600"/>
          </a:xfrm>
          <a:prstGeom prst="rect">
            <a:avLst/>
          </a:prstGeom>
          <a:noFill/>
          <a:ln>
            <a:noFill/>
          </a:ln>
        </p:spPr>
      </p:sp>
      <p:sp>
        <p:nvSpPr>
          <p:cNvPr id="2169" name="Google Shape;2169;g3f824b0376f_0_18041"/>
          <p:cNvSpPr txBox="1"/>
          <p:nvPr>
            <p:ph idx="21" type="body"/>
          </p:nvPr>
        </p:nvSpPr>
        <p:spPr>
          <a:xfrm>
            <a:off x="9937652" y="3534009"/>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70" name="Google Shape;2170;g3f824b0376f_0_18041"/>
          <p:cNvSpPr txBox="1"/>
          <p:nvPr>
            <p:ph idx="22" type="body"/>
          </p:nvPr>
        </p:nvSpPr>
        <p:spPr>
          <a:xfrm>
            <a:off x="9937650" y="3868211"/>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71" name="Google Shape;2171;g3f824b0376f_0_18041"/>
          <p:cNvSpPr/>
          <p:nvPr/>
        </p:nvSpPr>
        <p:spPr>
          <a:xfrm>
            <a:off x="383076" y="2527033"/>
            <a:ext cx="2697000" cy="709800"/>
          </a:xfrm>
          <a:prstGeom prst="roundRect">
            <a:avLst>
              <a:gd fmla="val 12331" name="adj"/>
            </a:avLst>
          </a:prstGeom>
          <a:solidFill>
            <a:srgbClr val="F2F2F2"/>
          </a:solidFill>
          <a:ln cap="flat" cmpd="sng" w="12700">
            <a:solidFill>
              <a:srgbClr val="6E8C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72" name="Google Shape;2172;g3f824b0376f_0_18041"/>
          <p:cNvSpPr/>
          <p:nvPr/>
        </p:nvSpPr>
        <p:spPr>
          <a:xfrm>
            <a:off x="423697" y="2568093"/>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73" name="Google Shape;2173;g3f824b0376f_0_18041"/>
          <p:cNvSpPr/>
          <p:nvPr>
            <p:ph idx="23" type="pic"/>
          </p:nvPr>
        </p:nvSpPr>
        <p:spPr>
          <a:xfrm>
            <a:off x="477714" y="2624080"/>
            <a:ext cx="501600" cy="501600"/>
          </a:xfrm>
          <a:prstGeom prst="rect">
            <a:avLst/>
          </a:prstGeom>
          <a:noFill/>
          <a:ln>
            <a:noFill/>
          </a:ln>
        </p:spPr>
      </p:sp>
      <p:sp>
        <p:nvSpPr>
          <p:cNvPr id="2174" name="Google Shape;2174;g3f824b0376f_0_18041"/>
          <p:cNvSpPr txBox="1"/>
          <p:nvPr>
            <p:ph idx="24" type="body"/>
          </p:nvPr>
        </p:nvSpPr>
        <p:spPr>
          <a:xfrm>
            <a:off x="1075764" y="2550644"/>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75" name="Google Shape;2175;g3f824b0376f_0_18041"/>
          <p:cNvSpPr txBox="1"/>
          <p:nvPr>
            <p:ph idx="25" type="body"/>
          </p:nvPr>
        </p:nvSpPr>
        <p:spPr>
          <a:xfrm>
            <a:off x="1075762" y="2884846"/>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76" name="Google Shape;2176;g3f824b0376f_0_18041"/>
          <p:cNvSpPr/>
          <p:nvPr/>
        </p:nvSpPr>
        <p:spPr>
          <a:xfrm>
            <a:off x="383076" y="3503216"/>
            <a:ext cx="2697000" cy="709800"/>
          </a:xfrm>
          <a:prstGeom prst="roundRect">
            <a:avLst>
              <a:gd fmla="val 12331" name="adj"/>
            </a:avLst>
          </a:prstGeom>
          <a:solidFill>
            <a:srgbClr val="F2F2F2"/>
          </a:solidFill>
          <a:ln cap="flat" cmpd="sng" w="12700">
            <a:solidFill>
              <a:srgbClr val="6E8C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77" name="Google Shape;2177;g3f824b0376f_0_18041"/>
          <p:cNvSpPr/>
          <p:nvPr/>
        </p:nvSpPr>
        <p:spPr>
          <a:xfrm>
            <a:off x="423697" y="3544276"/>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78" name="Google Shape;2178;g3f824b0376f_0_18041"/>
          <p:cNvSpPr/>
          <p:nvPr>
            <p:ph idx="26" type="pic"/>
          </p:nvPr>
        </p:nvSpPr>
        <p:spPr>
          <a:xfrm>
            <a:off x="477714" y="3600263"/>
            <a:ext cx="501600" cy="501600"/>
          </a:xfrm>
          <a:prstGeom prst="rect">
            <a:avLst/>
          </a:prstGeom>
          <a:noFill/>
          <a:ln>
            <a:noFill/>
          </a:ln>
        </p:spPr>
      </p:sp>
      <p:sp>
        <p:nvSpPr>
          <p:cNvPr id="2179" name="Google Shape;2179;g3f824b0376f_0_18041"/>
          <p:cNvSpPr txBox="1"/>
          <p:nvPr>
            <p:ph idx="27" type="body"/>
          </p:nvPr>
        </p:nvSpPr>
        <p:spPr>
          <a:xfrm>
            <a:off x="1075764" y="3526827"/>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80" name="Google Shape;2180;g3f824b0376f_0_18041"/>
          <p:cNvSpPr txBox="1"/>
          <p:nvPr>
            <p:ph idx="28" type="body"/>
          </p:nvPr>
        </p:nvSpPr>
        <p:spPr>
          <a:xfrm>
            <a:off x="1075762" y="3861029"/>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81" name="Google Shape;2181;g3f824b0376f_0_18041"/>
          <p:cNvSpPr/>
          <p:nvPr/>
        </p:nvSpPr>
        <p:spPr>
          <a:xfrm>
            <a:off x="4672206" y="4738892"/>
            <a:ext cx="2697000" cy="7098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82" name="Google Shape;2182;g3f824b0376f_0_18041"/>
          <p:cNvSpPr/>
          <p:nvPr/>
        </p:nvSpPr>
        <p:spPr>
          <a:xfrm>
            <a:off x="4712827" y="4779952"/>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83" name="Google Shape;2183;g3f824b0376f_0_18041"/>
          <p:cNvSpPr/>
          <p:nvPr>
            <p:ph idx="29" type="pic"/>
          </p:nvPr>
        </p:nvSpPr>
        <p:spPr>
          <a:xfrm>
            <a:off x="4766844" y="4835939"/>
            <a:ext cx="501600" cy="501600"/>
          </a:xfrm>
          <a:prstGeom prst="rect">
            <a:avLst/>
          </a:prstGeom>
          <a:noFill/>
          <a:ln>
            <a:noFill/>
          </a:ln>
        </p:spPr>
      </p:sp>
      <p:sp>
        <p:nvSpPr>
          <p:cNvPr id="2184" name="Google Shape;2184;g3f824b0376f_0_18041"/>
          <p:cNvSpPr txBox="1"/>
          <p:nvPr>
            <p:ph idx="30" type="body"/>
          </p:nvPr>
        </p:nvSpPr>
        <p:spPr>
          <a:xfrm>
            <a:off x="5364894" y="476250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85" name="Google Shape;2185;g3f824b0376f_0_18041"/>
          <p:cNvSpPr txBox="1"/>
          <p:nvPr>
            <p:ph idx="31" type="body"/>
          </p:nvPr>
        </p:nvSpPr>
        <p:spPr>
          <a:xfrm>
            <a:off x="5364892" y="509670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86" name="Google Shape;2186;g3f824b0376f_0_18041"/>
          <p:cNvSpPr/>
          <p:nvPr/>
        </p:nvSpPr>
        <p:spPr>
          <a:xfrm>
            <a:off x="7765512" y="4738892"/>
            <a:ext cx="2697000" cy="7098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87" name="Google Shape;2187;g3f824b0376f_0_18041"/>
          <p:cNvSpPr/>
          <p:nvPr/>
        </p:nvSpPr>
        <p:spPr>
          <a:xfrm>
            <a:off x="7806133" y="4779952"/>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88" name="Google Shape;2188;g3f824b0376f_0_18041"/>
          <p:cNvSpPr/>
          <p:nvPr>
            <p:ph idx="32" type="pic"/>
          </p:nvPr>
        </p:nvSpPr>
        <p:spPr>
          <a:xfrm>
            <a:off x="7860150" y="4835939"/>
            <a:ext cx="501600" cy="501600"/>
          </a:xfrm>
          <a:prstGeom prst="rect">
            <a:avLst/>
          </a:prstGeom>
          <a:noFill/>
          <a:ln>
            <a:noFill/>
          </a:ln>
        </p:spPr>
      </p:sp>
      <p:sp>
        <p:nvSpPr>
          <p:cNvPr id="2189" name="Google Shape;2189;g3f824b0376f_0_18041"/>
          <p:cNvSpPr txBox="1"/>
          <p:nvPr>
            <p:ph idx="33" type="body"/>
          </p:nvPr>
        </p:nvSpPr>
        <p:spPr>
          <a:xfrm>
            <a:off x="8458200" y="476250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90" name="Google Shape;2190;g3f824b0376f_0_18041"/>
          <p:cNvSpPr txBox="1"/>
          <p:nvPr>
            <p:ph idx="34" type="body"/>
          </p:nvPr>
        </p:nvSpPr>
        <p:spPr>
          <a:xfrm>
            <a:off x="8458198" y="509670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91" name="Google Shape;2191;g3f824b0376f_0_18041"/>
          <p:cNvSpPr/>
          <p:nvPr/>
        </p:nvSpPr>
        <p:spPr>
          <a:xfrm>
            <a:off x="3313410" y="3510398"/>
            <a:ext cx="2697000" cy="7098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92" name="Google Shape;2192;g3f824b0376f_0_18041"/>
          <p:cNvSpPr/>
          <p:nvPr/>
        </p:nvSpPr>
        <p:spPr>
          <a:xfrm>
            <a:off x="3349252" y="3551458"/>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93" name="Google Shape;2193;g3f824b0376f_0_18041"/>
          <p:cNvSpPr/>
          <p:nvPr>
            <p:ph idx="35" type="pic"/>
          </p:nvPr>
        </p:nvSpPr>
        <p:spPr>
          <a:xfrm>
            <a:off x="3403269" y="3607445"/>
            <a:ext cx="501600" cy="501600"/>
          </a:xfrm>
          <a:prstGeom prst="rect">
            <a:avLst/>
          </a:prstGeom>
          <a:noFill/>
          <a:ln>
            <a:noFill/>
          </a:ln>
        </p:spPr>
      </p:sp>
      <p:sp>
        <p:nvSpPr>
          <p:cNvPr id="2194" name="Google Shape;2194;g3f824b0376f_0_18041"/>
          <p:cNvSpPr txBox="1"/>
          <p:nvPr>
            <p:ph idx="36" type="body"/>
          </p:nvPr>
        </p:nvSpPr>
        <p:spPr>
          <a:xfrm>
            <a:off x="4001319" y="3534009"/>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95" name="Google Shape;2195;g3f824b0376f_0_18041"/>
          <p:cNvSpPr txBox="1"/>
          <p:nvPr>
            <p:ph idx="37" type="body"/>
          </p:nvPr>
        </p:nvSpPr>
        <p:spPr>
          <a:xfrm>
            <a:off x="4001317" y="3868211"/>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96" name="Google Shape;2196;g3f824b0376f_0_18041"/>
          <p:cNvSpPr/>
          <p:nvPr/>
        </p:nvSpPr>
        <p:spPr>
          <a:xfrm>
            <a:off x="6288463" y="3498699"/>
            <a:ext cx="2697000" cy="709800"/>
          </a:xfrm>
          <a:prstGeom prst="roundRect">
            <a:avLst>
              <a:gd fmla="val 12331" name="adj"/>
            </a:avLst>
          </a:prstGeom>
          <a:solidFill>
            <a:srgbClr val="F2F2F2"/>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97" name="Google Shape;2197;g3f824b0376f_0_18041"/>
          <p:cNvSpPr/>
          <p:nvPr/>
        </p:nvSpPr>
        <p:spPr>
          <a:xfrm>
            <a:off x="6329084" y="3539759"/>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98" name="Google Shape;2198;g3f824b0376f_0_18041"/>
          <p:cNvSpPr/>
          <p:nvPr>
            <p:ph idx="38" type="pic"/>
          </p:nvPr>
        </p:nvSpPr>
        <p:spPr>
          <a:xfrm>
            <a:off x="6383101" y="3595746"/>
            <a:ext cx="501600" cy="501600"/>
          </a:xfrm>
          <a:prstGeom prst="rect">
            <a:avLst/>
          </a:prstGeom>
          <a:noFill/>
          <a:ln>
            <a:noFill/>
          </a:ln>
        </p:spPr>
      </p:sp>
      <p:sp>
        <p:nvSpPr>
          <p:cNvPr id="2199" name="Google Shape;2199;g3f824b0376f_0_18041"/>
          <p:cNvSpPr txBox="1"/>
          <p:nvPr>
            <p:ph idx="39" type="body"/>
          </p:nvPr>
        </p:nvSpPr>
        <p:spPr>
          <a:xfrm>
            <a:off x="6981151" y="3522310"/>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0" name="Google Shape;2200;g3f824b0376f_0_18041"/>
          <p:cNvSpPr txBox="1"/>
          <p:nvPr>
            <p:ph idx="40" type="body"/>
          </p:nvPr>
        </p:nvSpPr>
        <p:spPr>
          <a:xfrm>
            <a:off x="6981149" y="3856512"/>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2201" name="Google Shape;2201;g3f824b0376f_0_18041"/>
          <p:cNvCxnSpPr>
            <a:stCxn id="2136" idx="2"/>
            <a:endCxn id="2151" idx="0"/>
          </p:cNvCxnSpPr>
          <p:nvPr/>
        </p:nvCxnSpPr>
        <p:spPr>
          <a:xfrm>
            <a:off x="7636963" y="2238223"/>
            <a:ext cx="0" cy="291000"/>
          </a:xfrm>
          <a:prstGeom prst="straightConnector1">
            <a:avLst/>
          </a:prstGeom>
          <a:noFill/>
          <a:ln cap="flat" cmpd="sng" w="9525">
            <a:solidFill>
              <a:srgbClr val="E24048"/>
            </a:solidFill>
            <a:prstDash val="solid"/>
            <a:miter lim="8000"/>
            <a:headEnd len="sm" w="sm" type="none"/>
            <a:tailEnd len="med" w="med" type="stealth"/>
          </a:ln>
        </p:spPr>
      </p:cxnSp>
      <p:cxnSp>
        <p:nvCxnSpPr>
          <p:cNvPr id="2202" name="Google Shape;2202;g3f824b0376f_0_18041"/>
          <p:cNvCxnSpPr>
            <a:stCxn id="2151" idx="2"/>
            <a:endCxn id="2196" idx="0"/>
          </p:cNvCxnSpPr>
          <p:nvPr/>
        </p:nvCxnSpPr>
        <p:spPr>
          <a:xfrm>
            <a:off x="7636963" y="3238892"/>
            <a:ext cx="0" cy="259800"/>
          </a:xfrm>
          <a:prstGeom prst="straightConnector1">
            <a:avLst/>
          </a:prstGeom>
          <a:noFill/>
          <a:ln cap="flat" cmpd="sng" w="9525">
            <a:solidFill>
              <a:srgbClr val="E24048"/>
            </a:solidFill>
            <a:prstDash val="solid"/>
            <a:miter lim="8000"/>
            <a:headEnd len="sm" w="sm" type="none"/>
            <a:tailEnd len="med" w="med" type="stealth"/>
          </a:ln>
        </p:spPr>
      </p:cxnSp>
      <p:cxnSp>
        <p:nvCxnSpPr>
          <p:cNvPr id="2203" name="Google Shape;2203;g3f824b0376f_0_18041"/>
          <p:cNvCxnSpPr>
            <a:stCxn id="2161" idx="2"/>
            <a:endCxn id="2166" idx="0"/>
          </p:cNvCxnSpPr>
          <p:nvPr/>
        </p:nvCxnSpPr>
        <p:spPr>
          <a:xfrm>
            <a:off x="10593464" y="3238892"/>
            <a:ext cx="0" cy="271500"/>
          </a:xfrm>
          <a:prstGeom prst="straightConnector1">
            <a:avLst/>
          </a:prstGeom>
          <a:noFill/>
          <a:ln cap="flat" cmpd="sng" w="9525">
            <a:solidFill>
              <a:srgbClr val="E24048"/>
            </a:solidFill>
            <a:prstDash val="solid"/>
            <a:miter lim="8000"/>
            <a:headEnd len="sm" w="sm" type="none"/>
            <a:tailEnd len="med" w="med" type="stealth"/>
          </a:ln>
        </p:spPr>
      </p:cxnSp>
      <p:cxnSp>
        <p:nvCxnSpPr>
          <p:cNvPr id="2204" name="Google Shape;2204;g3f824b0376f_0_18041"/>
          <p:cNvCxnSpPr>
            <a:stCxn id="2156" idx="2"/>
            <a:endCxn id="2191" idx="0"/>
          </p:cNvCxnSpPr>
          <p:nvPr/>
        </p:nvCxnSpPr>
        <p:spPr>
          <a:xfrm>
            <a:off x="4661910" y="3238892"/>
            <a:ext cx="0" cy="271500"/>
          </a:xfrm>
          <a:prstGeom prst="straightConnector1">
            <a:avLst/>
          </a:prstGeom>
          <a:noFill/>
          <a:ln cap="flat" cmpd="sng" w="9525">
            <a:solidFill>
              <a:srgbClr val="E24048"/>
            </a:solidFill>
            <a:prstDash val="solid"/>
            <a:miter lim="8000"/>
            <a:headEnd len="sm" w="sm" type="none"/>
            <a:tailEnd len="med" w="med" type="stealth"/>
          </a:ln>
        </p:spPr>
      </p:cxnSp>
      <p:cxnSp>
        <p:nvCxnSpPr>
          <p:cNvPr id="2205" name="Google Shape;2205;g3f824b0376f_0_18041"/>
          <p:cNvCxnSpPr>
            <a:stCxn id="2136" idx="2"/>
            <a:endCxn id="2156" idx="0"/>
          </p:cNvCxnSpPr>
          <p:nvPr/>
        </p:nvCxnSpPr>
        <p:spPr>
          <a:xfrm rot="5400000">
            <a:off x="6003913" y="896173"/>
            <a:ext cx="291000" cy="2975100"/>
          </a:xfrm>
          <a:prstGeom prst="bentConnector3">
            <a:avLst>
              <a:gd fmla="val 50000" name="adj1"/>
            </a:avLst>
          </a:prstGeom>
          <a:noFill/>
          <a:ln cap="flat" cmpd="sng" w="9525">
            <a:solidFill>
              <a:srgbClr val="E24048"/>
            </a:solidFill>
            <a:prstDash val="solid"/>
            <a:miter lim="8000"/>
            <a:headEnd len="sm" w="sm" type="none"/>
            <a:tailEnd len="med" w="med" type="stealth"/>
          </a:ln>
        </p:spPr>
      </p:cxnSp>
      <p:cxnSp>
        <p:nvCxnSpPr>
          <p:cNvPr id="2206" name="Google Shape;2206;g3f824b0376f_0_18041"/>
          <p:cNvCxnSpPr>
            <a:stCxn id="2136" idx="2"/>
            <a:endCxn id="2161" idx="0"/>
          </p:cNvCxnSpPr>
          <p:nvPr/>
        </p:nvCxnSpPr>
        <p:spPr>
          <a:xfrm flipH="1" rot="-5400000">
            <a:off x="8969713" y="905473"/>
            <a:ext cx="291000" cy="2956500"/>
          </a:xfrm>
          <a:prstGeom prst="bentConnector3">
            <a:avLst>
              <a:gd fmla="val 50000" name="adj1"/>
            </a:avLst>
          </a:prstGeom>
          <a:noFill/>
          <a:ln cap="flat" cmpd="sng" w="9525">
            <a:solidFill>
              <a:srgbClr val="E24048"/>
            </a:solidFill>
            <a:prstDash val="solid"/>
            <a:miter lim="8000"/>
            <a:headEnd len="sm" w="sm" type="none"/>
            <a:tailEnd len="med" w="med" type="stealth"/>
          </a:ln>
        </p:spPr>
      </p:cxnSp>
      <p:cxnSp>
        <p:nvCxnSpPr>
          <p:cNvPr id="2207" name="Google Shape;2207;g3f824b0376f_0_18041"/>
          <p:cNvCxnSpPr>
            <a:stCxn id="2196" idx="2"/>
            <a:endCxn id="2181" idx="0"/>
          </p:cNvCxnSpPr>
          <p:nvPr/>
        </p:nvCxnSpPr>
        <p:spPr>
          <a:xfrm rot="5400000">
            <a:off x="6563563" y="3665499"/>
            <a:ext cx="530400" cy="1616400"/>
          </a:xfrm>
          <a:prstGeom prst="bentConnector3">
            <a:avLst>
              <a:gd fmla="val 50000" name="adj1"/>
            </a:avLst>
          </a:prstGeom>
          <a:noFill/>
          <a:ln cap="flat" cmpd="sng" w="9525">
            <a:solidFill>
              <a:srgbClr val="E24048"/>
            </a:solidFill>
            <a:prstDash val="solid"/>
            <a:miter lim="8000"/>
            <a:headEnd len="sm" w="sm" type="none"/>
            <a:tailEnd len="med" w="med" type="stealth"/>
          </a:ln>
        </p:spPr>
      </p:cxnSp>
      <p:cxnSp>
        <p:nvCxnSpPr>
          <p:cNvPr id="2208" name="Google Shape;2208;g3f824b0376f_0_18041"/>
          <p:cNvCxnSpPr>
            <a:stCxn id="2196" idx="2"/>
            <a:endCxn id="2186" idx="0"/>
          </p:cNvCxnSpPr>
          <p:nvPr/>
        </p:nvCxnSpPr>
        <p:spPr>
          <a:xfrm flipH="1" rot="-5400000">
            <a:off x="8110213" y="3735249"/>
            <a:ext cx="530400" cy="1476900"/>
          </a:xfrm>
          <a:prstGeom prst="bentConnector3">
            <a:avLst>
              <a:gd fmla="val 50000" name="adj1"/>
            </a:avLst>
          </a:prstGeom>
          <a:noFill/>
          <a:ln cap="flat" cmpd="sng" w="9525">
            <a:solidFill>
              <a:srgbClr val="E24048"/>
            </a:solidFill>
            <a:prstDash val="solid"/>
            <a:miter lim="8000"/>
            <a:headEnd len="sm" w="sm" type="none"/>
            <a:tailEnd len="med" w="med" type="stealth"/>
          </a:ln>
        </p:spPr>
      </p:cxnSp>
      <p:sp>
        <p:nvSpPr>
          <p:cNvPr id="2209" name="Google Shape;2209;g3f824b0376f_0_18041"/>
          <p:cNvSpPr/>
          <p:nvPr/>
        </p:nvSpPr>
        <p:spPr>
          <a:xfrm>
            <a:off x="383076" y="4434092"/>
            <a:ext cx="2697000" cy="709800"/>
          </a:xfrm>
          <a:prstGeom prst="roundRect">
            <a:avLst>
              <a:gd fmla="val 12331" name="adj"/>
            </a:avLst>
          </a:prstGeom>
          <a:solidFill>
            <a:srgbClr val="F2F2F2"/>
          </a:solidFill>
          <a:ln cap="flat" cmpd="sng" w="12700">
            <a:solidFill>
              <a:srgbClr val="6E8C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10" name="Google Shape;2210;g3f824b0376f_0_18041"/>
          <p:cNvSpPr/>
          <p:nvPr/>
        </p:nvSpPr>
        <p:spPr>
          <a:xfrm>
            <a:off x="423697" y="4475152"/>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11" name="Google Shape;2211;g3f824b0376f_0_18041"/>
          <p:cNvSpPr/>
          <p:nvPr>
            <p:ph idx="41" type="pic"/>
          </p:nvPr>
        </p:nvSpPr>
        <p:spPr>
          <a:xfrm>
            <a:off x="477714" y="4531139"/>
            <a:ext cx="501600" cy="501600"/>
          </a:xfrm>
          <a:prstGeom prst="rect">
            <a:avLst/>
          </a:prstGeom>
          <a:noFill/>
          <a:ln>
            <a:noFill/>
          </a:ln>
        </p:spPr>
      </p:sp>
      <p:sp>
        <p:nvSpPr>
          <p:cNvPr id="2212" name="Google Shape;2212;g3f824b0376f_0_18041"/>
          <p:cNvSpPr txBox="1"/>
          <p:nvPr>
            <p:ph idx="42" type="body"/>
          </p:nvPr>
        </p:nvSpPr>
        <p:spPr>
          <a:xfrm>
            <a:off x="1075764" y="445770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13" name="Google Shape;2213;g3f824b0376f_0_18041"/>
          <p:cNvSpPr txBox="1"/>
          <p:nvPr>
            <p:ph idx="43" type="body"/>
          </p:nvPr>
        </p:nvSpPr>
        <p:spPr>
          <a:xfrm>
            <a:off x="1075762" y="479190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14" name="Google Shape;2214;g3f824b0376f_0_18041"/>
          <p:cNvSpPr/>
          <p:nvPr/>
        </p:nvSpPr>
        <p:spPr>
          <a:xfrm>
            <a:off x="383076" y="5348492"/>
            <a:ext cx="2697000" cy="709800"/>
          </a:xfrm>
          <a:prstGeom prst="roundRect">
            <a:avLst>
              <a:gd fmla="val 12331" name="adj"/>
            </a:avLst>
          </a:prstGeom>
          <a:solidFill>
            <a:srgbClr val="F2F2F2"/>
          </a:solidFill>
          <a:ln cap="flat" cmpd="sng" w="12700">
            <a:solidFill>
              <a:srgbClr val="6E8CC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15" name="Google Shape;2215;g3f824b0376f_0_18041"/>
          <p:cNvSpPr/>
          <p:nvPr/>
        </p:nvSpPr>
        <p:spPr>
          <a:xfrm>
            <a:off x="423697" y="5389552"/>
            <a:ext cx="599700" cy="599700"/>
          </a:xfrm>
          <a:prstGeom prst="ellipse">
            <a:avLst/>
          </a:prstGeom>
          <a:solidFill>
            <a:schemeClr val="lt1"/>
          </a:solidFill>
          <a:ln cap="flat" cmpd="sng" w="12700">
            <a:solidFill>
              <a:srgbClr val="AEABA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16" name="Google Shape;2216;g3f824b0376f_0_18041"/>
          <p:cNvSpPr/>
          <p:nvPr>
            <p:ph idx="44" type="pic"/>
          </p:nvPr>
        </p:nvSpPr>
        <p:spPr>
          <a:xfrm>
            <a:off x="477714" y="5445539"/>
            <a:ext cx="501600" cy="501600"/>
          </a:xfrm>
          <a:prstGeom prst="rect">
            <a:avLst/>
          </a:prstGeom>
          <a:noFill/>
          <a:ln>
            <a:noFill/>
          </a:ln>
        </p:spPr>
      </p:sp>
      <p:sp>
        <p:nvSpPr>
          <p:cNvPr id="2217" name="Google Shape;2217;g3f824b0376f_0_18041"/>
          <p:cNvSpPr txBox="1"/>
          <p:nvPr>
            <p:ph idx="45" type="body"/>
          </p:nvPr>
        </p:nvSpPr>
        <p:spPr>
          <a:xfrm>
            <a:off x="1075764" y="5372103"/>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A3838"/>
              </a:buClr>
              <a:buSzPts val="1400"/>
              <a:buFont typeface="Arial"/>
              <a:buNone/>
              <a:defRPr b="1" i="0" sz="1400" u="none" cap="none" strike="noStrike">
                <a:solidFill>
                  <a:srgbClr val="3A3838"/>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18" name="Google Shape;2218;g3f824b0376f_0_18041"/>
          <p:cNvSpPr txBox="1"/>
          <p:nvPr>
            <p:ph idx="46" type="body"/>
          </p:nvPr>
        </p:nvSpPr>
        <p:spPr>
          <a:xfrm>
            <a:off x="1075762" y="5706305"/>
            <a:ext cx="1980000" cy="32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070"/>
              </a:buClr>
              <a:buSzPts val="1200"/>
              <a:buFont typeface="Arial"/>
              <a:buNone/>
              <a:defRPr b="0" i="0" sz="1200" u="none" cap="none" strike="noStrike">
                <a:solidFill>
                  <a:srgbClr val="757070"/>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2219" name="Google Shape;2219;g3f824b0376f_0_18041"/>
          <p:cNvCxnSpPr>
            <a:stCxn id="2146" idx="2"/>
            <a:endCxn id="2171" idx="0"/>
          </p:cNvCxnSpPr>
          <p:nvPr/>
        </p:nvCxnSpPr>
        <p:spPr>
          <a:xfrm>
            <a:off x="1731576" y="2238223"/>
            <a:ext cx="0" cy="288900"/>
          </a:xfrm>
          <a:prstGeom prst="straightConnector1">
            <a:avLst/>
          </a:prstGeom>
          <a:noFill/>
          <a:ln cap="flat" cmpd="sng" w="9525">
            <a:solidFill>
              <a:srgbClr val="E24048"/>
            </a:solidFill>
            <a:prstDash val="solid"/>
            <a:miter lim="8000"/>
            <a:headEnd len="sm" w="sm" type="none"/>
            <a:tailEnd len="med" w="med" type="stealth"/>
          </a:ln>
        </p:spPr>
      </p:cxnSp>
      <p:cxnSp>
        <p:nvCxnSpPr>
          <p:cNvPr id="2220" name="Google Shape;2220;g3f824b0376f_0_18041"/>
          <p:cNvCxnSpPr>
            <a:stCxn id="2171" idx="2"/>
            <a:endCxn id="2176" idx="0"/>
          </p:cNvCxnSpPr>
          <p:nvPr/>
        </p:nvCxnSpPr>
        <p:spPr>
          <a:xfrm>
            <a:off x="1731576" y="3236833"/>
            <a:ext cx="0" cy="266400"/>
          </a:xfrm>
          <a:prstGeom prst="straightConnector1">
            <a:avLst/>
          </a:prstGeom>
          <a:noFill/>
          <a:ln cap="flat" cmpd="sng" w="9525">
            <a:solidFill>
              <a:srgbClr val="E24048"/>
            </a:solidFill>
            <a:prstDash val="solid"/>
            <a:miter lim="8000"/>
            <a:headEnd len="sm" w="sm" type="none"/>
            <a:tailEnd len="med" w="med" type="stealth"/>
          </a:ln>
        </p:spPr>
      </p:cxnSp>
      <p:cxnSp>
        <p:nvCxnSpPr>
          <p:cNvPr id="2221" name="Google Shape;2221;g3f824b0376f_0_18041"/>
          <p:cNvCxnSpPr>
            <a:stCxn id="2176" idx="2"/>
            <a:endCxn id="2214" idx="1"/>
          </p:cNvCxnSpPr>
          <p:nvPr/>
        </p:nvCxnSpPr>
        <p:spPr>
          <a:xfrm rot="5400000">
            <a:off x="312126" y="4283966"/>
            <a:ext cx="1490400" cy="1348500"/>
          </a:xfrm>
          <a:prstGeom prst="bentConnector4">
            <a:avLst>
              <a:gd fmla="val 8072" name="adj1"/>
              <a:gd fmla="val 116954" name="adj2"/>
            </a:avLst>
          </a:prstGeom>
          <a:noFill/>
          <a:ln cap="flat" cmpd="sng" w="9525">
            <a:solidFill>
              <a:srgbClr val="E24048"/>
            </a:solidFill>
            <a:prstDash val="solid"/>
            <a:miter lim="8000"/>
            <a:headEnd len="sm" w="sm" type="none"/>
            <a:tailEnd len="med" w="med" type="stealth"/>
          </a:ln>
        </p:spPr>
      </p:cxnSp>
      <p:cxnSp>
        <p:nvCxnSpPr>
          <p:cNvPr id="2222" name="Google Shape;2222;g3f824b0376f_0_18041"/>
          <p:cNvCxnSpPr>
            <a:stCxn id="2176" idx="2"/>
            <a:endCxn id="2209" idx="1"/>
          </p:cNvCxnSpPr>
          <p:nvPr/>
        </p:nvCxnSpPr>
        <p:spPr>
          <a:xfrm rot="5400000">
            <a:off x="769326" y="3826766"/>
            <a:ext cx="576000" cy="1348500"/>
          </a:xfrm>
          <a:prstGeom prst="bentConnector4">
            <a:avLst>
              <a:gd fmla="val 20321" name="adj1"/>
              <a:gd fmla="val 116954" name="adj2"/>
            </a:avLst>
          </a:prstGeom>
          <a:noFill/>
          <a:ln cap="flat" cmpd="sng" w="9525">
            <a:solidFill>
              <a:srgbClr val="E24048"/>
            </a:solidFill>
            <a:prstDash val="solid"/>
            <a:miter lim="8000"/>
            <a:headEnd len="sm" w="sm" type="none"/>
            <a:tailEnd len="med" w="med" type="stealth"/>
          </a:ln>
        </p:spPr>
      </p:cxnSp>
      <p:cxnSp>
        <p:nvCxnSpPr>
          <p:cNvPr id="2223" name="Google Shape;2223;g3f824b0376f_0_18041"/>
          <p:cNvCxnSpPr/>
          <p:nvPr/>
        </p:nvCxnSpPr>
        <p:spPr>
          <a:xfrm>
            <a:off x="3208713" y="898071"/>
            <a:ext cx="0" cy="5403000"/>
          </a:xfrm>
          <a:prstGeom prst="straightConnector1">
            <a:avLst/>
          </a:prstGeom>
          <a:noFill/>
          <a:ln cap="flat" cmpd="sng" w="12700">
            <a:solidFill>
              <a:srgbClr val="AEABAB"/>
            </a:solidFill>
            <a:prstDash val="dash"/>
            <a:miter lim="8000"/>
            <a:headEnd len="sm" w="sm" type="none"/>
            <a:tailEnd len="sm" w="sm" type="none"/>
          </a:ln>
        </p:spPr>
      </p:cxnSp>
      <p:sp>
        <p:nvSpPr>
          <p:cNvPr id="2224" name="Google Shape;2224;g3f824b0376f_0_18041"/>
          <p:cNvSpPr txBox="1"/>
          <p:nvPr>
            <p:ph idx="47" type="body"/>
          </p:nvPr>
        </p:nvSpPr>
        <p:spPr>
          <a:xfrm>
            <a:off x="489179" y="930275"/>
            <a:ext cx="2498700" cy="4413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25" name="Google Shape;2225;g3f824b0376f_0_18041"/>
          <p:cNvSpPr txBox="1"/>
          <p:nvPr>
            <p:ph idx="48" type="body"/>
          </p:nvPr>
        </p:nvSpPr>
        <p:spPr>
          <a:xfrm>
            <a:off x="6384472" y="930275"/>
            <a:ext cx="2498700" cy="4413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2226" name="Shape 2226"/>
        <p:cNvGrpSpPr/>
        <p:nvPr/>
      </p:nvGrpSpPr>
      <p:grpSpPr>
        <a:xfrm>
          <a:off x="0" y="0"/>
          <a:ext cx="0" cy="0"/>
          <a:chOff x="0" y="0"/>
          <a:chExt cx="0" cy="0"/>
        </a:xfrm>
      </p:grpSpPr>
      <p:sp>
        <p:nvSpPr>
          <p:cNvPr id="2227" name="Google Shape;2227;g3f824b0376f_0_18132"/>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228" name="Google Shape;2228;g3f824b0376f_0_18132"/>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229" name="Google Shape;2229;g3f824b0376f_0_18132"/>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230" name="Google Shape;2230;g3f824b0376f_0_18132"/>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231" name="Google Shape;2231;g3f824b0376f_0_18132"/>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232" name="Google Shape;2232;g3f824b0376f_0_18132"/>
          <p:cNvSpPr/>
          <p:nvPr>
            <p:ph idx="2" type="pic"/>
          </p:nvPr>
        </p:nvSpPr>
        <p:spPr>
          <a:xfrm>
            <a:off x="234168" y="1131888"/>
            <a:ext cx="3885900" cy="5142000"/>
          </a:xfrm>
          <a:prstGeom prst="rect">
            <a:avLst/>
          </a:prstGeom>
          <a:noFill/>
          <a:ln>
            <a:noFill/>
          </a:ln>
        </p:spPr>
      </p:sp>
      <p:sp>
        <p:nvSpPr>
          <p:cNvPr id="2233" name="Google Shape;2233;g3f824b0376f_0_18132"/>
          <p:cNvSpPr txBox="1"/>
          <p:nvPr>
            <p:ph idx="3" type="body"/>
          </p:nvPr>
        </p:nvSpPr>
        <p:spPr>
          <a:xfrm>
            <a:off x="4340225" y="1131888"/>
            <a:ext cx="7585200" cy="5142000"/>
          </a:xfrm>
          <a:prstGeom prst="rect">
            <a:avLst/>
          </a:prstGeom>
          <a:noFill/>
          <a:ln>
            <a:noFill/>
          </a:ln>
        </p:spPr>
        <p:txBody>
          <a:bodyPr anchorCtr="0" anchor="t" bIns="45700" lIns="0" spcFirstLastPara="1" rIns="91425" wrap="square" tIns="45700">
            <a:noAutofit/>
          </a:bodyPr>
          <a:lstStyle>
            <a:lvl1pPr indent="-355600" lvl="0" marL="457200" marR="0" rtl="0" algn="l">
              <a:lnSpc>
                <a:spcPct val="90000"/>
              </a:lnSpc>
              <a:spcBef>
                <a:spcPts val="10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6">
    <p:spTree>
      <p:nvGrpSpPr>
        <p:cNvPr id="2234" name="Shape 2234"/>
        <p:cNvGrpSpPr/>
        <p:nvPr/>
      </p:nvGrpSpPr>
      <p:grpSpPr>
        <a:xfrm>
          <a:off x="0" y="0"/>
          <a:ext cx="0" cy="0"/>
          <a:chOff x="0" y="0"/>
          <a:chExt cx="0" cy="0"/>
        </a:xfrm>
      </p:grpSpPr>
      <p:sp>
        <p:nvSpPr>
          <p:cNvPr id="2235" name="Google Shape;2235;g3f824b0376f_0_18140"/>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236" name="Google Shape;2236;g3f824b0376f_0_18140"/>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237" name="Google Shape;2237;g3f824b0376f_0_18140"/>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238" name="Google Shape;2238;g3f824b0376f_0_18140"/>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239" name="Google Shape;2239;g3f824b0376f_0_18140"/>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240" name="Google Shape;2240;g3f824b0376f_0_18140"/>
          <p:cNvSpPr/>
          <p:nvPr>
            <p:ph idx="2" type="pic"/>
          </p:nvPr>
        </p:nvSpPr>
        <p:spPr>
          <a:xfrm>
            <a:off x="10242061" y="1014733"/>
            <a:ext cx="900000" cy="900000"/>
          </a:xfrm>
          <a:prstGeom prst="rect">
            <a:avLst/>
          </a:prstGeom>
          <a:noFill/>
          <a:ln>
            <a:noFill/>
          </a:ln>
        </p:spPr>
      </p:sp>
      <p:sp>
        <p:nvSpPr>
          <p:cNvPr id="2241" name="Google Shape;2241;g3f824b0376f_0_18140"/>
          <p:cNvSpPr txBox="1"/>
          <p:nvPr>
            <p:ph idx="3" type="body"/>
          </p:nvPr>
        </p:nvSpPr>
        <p:spPr>
          <a:xfrm>
            <a:off x="9630571" y="2121464"/>
            <a:ext cx="2123100" cy="334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42" name="Google Shape;2242;g3f824b0376f_0_18140"/>
          <p:cNvSpPr txBox="1"/>
          <p:nvPr>
            <p:ph idx="4" type="body"/>
          </p:nvPr>
        </p:nvSpPr>
        <p:spPr>
          <a:xfrm>
            <a:off x="9630571" y="2484176"/>
            <a:ext cx="2123100" cy="7296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43" name="Google Shape;2243;g3f824b0376f_0_18140"/>
          <p:cNvSpPr/>
          <p:nvPr>
            <p:ph idx="5" type="pic"/>
          </p:nvPr>
        </p:nvSpPr>
        <p:spPr>
          <a:xfrm>
            <a:off x="10242061" y="3660587"/>
            <a:ext cx="900000" cy="900000"/>
          </a:xfrm>
          <a:prstGeom prst="rect">
            <a:avLst/>
          </a:prstGeom>
          <a:noFill/>
          <a:ln>
            <a:noFill/>
          </a:ln>
        </p:spPr>
      </p:sp>
      <p:sp>
        <p:nvSpPr>
          <p:cNvPr id="2244" name="Google Shape;2244;g3f824b0376f_0_18140"/>
          <p:cNvSpPr txBox="1"/>
          <p:nvPr>
            <p:ph idx="6" type="body"/>
          </p:nvPr>
        </p:nvSpPr>
        <p:spPr>
          <a:xfrm>
            <a:off x="9630571" y="4767318"/>
            <a:ext cx="2123100" cy="334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45" name="Google Shape;2245;g3f824b0376f_0_18140"/>
          <p:cNvSpPr txBox="1"/>
          <p:nvPr>
            <p:ph idx="7" type="body"/>
          </p:nvPr>
        </p:nvSpPr>
        <p:spPr>
          <a:xfrm>
            <a:off x="9630571" y="5130030"/>
            <a:ext cx="2123100" cy="7296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46" name="Google Shape;2246;g3f824b0376f_0_18140"/>
          <p:cNvSpPr txBox="1"/>
          <p:nvPr>
            <p:ph idx="8" type="body"/>
          </p:nvPr>
        </p:nvSpPr>
        <p:spPr>
          <a:xfrm>
            <a:off x="385796" y="4758766"/>
            <a:ext cx="2401800" cy="326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47" name="Google Shape;2247;g3f824b0376f_0_18140"/>
          <p:cNvSpPr txBox="1"/>
          <p:nvPr>
            <p:ph idx="9" type="body"/>
          </p:nvPr>
        </p:nvSpPr>
        <p:spPr>
          <a:xfrm>
            <a:off x="385796" y="5109185"/>
            <a:ext cx="2401800" cy="793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48" name="Google Shape;2248;g3f824b0376f_0_18140"/>
          <p:cNvSpPr txBox="1"/>
          <p:nvPr>
            <p:ph idx="13" type="body"/>
          </p:nvPr>
        </p:nvSpPr>
        <p:spPr>
          <a:xfrm>
            <a:off x="3648403" y="4758766"/>
            <a:ext cx="2401800" cy="326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49" name="Google Shape;2249;g3f824b0376f_0_18140"/>
          <p:cNvSpPr txBox="1"/>
          <p:nvPr>
            <p:ph idx="14" type="body"/>
          </p:nvPr>
        </p:nvSpPr>
        <p:spPr>
          <a:xfrm>
            <a:off x="3648403" y="5109185"/>
            <a:ext cx="2401800" cy="793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50" name="Google Shape;2250;g3f824b0376f_0_18140"/>
          <p:cNvSpPr txBox="1"/>
          <p:nvPr>
            <p:ph idx="15" type="body"/>
          </p:nvPr>
        </p:nvSpPr>
        <p:spPr>
          <a:xfrm>
            <a:off x="6911010" y="4758766"/>
            <a:ext cx="2401800" cy="326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51" name="Google Shape;2251;g3f824b0376f_0_18140"/>
          <p:cNvSpPr txBox="1"/>
          <p:nvPr>
            <p:ph idx="16" type="body"/>
          </p:nvPr>
        </p:nvSpPr>
        <p:spPr>
          <a:xfrm>
            <a:off x="6911010" y="5109185"/>
            <a:ext cx="2401800" cy="793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2252" name="Google Shape;2252;g3f824b0376f_0_18140"/>
          <p:cNvCxnSpPr/>
          <p:nvPr/>
        </p:nvCxnSpPr>
        <p:spPr>
          <a:xfrm>
            <a:off x="3218004" y="4780547"/>
            <a:ext cx="0" cy="1235100"/>
          </a:xfrm>
          <a:prstGeom prst="straightConnector1">
            <a:avLst/>
          </a:prstGeom>
          <a:noFill/>
          <a:ln cap="flat" cmpd="sng" w="12700">
            <a:solidFill>
              <a:srgbClr val="BFBFBF"/>
            </a:solidFill>
            <a:prstDash val="solid"/>
            <a:miter lim="8000"/>
            <a:headEnd len="sm" w="sm" type="none"/>
            <a:tailEnd len="sm" w="sm" type="none"/>
          </a:ln>
        </p:spPr>
      </p:cxnSp>
      <p:cxnSp>
        <p:nvCxnSpPr>
          <p:cNvPr id="2253" name="Google Shape;2253;g3f824b0376f_0_18140"/>
          <p:cNvCxnSpPr/>
          <p:nvPr/>
        </p:nvCxnSpPr>
        <p:spPr>
          <a:xfrm>
            <a:off x="6480611" y="4780547"/>
            <a:ext cx="0" cy="1235100"/>
          </a:xfrm>
          <a:prstGeom prst="straightConnector1">
            <a:avLst/>
          </a:prstGeom>
          <a:noFill/>
          <a:ln cap="flat" cmpd="sng" w="12700">
            <a:solidFill>
              <a:srgbClr val="BFBFBF"/>
            </a:solidFill>
            <a:prstDash val="solid"/>
            <a:miter lim="8000"/>
            <a:headEnd len="sm" w="sm" type="none"/>
            <a:tailEnd len="sm" w="sm" type="none"/>
          </a:ln>
        </p:spPr>
      </p:cxnSp>
      <p:cxnSp>
        <p:nvCxnSpPr>
          <p:cNvPr id="2254" name="Google Shape;2254;g3f824b0376f_0_18140"/>
          <p:cNvCxnSpPr/>
          <p:nvPr/>
        </p:nvCxnSpPr>
        <p:spPr>
          <a:xfrm rot="10800000">
            <a:off x="10692061" y="2379070"/>
            <a:ext cx="0" cy="2188200"/>
          </a:xfrm>
          <a:prstGeom prst="straightConnector1">
            <a:avLst/>
          </a:prstGeom>
          <a:noFill/>
          <a:ln cap="flat" cmpd="sng" w="12700">
            <a:solidFill>
              <a:srgbClr val="BFBFBF"/>
            </a:solidFill>
            <a:prstDash val="solid"/>
            <a:miter lim="8000"/>
            <a:headEnd len="sm" w="sm" type="none"/>
            <a:tailEnd len="sm" w="sm" type="none"/>
          </a:ln>
        </p:spPr>
      </p:cxnSp>
      <p:sp>
        <p:nvSpPr>
          <p:cNvPr id="2255" name="Google Shape;2255;g3f824b0376f_0_18140"/>
          <p:cNvSpPr txBox="1"/>
          <p:nvPr>
            <p:ph idx="17" type="body"/>
          </p:nvPr>
        </p:nvSpPr>
        <p:spPr>
          <a:xfrm>
            <a:off x="334962" y="1305402"/>
            <a:ext cx="8980500" cy="32238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56" name="Google Shape;2256;g3f824b0376f_0_18140"/>
          <p:cNvSpPr txBox="1"/>
          <p:nvPr>
            <p:ph idx="18" type="body"/>
          </p:nvPr>
        </p:nvSpPr>
        <p:spPr>
          <a:xfrm>
            <a:off x="334962" y="929443"/>
            <a:ext cx="8980500" cy="342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7512">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7">
    <p:spTree>
      <p:nvGrpSpPr>
        <p:cNvPr id="2257" name="Shape 2257"/>
        <p:cNvGrpSpPr/>
        <p:nvPr/>
      </p:nvGrpSpPr>
      <p:grpSpPr>
        <a:xfrm>
          <a:off x="0" y="0"/>
          <a:ext cx="0" cy="0"/>
          <a:chOff x="0" y="0"/>
          <a:chExt cx="0" cy="0"/>
        </a:xfrm>
      </p:grpSpPr>
      <p:sp>
        <p:nvSpPr>
          <p:cNvPr id="2258" name="Google Shape;2258;g3f824b0376f_0_18163"/>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259" name="Google Shape;2259;g3f824b0376f_0_18163"/>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260" name="Google Shape;2260;g3f824b0376f_0_18163"/>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261" name="Google Shape;2261;g3f824b0376f_0_18163"/>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262" name="Google Shape;2262;g3f824b0376f_0_18163"/>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263" name="Google Shape;2263;g3f824b0376f_0_18163"/>
          <p:cNvSpPr/>
          <p:nvPr>
            <p:ph idx="2" type="chart"/>
          </p:nvPr>
        </p:nvSpPr>
        <p:spPr>
          <a:xfrm>
            <a:off x="6974498" y="1355499"/>
            <a:ext cx="4912800" cy="43542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4" name="Google Shape;2264;g3f824b0376f_0_18163"/>
          <p:cNvSpPr txBox="1"/>
          <p:nvPr>
            <p:ph idx="3" type="body"/>
          </p:nvPr>
        </p:nvSpPr>
        <p:spPr>
          <a:xfrm>
            <a:off x="345585" y="1355713"/>
            <a:ext cx="6403500" cy="350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5" name="Google Shape;2265;g3f824b0376f_0_18163"/>
          <p:cNvSpPr txBox="1"/>
          <p:nvPr>
            <p:ph idx="4" type="body"/>
          </p:nvPr>
        </p:nvSpPr>
        <p:spPr>
          <a:xfrm>
            <a:off x="345585" y="1733265"/>
            <a:ext cx="6403500" cy="3983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8">
    <p:spTree>
      <p:nvGrpSpPr>
        <p:cNvPr id="2266" name="Shape 2266"/>
        <p:cNvGrpSpPr/>
        <p:nvPr/>
      </p:nvGrpSpPr>
      <p:grpSpPr>
        <a:xfrm>
          <a:off x="0" y="0"/>
          <a:ext cx="0" cy="0"/>
          <a:chOff x="0" y="0"/>
          <a:chExt cx="0" cy="0"/>
        </a:xfrm>
      </p:grpSpPr>
      <p:sp>
        <p:nvSpPr>
          <p:cNvPr id="2267" name="Google Shape;2267;g3f824b0376f_0_18172"/>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268" name="Google Shape;2268;g3f824b0376f_0_18172"/>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269" name="Google Shape;2269;g3f824b0376f_0_18172"/>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270" name="Google Shape;2270;g3f824b0376f_0_18172"/>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271" name="Google Shape;2271;g3f824b0376f_0_18172"/>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272" name="Google Shape;2272;g3f824b0376f_0_18172"/>
          <p:cNvSpPr txBox="1"/>
          <p:nvPr>
            <p:ph idx="2" type="body"/>
          </p:nvPr>
        </p:nvSpPr>
        <p:spPr>
          <a:xfrm>
            <a:off x="346962" y="1290688"/>
            <a:ext cx="11583900" cy="792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73" name="Google Shape;2273;g3f824b0376f_0_18172"/>
          <p:cNvSpPr/>
          <p:nvPr>
            <p:ph idx="3" type="tbl"/>
          </p:nvPr>
        </p:nvSpPr>
        <p:spPr>
          <a:xfrm>
            <a:off x="346962" y="2122311"/>
            <a:ext cx="11583900" cy="4018800"/>
          </a:xfrm>
          <a:prstGeom prst="rect">
            <a:avLst/>
          </a:prstGeom>
          <a:noFill/>
          <a:ln>
            <a:noFill/>
          </a:ln>
        </p:spPr>
        <p:txBody>
          <a:bodyPr anchorCtr="0" anchor="t" bIns="45700" lIns="0" spcFirstLastPara="1" rIns="91425" wrap="square" tIns="45700">
            <a:noAutofit/>
          </a:bodyPr>
          <a:lstStyle>
            <a:lvl1pPr lvl="0"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4" name="Google Shape;2274;g3f824b0376f_0_18172"/>
          <p:cNvSpPr txBox="1"/>
          <p:nvPr>
            <p:ph idx="4" type="body"/>
          </p:nvPr>
        </p:nvSpPr>
        <p:spPr>
          <a:xfrm>
            <a:off x="346962" y="929442"/>
            <a:ext cx="11583900" cy="340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9">
    <p:spTree>
      <p:nvGrpSpPr>
        <p:cNvPr id="2275" name="Shape 2275"/>
        <p:cNvGrpSpPr/>
        <p:nvPr/>
      </p:nvGrpSpPr>
      <p:grpSpPr>
        <a:xfrm>
          <a:off x="0" y="0"/>
          <a:ext cx="0" cy="0"/>
          <a:chOff x="0" y="0"/>
          <a:chExt cx="0" cy="0"/>
        </a:xfrm>
      </p:grpSpPr>
      <p:sp>
        <p:nvSpPr>
          <p:cNvPr id="2276" name="Google Shape;2276;g3f824b0376f_0_18181"/>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277" name="Google Shape;2277;g3f824b0376f_0_18181"/>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278" name="Google Shape;2278;g3f824b0376f_0_18181"/>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279" name="Google Shape;2279;g3f824b0376f_0_18181"/>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280" name="Google Shape;2280;g3f824b0376f_0_18181"/>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281" name="Google Shape;2281;g3f824b0376f_0_18181"/>
          <p:cNvSpPr txBox="1"/>
          <p:nvPr>
            <p:ph idx="2" type="body"/>
          </p:nvPr>
        </p:nvSpPr>
        <p:spPr>
          <a:xfrm>
            <a:off x="341885" y="2979362"/>
            <a:ext cx="3528000" cy="369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rgbClr val="1E3D7D"/>
              </a:buClr>
              <a:buSzPts val="1600"/>
              <a:buFont typeface="Arial"/>
              <a:buNone/>
              <a:defRPr b="1" i="0" sz="16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82" name="Google Shape;2282;g3f824b0376f_0_18181"/>
          <p:cNvSpPr txBox="1"/>
          <p:nvPr>
            <p:ph idx="3" type="body"/>
          </p:nvPr>
        </p:nvSpPr>
        <p:spPr>
          <a:xfrm>
            <a:off x="341885" y="3365288"/>
            <a:ext cx="3525900" cy="2761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83" name="Google Shape;2283;g3f824b0376f_0_18181"/>
          <p:cNvSpPr txBox="1"/>
          <p:nvPr>
            <p:ph idx="4" type="body"/>
          </p:nvPr>
        </p:nvSpPr>
        <p:spPr>
          <a:xfrm>
            <a:off x="4423178" y="2979362"/>
            <a:ext cx="3528000" cy="369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rgbClr val="1E3D7D"/>
              </a:buClr>
              <a:buSzPts val="1600"/>
              <a:buFont typeface="Arial"/>
              <a:buNone/>
              <a:defRPr b="1" i="0" sz="16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84" name="Google Shape;2284;g3f824b0376f_0_18181"/>
          <p:cNvSpPr txBox="1"/>
          <p:nvPr>
            <p:ph idx="5" type="body"/>
          </p:nvPr>
        </p:nvSpPr>
        <p:spPr>
          <a:xfrm>
            <a:off x="4425264" y="3365288"/>
            <a:ext cx="3525900" cy="2761500"/>
          </a:xfrm>
          <a:prstGeom prst="rect">
            <a:avLst/>
          </a:prstGeom>
          <a:noFill/>
          <a:ln>
            <a:noFill/>
          </a:ln>
        </p:spPr>
        <p:txBody>
          <a:bodyPr anchorCtr="0" anchor="t" bIns="45700" lIns="0" spcFirstLastPara="1" rIns="91425" wrap="square" tIns="45700">
            <a:noAutofit/>
          </a:bodyPr>
          <a:lstStyle>
            <a:lvl1pPr indent="-317500" lvl="0" marL="457200" marR="0" rtl="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1pPr>
            <a:lvl2pPr indent="-317500" lvl="1" marL="9144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2pPr>
            <a:lvl3pPr indent="-317500" lvl="2" marL="13716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317500" lvl="3" marL="18288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85" name="Google Shape;2285;g3f824b0376f_0_18181"/>
          <p:cNvSpPr txBox="1"/>
          <p:nvPr>
            <p:ph idx="6" type="body"/>
          </p:nvPr>
        </p:nvSpPr>
        <p:spPr>
          <a:xfrm>
            <a:off x="8504470" y="2979362"/>
            <a:ext cx="3528000" cy="369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rgbClr val="1E3D7D"/>
              </a:buClr>
              <a:buSzPts val="1600"/>
              <a:buFont typeface="Arial"/>
              <a:buNone/>
              <a:defRPr b="1" i="0" sz="16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86" name="Google Shape;2286;g3f824b0376f_0_18181"/>
          <p:cNvSpPr txBox="1"/>
          <p:nvPr>
            <p:ph idx="7" type="body"/>
          </p:nvPr>
        </p:nvSpPr>
        <p:spPr>
          <a:xfrm>
            <a:off x="8504470" y="3365288"/>
            <a:ext cx="3525900" cy="2761500"/>
          </a:xfrm>
          <a:prstGeom prst="rect">
            <a:avLst/>
          </a:prstGeom>
          <a:noFill/>
          <a:ln>
            <a:noFill/>
          </a:ln>
        </p:spPr>
        <p:txBody>
          <a:bodyPr anchorCtr="0" anchor="t" bIns="45700" lIns="0" spcFirstLastPara="1" rIns="91425" wrap="square" tIns="45700">
            <a:noAutofit/>
          </a:bodyPr>
          <a:lstStyle>
            <a:lvl1pPr indent="-317500" lvl="0" marL="457200" marR="0" rtl="0" algn="l">
              <a:lnSpc>
                <a:spcPct val="90000"/>
              </a:lnSpc>
              <a:spcBef>
                <a:spcPts val="10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1pPr>
            <a:lvl2pPr indent="-317500" lvl="1" marL="9144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2pPr>
            <a:lvl3pPr indent="-317500" lvl="2" marL="13716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317500" lvl="3" marL="18288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87" name="Google Shape;2287;g3f824b0376f_0_18181"/>
          <p:cNvSpPr txBox="1"/>
          <p:nvPr>
            <p:ph idx="8" type="body"/>
          </p:nvPr>
        </p:nvSpPr>
        <p:spPr>
          <a:xfrm>
            <a:off x="346962" y="929442"/>
            <a:ext cx="11679900" cy="411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88" name="Google Shape;2288;g3f824b0376f_0_18181"/>
          <p:cNvSpPr/>
          <p:nvPr>
            <p:ph idx="9" type="pic"/>
          </p:nvPr>
        </p:nvSpPr>
        <p:spPr>
          <a:xfrm>
            <a:off x="360015" y="1794196"/>
            <a:ext cx="720000" cy="720000"/>
          </a:xfrm>
          <a:prstGeom prst="rect">
            <a:avLst/>
          </a:prstGeom>
          <a:noFill/>
          <a:ln>
            <a:noFill/>
          </a:ln>
        </p:spPr>
      </p:sp>
      <p:sp>
        <p:nvSpPr>
          <p:cNvPr id="2289" name="Google Shape;2289;g3f824b0376f_0_18181"/>
          <p:cNvSpPr/>
          <p:nvPr>
            <p:ph idx="13" type="pic"/>
          </p:nvPr>
        </p:nvSpPr>
        <p:spPr>
          <a:xfrm>
            <a:off x="4429065" y="1794196"/>
            <a:ext cx="720000" cy="720000"/>
          </a:xfrm>
          <a:prstGeom prst="rect">
            <a:avLst/>
          </a:prstGeom>
          <a:noFill/>
          <a:ln>
            <a:noFill/>
          </a:ln>
        </p:spPr>
      </p:sp>
      <p:sp>
        <p:nvSpPr>
          <p:cNvPr id="2290" name="Google Shape;2290;g3f824b0376f_0_18181"/>
          <p:cNvSpPr/>
          <p:nvPr>
            <p:ph idx="14" type="pic"/>
          </p:nvPr>
        </p:nvSpPr>
        <p:spPr>
          <a:xfrm>
            <a:off x="8498114" y="1794196"/>
            <a:ext cx="720000" cy="720000"/>
          </a:xfrm>
          <a:prstGeom prst="rect">
            <a:avLst/>
          </a:prstGeom>
          <a:noFill/>
          <a:ln>
            <a:noFill/>
          </a:ln>
        </p:spPr>
      </p:sp>
      <p:cxnSp>
        <p:nvCxnSpPr>
          <p:cNvPr id="2291" name="Google Shape;2291;g3f824b0376f_0_18181"/>
          <p:cNvCxnSpPr/>
          <p:nvPr/>
        </p:nvCxnSpPr>
        <p:spPr>
          <a:xfrm>
            <a:off x="4147505" y="2998382"/>
            <a:ext cx="0" cy="3169200"/>
          </a:xfrm>
          <a:prstGeom prst="straightConnector1">
            <a:avLst/>
          </a:prstGeom>
          <a:noFill/>
          <a:ln cap="flat" cmpd="sng" w="12700">
            <a:solidFill>
              <a:srgbClr val="BFBFBF"/>
            </a:solidFill>
            <a:prstDash val="solid"/>
            <a:miter lim="8000"/>
            <a:headEnd len="sm" w="sm" type="none"/>
            <a:tailEnd len="sm" w="sm" type="none"/>
          </a:ln>
        </p:spPr>
      </p:cxnSp>
      <p:cxnSp>
        <p:nvCxnSpPr>
          <p:cNvPr id="2292" name="Google Shape;2292;g3f824b0376f_0_18181"/>
          <p:cNvCxnSpPr/>
          <p:nvPr/>
        </p:nvCxnSpPr>
        <p:spPr>
          <a:xfrm>
            <a:off x="8216376" y="2794761"/>
            <a:ext cx="0" cy="3330300"/>
          </a:xfrm>
          <a:prstGeom prst="straightConnector1">
            <a:avLst/>
          </a:prstGeom>
          <a:noFill/>
          <a:ln cap="flat" cmpd="sng" w="12700">
            <a:solidFill>
              <a:srgbClr val="BFBFBF"/>
            </a:solidFill>
            <a:prstDash val="solid"/>
            <a:miter lim="8000"/>
            <a:headEnd len="sm" w="sm" type="none"/>
            <a:tailEnd len="sm" w="sm" type="none"/>
          </a:ln>
        </p:spPr>
      </p:cxn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0">
    <p:spTree>
      <p:nvGrpSpPr>
        <p:cNvPr id="2293" name="Shape 2293"/>
        <p:cNvGrpSpPr/>
        <p:nvPr/>
      </p:nvGrpSpPr>
      <p:grpSpPr>
        <a:xfrm>
          <a:off x="0" y="0"/>
          <a:ext cx="0" cy="0"/>
          <a:chOff x="0" y="0"/>
          <a:chExt cx="0" cy="0"/>
        </a:xfrm>
      </p:grpSpPr>
      <p:sp>
        <p:nvSpPr>
          <p:cNvPr id="2294" name="Google Shape;2294;g3f824b0376f_0_18199"/>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295" name="Google Shape;2295;g3f824b0376f_0_18199"/>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296" name="Google Shape;2296;g3f824b0376f_0_18199"/>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297" name="Google Shape;2297;g3f824b0376f_0_18199"/>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298" name="Google Shape;2298;g3f824b0376f_0_18199"/>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299" name="Google Shape;2299;g3f824b0376f_0_18199"/>
          <p:cNvSpPr txBox="1"/>
          <p:nvPr>
            <p:ph idx="2" type="body"/>
          </p:nvPr>
        </p:nvSpPr>
        <p:spPr>
          <a:xfrm>
            <a:off x="341883" y="1587519"/>
            <a:ext cx="3642600" cy="359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00" name="Google Shape;2300;g3f824b0376f_0_18199"/>
          <p:cNvSpPr txBox="1"/>
          <p:nvPr>
            <p:ph idx="3" type="body"/>
          </p:nvPr>
        </p:nvSpPr>
        <p:spPr>
          <a:xfrm>
            <a:off x="341884" y="1961193"/>
            <a:ext cx="3642600" cy="1850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01" name="Google Shape;2301;g3f824b0376f_0_18199"/>
          <p:cNvSpPr txBox="1"/>
          <p:nvPr>
            <p:ph idx="4" type="body"/>
          </p:nvPr>
        </p:nvSpPr>
        <p:spPr>
          <a:xfrm>
            <a:off x="346962" y="929442"/>
            <a:ext cx="11583900" cy="411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02" name="Google Shape;2302;g3f824b0376f_0_18199"/>
          <p:cNvSpPr txBox="1"/>
          <p:nvPr>
            <p:ph idx="5" type="body"/>
          </p:nvPr>
        </p:nvSpPr>
        <p:spPr>
          <a:xfrm>
            <a:off x="4293221" y="1587519"/>
            <a:ext cx="3642600" cy="359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03" name="Google Shape;2303;g3f824b0376f_0_18199"/>
          <p:cNvSpPr txBox="1"/>
          <p:nvPr>
            <p:ph idx="6" type="body"/>
          </p:nvPr>
        </p:nvSpPr>
        <p:spPr>
          <a:xfrm>
            <a:off x="4293222" y="1961193"/>
            <a:ext cx="3642600" cy="1850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04" name="Google Shape;2304;g3f824b0376f_0_18199"/>
          <p:cNvSpPr txBox="1"/>
          <p:nvPr>
            <p:ph idx="7" type="body"/>
          </p:nvPr>
        </p:nvSpPr>
        <p:spPr>
          <a:xfrm>
            <a:off x="8244559" y="1587519"/>
            <a:ext cx="3642600" cy="359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05" name="Google Shape;2305;g3f824b0376f_0_18199"/>
          <p:cNvSpPr txBox="1"/>
          <p:nvPr>
            <p:ph idx="8" type="body"/>
          </p:nvPr>
        </p:nvSpPr>
        <p:spPr>
          <a:xfrm>
            <a:off x="8244560" y="1961193"/>
            <a:ext cx="3642600" cy="1850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06" name="Google Shape;2306;g3f824b0376f_0_18199"/>
          <p:cNvSpPr txBox="1"/>
          <p:nvPr>
            <p:ph idx="9" type="body"/>
          </p:nvPr>
        </p:nvSpPr>
        <p:spPr>
          <a:xfrm>
            <a:off x="341883" y="4050082"/>
            <a:ext cx="3642600" cy="359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07" name="Google Shape;2307;g3f824b0376f_0_18199"/>
          <p:cNvSpPr txBox="1"/>
          <p:nvPr>
            <p:ph idx="13" type="body"/>
          </p:nvPr>
        </p:nvSpPr>
        <p:spPr>
          <a:xfrm>
            <a:off x="341884" y="4423756"/>
            <a:ext cx="3642600" cy="1850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08" name="Google Shape;2308;g3f824b0376f_0_18199"/>
          <p:cNvSpPr txBox="1"/>
          <p:nvPr>
            <p:ph idx="14" type="body"/>
          </p:nvPr>
        </p:nvSpPr>
        <p:spPr>
          <a:xfrm>
            <a:off x="4293221" y="4050082"/>
            <a:ext cx="3642600" cy="359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09" name="Google Shape;2309;g3f824b0376f_0_18199"/>
          <p:cNvSpPr txBox="1"/>
          <p:nvPr>
            <p:ph idx="15" type="body"/>
          </p:nvPr>
        </p:nvSpPr>
        <p:spPr>
          <a:xfrm>
            <a:off x="4293222" y="4423756"/>
            <a:ext cx="3642600" cy="1850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10" name="Google Shape;2310;g3f824b0376f_0_18199"/>
          <p:cNvSpPr txBox="1"/>
          <p:nvPr>
            <p:ph idx="16" type="body"/>
          </p:nvPr>
        </p:nvSpPr>
        <p:spPr>
          <a:xfrm>
            <a:off x="8244559" y="4050082"/>
            <a:ext cx="3642600" cy="359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11" name="Google Shape;2311;g3f824b0376f_0_18199"/>
          <p:cNvSpPr txBox="1"/>
          <p:nvPr>
            <p:ph idx="17" type="body"/>
          </p:nvPr>
        </p:nvSpPr>
        <p:spPr>
          <a:xfrm>
            <a:off x="8244560" y="4423756"/>
            <a:ext cx="3642600" cy="1850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2312" name="Google Shape;2312;g3f824b0376f_0_18199"/>
          <p:cNvCxnSpPr/>
          <p:nvPr/>
        </p:nvCxnSpPr>
        <p:spPr>
          <a:xfrm>
            <a:off x="4139553" y="1565753"/>
            <a:ext cx="0" cy="2254800"/>
          </a:xfrm>
          <a:prstGeom prst="straightConnector1">
            <a:avLst/>
          </a:prstGeom>
          <a:noFill/>
          <a:ln cap="flat" cmpd="sng" w="12700">
            <a:solidFill>
              <a:srgbClr val="BFBFBF"/>
            </a:solidFill>
            <a:prstDash val="solid"/>
            <a:miter lim="8000"/>
            <a:headEnd len="sm" w="sm" type="none"/>
            <a:tailEnd len="sm" w="sm" type="none"/>
          </a:ln>
        </p:spPr>
      </p:cxnSp>
      <p:cxnSp>
        <p:nvCxnSpPr>
          <p:cNvPr id="2313" name="Google Shape;2313;g3f824b0376f_0_18199"/>
          <p:cNvCxnSpPr/>
          <p:nvPr/>
        </p:nvCxnSpPr>
        <p:spPr>
          <a:xfrm>
            <a:off x="4139553" y="4038600"/>
            <a:ext cx="0" cy="2254800"/>
          </a:xfrm>
          <a:prstGeom prst="straightConnector1">
            <a:avLst/>
          </a:prstGeom>
          <a:noFill/>
          <a:ln cap="flat" cmpd="sng" w="12700">
            <a:solidFill>
              <a:srgbClr val="BFBFBF"/>
            </a:solidFill>
            <a:prstDash val="solid"/>
            <a:miter lim="8000"/>
            <a:headEnd len="sm" w="sm" type="none"/>
            <a:tailEnd len="sm" w="sm" type="none"/>
          </a:ln>
        </p:spPr>
      </p:cxnSp>
      <p:cxnSp>
        <p:nvCxnSpPr>
          <p:cNvPr id="2314" name="Google Shape;2314;g3f824b0376f_0_18199"/>
          <p:cNvCxnSpPr/>
          <p:nvPr/>
        </p:nvCxnSpPr>
        <p:spPr>
          <a:xfrm>
            <a:off x="8095690" y="1565753"/>
            <a:ext cx="0" cy="2254800"/>
          </a:xfrm>
          <a:prstGeom prst="straightConnector1">
            <a:avLst/>
          </a:prstGeom>
          <a:noFill/>
          <a:ln cap="flat" cmpd="sng" w="12700">
            <a:solidFill>
              <a:srgbClr val="BFBFBF"/>
            </a:solidFill>
            <a:prstDash val="solid"/>
            <a:miter lim="8000"/>
            <a:headEnd len="sm" w="sm" type="none"/>
            <a:tailEnd len="sm" w="sm" type="none"/>
          </a:ln>
        </p:spPr>
      </p:cxnSp>
      <p:cxnSp>
        <p:nvCxnSpPr>
          <p:cNvPr id="2315" name="Google Shape;2315;g3f824b0376f_0_18199"/>
          <p:cNvCxnSpPr/>
          <p:nvPr/>
        </p:nvCxnSpPr>
        <p:spPr>
          <a:xfrm>
            <a:off x="436560" y="3938394"/>
            <a:ext cx="3467400" cy="0"/>
          </a:xfrm>
          <a:prstGeom prst="straightConnector1">
            <a:avLst/>
          </a:prstGeom>
          <a:noFill/>
          <a:ln cap="flat" cmpd="sng" w="12700">
            <a:solidFill>
              <a:srgbClr val="BFBFBF"/>
            </a:solidFill>
            <a:prstDash val="solid"/>
            <a:miter lim="8000"/>
            <a:headEnd len="sm" w="sm" type="none"/>
            <a:tailEnd len="sm" w="sm" type="none"/>
          </a:ln>
        </p:spPr>
      </p:cxnSp>
      <p:cxnSp>
        <p:nvCxnSpPr>
          <p:cNvPr id="2316" name="Google Shape;2316;g3f824b0376f_0_18199"/>
          <p:cNvCxnSpPr/>
          <p:nvPr/>
        </p:nvCxnSpPr>
        <p:spPr>
          <a:xfrm>
            <a:off x="8095690" y="4038600"/>
            <a:ext cx="0" cy="2254800"/>
          </a:xfrm>
          <a:prstGeom prst="straightConnector1">
            <a:avLst/>
          </a:prstGeom>
          <a:noFill/>
          <a:ln cap="flat" cmpd="sng" w="12700">
            <a:solidFill>
              <a:srgbClr val="BFBFBF"/>
            </a:solidFill>
            <a:prstDash val="solid"/>
            <a:miter lim="8000"/>
            <a:headEnd len="sm" w="sm" type="none"/>
            <a:tailEnd len="sm" w="sm" type="none"/>
          </a:ln>
        </p:spPr>
      </p:cxnSp>
      <p:cxnSp>
        <p:nvCxnSpPr>
          <p:cNvPr id="2317" name="Google Shape;2317;g3f824b0376f_0_18199"/>
          <p:cNvCxnSpPr/>
          <p:nvPr/>
        </p:nvCxnSpPr>
        <p:spPr>
          <a:xfrm>
            <a:off x="4383879" y="3938394"/>
            <a:ext cx="3429600" cy="0"/>
          </a:xfrm>
          <a:prstGeom prst="straightConnector1">
            <a:avLst/>
          </a:prstGeom>
          <a:noFill/>
          <a:ln cap="flat" cmpd="sng" w="12700">
            <a:solidFill>
              <a:srgbClr val="BFBFBF"/>
            </a:solidFill>
            <a:prstDash val="solid"/>
            <a:miter lim="8000"/>
            <a:headEnd len="sm" w="sm" type="none"/>
            <a:tailEnd len="sm" w="sm" type="none"/>
          </a:ln>
        </p:spPr>
      </p:cxnSp>
      <p:cxnSp>
        <p:nvCxnSpPr>
          <p:cNvPr id="2318" name="Google Shape;2318;g3f824b0376f_0_18199"/>
          <p:cNvCxnSpPr/>
          <p:nvPr/>
        </p:nvCxnSpPr>
        <p:spPr>
          <a:xfrm>
            <a:off x="8331198" y="3938394"/>
            <a:ext cx="3452400" cy="0"/>
          </a:xfrm>
          <a:prstGeom prst="straightConnector1">
            <a:avLst/>
          </a:prstGeom>
          <a:noFill/>
          <a:ln cap="flat" cmpd="sng" w="12700">
            <a:solidFill>
              <a:srgbClr val="BFBFBF"/>
            </a:solidFill>
            <a:prstDash val="solid"/>
            <a:miter lim="8000"/>
            <a:headEnd len="sm" w="sm" type="none"/>
            <a:tailEnd len="sm" w="sm" type="none"/>
          </a:ln>
        </p:spPr>
      </p:cxn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1">
    <p:spTree>
      <p:nvGrpSpPr>
        <p:cNvPr id="2319" name="Shape 2319"/>
        <p:cNvGrpSpPr/>
        <p:nvPr/>
      </p:nvGrpSpPr>
      <p:grpSpPr>
        <a:xfrm>
          <a:off x="0" y="0"/>
          <a:ext cx="0" cy="0"/>
          <a:chOff x="0" y="0"/>
          <a:chExt cx="0" cy="0"/>
        </a:xfrm>
      </p:grpSpPr>
      <p:sp>
        <p:nvSpPr>
          <p:cNvPr id="2320" name="Google Shape;2320;g3f824b0376f_0_18225"/>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321" name="Google Shape;2321;g3f824b0376f_0_18225"/>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322" name="Google Shape;2322;g3f824b0376f_0_18225"/>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323" name="Google Shape;2323;g3f824b0376f_0_18225"/>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324" name="Google Shape;2324;g3f824b0376f_0_18225"/>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325" name="Google Shape;2325;g3f824b0376f_0_18225"/>
          <p:cNvSpPr/>
          <p:nvPr>
            <p:ph idx="2" type="pic"/>
          </p:nvPr>
        </p:nvSpPr>
        <p:spPr>
          <a:xfrm>
            <a:off x="345080" y="1173023"/>
            <a:ext cx="900000" cy="900600"/>
          </a:xfrm>
          <a:prstGeom prst="rect">
            <a:avLst/>
          </a:prstGeom>
          <a:noFill/>
          <a:ln>
            <a:noFill/>
          </a:ln>
        </p:spPr>
      </p:sp>
      <p:sp>
        <p:nvSpPr>
          <p:cNvPr id="2326" name="Google Shape;2326;g3f824b0376f_0_18225"/>
          <p:cNvSpPr txBox="1"/>
          <p:nvPr>
            <p:ph idx="3" type="body"/>
          </p:nvPr>
        </p:nvSpPr>
        <p:spPr>
          <a:xfrm>
            <a:off x="345080" y="2284264"/>
            <a:ext cx="3495000" cy="332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27" name="Google Shape;2327;g3f824b0376f_0_18225"/>
          <p:cNvSpPr txBox="1"/>
          <p:nvPr>
            <p:ph idx="4" type="body"/>
          </p:nvPr>
        </p:nvSpPr>
        <p:spPr>
          <a:xfrm>
            <a:off x="369794" y="2660714"/>
            <a:ext cx="3495000" cy="599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28" name="Google Shape;2328;g3f824b0376f_0_18225"/>
          <p:cNvSpPr/>
          <p:nvPr>
            <p:ph idx="5" type="pic"/>
          </p:nvPr>
        </p:nvSpPr>
        <p:spPr>
          <a:xfrm>
            <a:off x="4400602" y="1173023"/>
            <a:ext cx="900000" cy="900000"/>
          </a:xfrm>
          <a:prstGeom prst="rect">
            <a:avLst/>
          </a:prstGeom>
          <a:noFill/>
          <a:ln>
            <a:noFill/>
          </a:ln>
        </p:spPr>
      </p:sp>
      <p:sp>
        <p:nvSpPr>
          <p:cNvPr id="2329" name="Google Shape;2329;g3f824b0376f_0_18225"/>
          <p:cNvSpPr txBox="1"/>
          <p:nvPr>
            <p:ph idx="6" type="body"/>
          </p:nvPr>
        </p:nvSpPr>
        <p:spPr>
          <a:xfrm>
            <a:off x="4370255" y="2284264"/>
            <a:ext cx="3385200" cy="332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30" name="Google Shape;2330;g3f824b0376f_0_18225"/>
          <p:cNvSpPr txBox="1"/>
          <p:nvPr>
            <p:ph idx="7" type="body"/>
          </p:nvPr>
        </p:nvSpPr>
        <p:spPr>
          <a:xfrm>
            <a:off x="4370255" y="2660714"/>
            <a:ext cx="3385200" cy="599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31" name="Google Shape;2331;g3f824b0376f_0_18225"/>
          <p:cNvSpPr/>
          <p:nvPr>
            <p:ph idx="8" type="pic"/>
          </p:nvPr>
        </p:nvSpPr>
        <p:spPr>
          <a:xfrm>
            <a:off x="8251776" y="1173023"/>
            <a:ext cx="900000" cy="900000"/>
          </a:xfrm>
          <a:prstGeom prst="rect">
            <a:avLst/>
          </a:prstGeom>
          <a:noFill/>
          <a:ln>
            <a:noFill/>
          </a:ln>
        </p:spPr>
      </p:sp>
      <p:sp>
        <p:nvSpPr>
          <p:cNvPr id="2332" name="Google Shape;2332;g3f824b0376f_0_18225"/>
          <p:cNvSpPr txBox="1"/>
          <p:nvPr>
            <p:ph idx="9" type="body"/>
          </p:nvPr>
        </p:nvSpPr>
        <p:spPr>
          <a:xfrm>
            <a:off x="8221428" y="2284264"/>
            <a:ext cx="3705900" cy="332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33" name="Google Shape;2333;g3f824b0376f_0_18225"/>
          <p:cNvSpPr txBox="1"/>
          <p:nvPr>
            <p:ph idx="13" type="body"/>
          </p:nvPr>
        </p:nvSpPr>
        <p:spPr>
          <a:xfrm>
            <a:off x="8221428" y="2660714"/>
            <a:ext cx="3705900" cy="599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34" name="Google Shape;2334;g3f824b0376f_0_18225"/>
          <p:cNvSpPr/>
          <p:nvPr>
            <p:ph idx="14" type="pic"/>
          </p:nvPr>
        </p:nvSpPr>
        <p:spPr>
          <a:xfrm>
            <a:off x="345080" y="3856368"/>
            <a:ext cx="900000" cy="900000"/>
          </a:xfrm>
          <a:prstGeom prst="rect">
            <a:avLst/>
          </a:prstGeom>
          <a:noFill/>
          <a:ln>
            <a:noFill/>
          </a:ln>
        </p:spPr>
      </p:sp>
      <p:sp>
        <p:nvSpPr>
          <p:cNvPr id="2335" name="Google Shape;2335;g3f824b0376f_0_18225"/>
          <p:cNvSpPr txBox="1"/>
          <p:nvPr>
            <p:ph idx="15" type="body"/>
          </p:nvPr>
        </p:nvSpPr>
        <p:spPr>
          <a:xfrm>
            <a:off x="345080" y="4950983"/>
            <a:ext cx="3495000" cy="332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36" name="Google Shape;2336;g3f824b0376f_0_18225"/>
          <p:cNvSpPr txBox="1"/>
          <p:nvPr>
            <p:ph idx="16" type="body"/>
          </p:nvPr>
        </p:nvSpPr>
        <p:spPr>
          <a:xfrm>
            <a:off x="345080" y="5327433"/>
            <a:ext cx="3495000" cy="749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37" name="Google Shape;2337;g3f824b0376f_0_18225"/>
          <p:cNvSpPr/>
          <p:nvPr>
            <p:ph idx="17" type="pic"/>
          </p:nvPr>
        </p:nvSpPr>
        <p:spPr>
          <a:xfrm>
            <a:off x="4400602" y="3856368"/>
            <a:ext cx="900000" cy="900000"/>
          </a:xfrm>
          <a:prstGeom prst="rect">
            <a:avLst/>
          </a:prstGeom>
          <a:noFill/>
          <a:ln>
            <a:noFill/>
          </a:ln>
        </p:spPr>
      </p:sp>
      <p:sp>
        <p:nvSpPr>
          <p:cNvPr id="2338" name="Google Shape;2338;g3f824b0376f_0_18225"/>
          <p:cNvSpPr txBox="1"/>
          <p:nvPr>
            <p:ph idx="18" type="body"/>
          </p:nvPr>
        </p:nvSpPr>
        <p:spPr>
          <a:xfrm>
            <a:off x="4370255" y="4950983"/>
            <a:ext cx="3385200" cy="332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39" name="Google Shape;2339;g3f824b0376f_0_18225"/>
          <p:cNvSpPr txBox="1"/>
          <p:nvPr>
            <p:ph idx="19" type="body"/>
          </p:nvPr>
        </p:nvSpPr>
        <p:spPr>
          <a:xfrm>
            <a:off x="4370255" y="5327433"/>
            <a:ext cx="3385200" cy="749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40" name="Google Shape;2340;g3f824b0376f_0_18225"/>
          <p:cNvSpPr/>
          <p:nvPr>
            <p:ph idx="20" type="pic"/>
          </p:nvPr>
        </p:nvSpPr>
        <p:spPr>
          <a:xfrm>
            <a:off x="8251776" y="3856368"/>
            <a:ext cx="900000" cy="900000"/>
          </a:xfrm>
          <a:prstGeom prst="rect">
            <a:avLst/>
          </a:prstGeom>
          <a:noFill/>
          <a:ln>
            <a:noFill/>
          </a:ln>
        </p:spPr>
      </p:sp>
      <p:sp>
        <p:nvSpPr>
          <p:cNvPr id="2341" name="Google Shape;2341;g3f824b0376f_0_18225"/>
          <p:cNvSpPr txBox="1"/>
          <p:nvPr>
            <p:ph idx="21" type="body"/>
          </p:nvPr>
        </p:nvSpPr>
        <p:spPr>
          <a:xfrm>
            <a:off x="8221428" y="4950983"/>
            <a:ext cx="3705900" cy="332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42" name="Google Shape;2342;g3f824b0376f_0_18225"/>
          <p:cNvSpPr txBox="1"/>
          <p:nvPr>
            <p:ph idx="22" type="body"/>
          </p:nvPr>
        </p:nvSpPr>
        <p:spPr>
          <a:xfrm>
            <a:off x="8221428" y="5327433"/>
            <a:ext cx="3705900" cy="749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2">
    <p:spTree>
      <p:nvGrpSpPr>
        <p:cNvPr id="2343" name="Shape 2343"/>
        <p:cNvGrpSpPr/>
        <p:nvPr/>
      </p:nvGrpSpPr>
      <p:grpSpPr>
        <a:xfrm>
          <a:off x="0" y="0"/>
          <a:ext cx="0" cy="0"/>
          <a:chOff x="0" y="0"/>
          <a:chExt cx="0" cy="0"/>
        </a:xfrm>
      </p:grpSpPr>
      <p:sp>
        <p:nvSpPr>
          <p:cNvPr id="2344" name="Google Shape;2344;g3f824b0376f_0_18249"/>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345" name="Google Shape;2345;g3f824b0376f_0_18249"/>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346" name="Google Shape;2346;g3f824b0376f_0_18249"/>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347" name="Google Shape;2347;g3f824b0376f_0_18249"/>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348" name="Google Shape;2348;g3f824b0376f_0_18249"/>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349" name="Google Shape;2349;g3f824b0376f_0_18249"/>
          <p:cNvSpPr/>
          <p:nvPr>
            <p:ph idx="2" type="pic"/>
          </p:nvPr>
        </p:nvSpPr>
        <p:spPr>
          <a:xfrm>
            <a:off x="340785" y="1826100"/>
            <a:ext cx="720000" cy="720000"/>
          </a:xfrm>
          <a:prstGeom prst="rect">
            <a:avLst/>
          </a:prstGeom>
          <a:noFill/>
          <a:ln>
            <a:noFill/>
          </a:ln>
        </p:spPr>
      </p:sp>
      <p:sp>
        <p:nvSpPr>
          <p:cNvPr id="2350" name="Google Shape;2350;g3f824b0376f_0_18249"/>
          <p:cNvSpPr txBox="1"/>
          <p:nvPr>
            <p:ph idx="3" type="body"/>
          </p:nvPr>
        </p:nvSpPr>
        <p:spPr>
          <a:xfrm>
            <a:off x="1227476" y="1826100"/>
            <a:ext cx="46944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51" name="Google Shape;2351;g3f824b0376f_0_18249"/>
          <p:cNvSpPr txBox="1"/>
          <p:nvPr>
            <p:ph idx="4" type="body"/>
          </p:nvPr>
        </p:nvSpPr>
        <p:spPr>
          <a:xfrm>
            <a:off x="1227476" y="2163271"/>
            <a:ext cx="46944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52" name="Google Shape;2352;g3f824b0376f_0_18249"/>
          <p:cNvSpPr/>
          <p:nvPr>
            <p:ph idx="5" type="pic"/>
          </p:nvPr>
        </p:nvSpPr>
        <p:spPr>
          <a:xfrm>
            <a:off x="340785" y="4221088"/>
            <a:ext cx="720000" cy="720000"/>
          </a:xfrm>
          <a:prstGeom prst="rect">
            <a:avLst/>
          </a:prstGeom>
          <a:noFill/>
          <a:ln>
            <a:noFill/>
          </a:ln>
        </p:spPr>
      </p:sp>
      <p:sp>
        <p:nvSpPr>
          <p:cNvPr id="2353" name="Google Shape;2353;g3f824b0376f_0_18249"/>
          <p:cNvSpPr txBox="1"/>
          <p:nvPr>
            <p:ph idx="6" type="body"/>
          </p:nvPr>
        </p:nvSpPr>
        <p:spPr>
          <a:xfrm>
            <a:off x="1227476" y="4221088"/>
            <a:ext cx="46944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54" name="Google Shape;2354;g3f824b0376f_0_18249"/>
          <p:cNvSpPr txBox="1"/>
          <p:nvPr>
            <p:ph idx="7" type="body"/>
          </p:nvPr>
        </p:nvSpPr>
        <p:spPr>
          <a:xfrm>
            <a:off x="1227476" y="4558259"/>
            <a:ext cx="46944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55" name="Google Shape;2355;g3f824b0376f_0_18249"/>
          <p:cNvSpPr txBox="1"/>
          <p:nvPr>
            <p:ph idx="8" type="body"/>
          </p:nvPr>
        </p:nvSpPr>
        <p:spPr>
          <a:xfrm>
            <a:off x="346962" y="929442"/>
            <a:ext cx="11569200" cy="411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56" name="Google Shape;2356;g3f824b0376f_0_18249"/>
          <p:cNvSpPr/>
          <p:nvPr>
            <p:ph idx="9" type="pic"/>
          </p:nvPr>
        </p:nvSpPr>
        <p:spPr>
          <a:xfrm>
            <a:off x="6324600" y="1826100"/>
            <a:ext cx="720000" cy="720000"/>
          </a:xfrm>
          <a:prstGeom prst="rect">
            <a:avLst/>
          </a:prstGeom>
          <a:noFill/>
          <a:ln>
            <a:noFill/>
          </a:ln>
        </p:spPr>
      </p:sp>
      <p:sp>
        <p:nvSpPr>
          <p:cNvPr id="2357" name="Google Shape;2357;g3f824b0376f_0_18249"/>
          <p:cNvSpPr txBox="1"/>
          <p:nvPr>
            <p:ph idx="13" type="body"/>
          </p:nvPr>
        </p:nvSpPr>
        <p:spPr>
          <a:xfrm>
            <a:off x="7211291" y="1826100"/>
            <a:ext cx="46944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58" name="Google Shape;2358;g3f824b0376f_0_18249"/>
          <p:cNvSpPr txBox="1"/>
          <p:nvPr>
            <p:ph idx="14" type="body"/>
          </p:nvPr>
        </p:nvSpPr>
        <p:spPr>
          <a:xfrm>
            <a:off x="7211291" y="2163271"/>
            <a:ext cx="46944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59" name="Google Shape;2359;g3f824b0376f_0_18249"/>
          <p:cNvSpPr/>
          <p:nvPr>
            <p:ph idx="15" type="pic"/>
          </p:nvPr>
        </p:nvSpPr>
        <p:spPr>
          <a:xfrm>
            <a:off x="6324600" y="4221088"/>
            <a:ext cx="720000" cy="720000"/>
          </a:xfrm>
          <a:prstGeom prst="rect">
            <a:avLst/>
          </a:prstGeom>
          <a:noFill/>
          <a:ln>
            <a:noFill/>
          </a:ln>
        </p:spPr>
      </p:sp>
      <p:sp>
        <p:nvSpPr>
          <p:cNvPr id="2360" name="Google Shape;2360;g3f824b0376f_0_18249"/>
          <p:cNvSpPr txBox="1"/>
          <p:nvPr>
            <p:ph idx="16" type="body"/>
          </p:nvPr>
        </p:nvSpPr>
        <p:spPr>
          <a:xfrm>
            <a:off x="7211291" y="4221088"/>
            <a:ext cx="46944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61" name="Google Shape;2361;g3f824b0376f_0_18249"/>
          <p:cNvSpPr txBox="1"/>
          <p:nvPr>
            <p:ph idx="17" type="body"/>
          </p:nvPr>
        </p:nvSpPr>
        <p:spPr>
          <a:xfrm>
            <a:off x="7211291" y="4558259"/>
            <a:ext cx="46944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3">
    <p:spTree>
      <p:nvGrpSpPr>
        <p:cNvPr id="2362" name="Shape 2362"/>
        <p:cNvGrpSpPr/>
        <p:nvPr/>
      </p:nvGrpSpPr>
      <p:grpSpPr>
        <a:xfrm>
          <a:off x="0" y="0"/>
          <a:ext cx="0" cy="0"/>
          <a:chOff x="0" y="0"/>
          <a:chExt cx="0" cy="0"/>
        </a:xfrm>
      </p:grpSpPr>
      <p:sp>
        <p:nvSpPr>
          <p:cNvPr id="2363" name="Google Shape;2363;g3f824b0376f_0_18268"/>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364" name="Google Shape;2364;g3f824b0376f_0_18268"/>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365" name="Google Shape;2365;g3f824b0376f_0_18268"/>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366" name="Google Shape;2366;g3f824b0376f_0_18268"/>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367" name="Google Shape;2367;g3f824b0376f_0_18268"/>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368" name="Google Shape;2368;g3f824b0376f_0_18268"/>
          <p:cNvSpPr/>
          <p:nvPr>
            <p:ph idx="2" type="pic"/>
          </p:nvPr>
        </p:nvSpPr>
        <p:spPr>
          <a:xfrm>
            <a:off x="344220" y="1809387"/>
            <a:ext cx="900000" cy="900000"/>
          </a:xfrm>
          <a:prstGeom prst="rect">
            <a:avLst/>
          </a:prstGeom>
          <a:noFill/>
          <a:ln>
            <a:noFill/>
          </a:ln>
        </p:spPr>
      </p:sp>
      <p:sp>
        <p:nvSpPr>
          <p:cNvPr id="2369" name="Google Shape;2369;g3f824b0376f_0_18268"/>
          <p:cNvSpPr txBox="1"/>
          <p:nvPr>
            <p:ph idx="3" type="body"/>
          </p:nvPr>
        </p:nvSpPr>
        <p:spPr>
          <a:xfrm>
            <a:off x="362676" y="3247687"/>
            <a:ext cx="2463900" cy="286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70" name="Google Shape;2370;g3f824b0376f_0_18268"/>
          <p:cNvSpPr/>
          <p:nvPr>
            <p:ph idx="4" type="pic"/>
          </p:nvPr>
        </p:nvSpPr>
        <p:spPr>
          <a:xfrm>
            <a:off x="3354959" y="1797030"/>
            <a:ext cx="900000" cy="900000"/>
          </a:xfrm>
          <a:prstGeom prst="rect">
            <a:avLst/>
          </a:prstGeom>
          <a:noFill/>
          <a:ln>
            <a:noFill/>
          </a:ln>
        </p:spPr>
      </p:sp>
      <p:sp>
        <p:nvSpPr>
          <p:cNvPr id="2371" name="Google Shape;2371;g3f824b0376f_0_18268"/>
          <p:cNvSpPr txBox="1"/>
          <p:nvPr>
            <p:ph idx="5" type="body"/>
          </p:nvPr>
        </p:nvSpPr>
        <p:spPr>
          <a:xfrm>
            <a:off x="3369473" y="3247687"/>
            <a:ext cx="2463900" cy="286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72" name="Google Shape;2372;g3f824b0376f_0_18268"/>
          <p:cNvSpPr/>
          <p:nvPr>
            <p:ph idx="6" type="pic"/>
          </p:nvPr>
        </p:nvSpPr>
        <p:spPr>
          <a:xfrm>
            <a:off x="9455053" y="1797030"/>
            <a:ext cx="900000" cy="900000"/>
          </a:xfrm>
          <a:prstGeom prst="rect">
            <a:avLst/>
          </a:prstGeom>
          <a:noFill/>
          <a:ln>
            <a:noFill/>
          </a:ln>
        </p:spPr>
      </p:sp>
      <p:sp>
        <p:nvSpPr>
          <p:cNvPr id="2373" name="Google Shape;2373;g3f824b0376f_0_18268"/>
          <p:cNvSpPr txBox="1"/>
          <p:nvPr>
            <p:ph idx="7" type="body"/>
          </p:nvPr>
        </p:nvSpPr>
        <p:spPr>
          <a:xfrm>
            <a:off x="9469567" y="3247687"/>
            <a:ext cx="2463900" cy="286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74" name="Google Shape;2374;g3f824b0376f_0_18268"/>
          <p:cNvSpPr/>
          <p:nvPr>
            <p:ph idx="8" type="pic"/>
          </p:nvPr>
        </p:nvSpPr>
        <p:spPr>
          <a:xfrm>
            <a:off x="6398829" y="1797030"/>
            <a:ext cx="900000" cy="900000"/>
          </a:xfrm>
          <a:prstGeom prst="rect">
            <a:avLst/>
          </a:prstGeom>
          <a:noFill/>
          <a:ln>
            <a:noFill/>
          </a:ln>
        </p:spPr>
      </p:sp>
      <p:sp>
        <p:nvSpPr>
          <p:cNvPr id="2375" name="Google Shape;2375;g3f824b0376f_0_18268"/>
          <p:cNvSpPr txBox="1"/>
          <p:nvPr>
            <p:ph idx="9" type="body"/>
          </p:nvPr>
        </p:nvSpPr>
        <p:spPr>
          <a:xfrm>
            <a:off x="6413343" y="3247687"/>
            <a:ext cx="2463900" cy="286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76" name="Google Shape;2376;g3f824b0376f_0_18268"/>
          <p:cNvSpPr txBox="1"/>
          <p:nvPr>
            <p:ph idx="13" type="body"/>
          </p:nvPr>
        </p:nvSpPr>
        <p:spPr>
          <a:xfrm>
            <a:off x="362676" y="3572062"/>
            <a:ext cx="2463900" cy="2062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77" name="Google Shape;2377;g3f824b0376f_0_18268"/>
          <p:cNvSpPr txBox="1"/>
          <p:nvPr>
            <p:ph idx="14" type="body"/>
          </p:nvPr>
        </p:nvSpPr>
        <p:spPr>
          <a:xfrm>
            <a:off x="3369473" y="3572062"/>
            <a:ext cx="2463900" cy="2062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78" name="Google Shape;2378;g3f824b0376f_0_18268"/>
          <p:cNvSpPr txBox="1"/>
          <p:nvPr>
            <p:ph idx="15" type="body"/>
          </p:nvPr>
        </p:nvSpPr>
        <p:spPr>
          <a:xfrm>
            <a:off x="9469567" y="3572062"/>
            <a:ext cx="2463900" cy="2062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79" name="Google Shape;2379;g3f824b0376f_0_18268"/>
          <p:cNvSpPr txBox="1"/>
          <p:nvPr>
            <p:ph idx="16" type="body"/>
          </p:nvPr>
        </p:nvSpPr>
        <p:spPr>
          <a:xfrm>
            <a:off x="6413343" y="3572062"/>
            <a:ext cx="2463900" cy="2062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2380" name="Google Shape;2380;g3f824b0376f_0_18268"/>
          <p:cNvCxnSpPr/>
          <p:nvPr/>
        </p:nvCxnSpPr>
        <p:spPr>
          <a:xfrm rot="10800000">
            <a:off x="9162458" y="3210886"/>
            <a:ext cx="0" cy="2466900"/>
          </a:xfrm>
          <a:prstGeom prst="straightConnector1">
            <a:avLst/>
          </a:prstGeom>
          <a:noFill/>
          <a:ln cap="flat" cmpd="sng" w="12700">
            <a:solidFill>
              <a:srgbClr val="BFBFBF"/>
            </a:solidFill>
            <a:prstDash val="solid"/>
            <a:miter lim="8000"/>
            <a:headEnd len="sm" w="sm" type="none"/>
            <a:tailEnd len="sm" w="sm" type="none"/>
          </a:ln>
        </p:spPr>
      </p:cxnSp>
      <p:cxnSp>
        <p:nvCxnSpPr>
          <p:cNvPr id="2381" name="Google Shape;2381;g3f824b0376f_0_18268"/>
          <p:cNvCxnSpPr/>
          <p:nvPr/>
        </p:nvCxnSpPr>
        <p:spPr>
          <a:xfrm rot="10800000">
            <a:off x="6125028" y="3210886"/>
            <a:ext cx="0" cy="2466900"/>
          </a:xfrm>
          <a:prstGeom prst="straightConnector1">
            <a:avLst/>
          </a:prstGeom>
          <a:noFill/>
          <a:ln cap="flat" cmpd="sng" w="12700">
            <a:solidFill>
              <a:srgbClr val="BFBFBF"/>
            </a:solidFill>
            <a:prstDash val="solid"/>
            <a:miter lim="8000"/>
            <a:headEnd len="sm" w="sm" type="none"/>
            <a:tailEnd len="sm" w="sm" type="none"/>
          </a:ln>
        </p:spPr>
      </p:cxnSp>
      <p:cxnSp>
        <p:nvCxnSpPr>
          <p:cNvPr id="2382" name="Google Shape;2382;g3f824b0376f_0_18268"/>
          <p:cNvCxnSpPr/>
          <p:nvPr/>
        </p:nvCxnSpPr>
        <p:spPr>
          <a:xfrm rot="10800000">
            <a:off x="3090530" y="3210886"/>
            <a:ext cx="0" cy="2466900"/>
          </a:xfrm>
          <a:prstGeom prst="straightConnector1">
            <a:avLst/>
          </a:prstGeom>
          <a:noFill/>
          <a:ln cap="flat" cmpd="sng" w="12700">
            <a:solidFill>
              <a:srgbClr val="BFBFBF"/>
            </a:solidFill>
            <a:prstDash val="solid"/>
            <a:miter lim="8000"/>
            <a:headEnd len="sm" w="sm" type="none"/>
            <a:tailEnd len="sm" w="sm" type="none"/>
          </a:ln>
        </p:spPr>
      </p:cxnSp>
      <p:sp>
        <p:nvSpPr>
          <p:cNvPr id="2383" name="Google Shape;2383;g3f824b0376f_0_18268"/>
          <p:cNvSpPr txBox="1"/>
          <p:nvPr>
            <p:ph idx="17" type="body"/>
          </p:nvPr>
        </p:nvSpPr>
        <p:spPr>
          <a:xfrm>
            <a:off x="346962" y="929442"/>
            <a:ext cx="11569200" cy="411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4">
    <p:spTree>
      <p:nvGrpSpPr>
        <p:cNvPr id="2384" name="Shape 2384"/>
        <p:cNvGrpSpPr/>
        <p:nvPr/>
      </p:nvGrpSpPr>
      <p:grpSpPr>
        <a:xfrm>
          <a:off x="0" y="0"/>
          <a:ext cx="0" cy="0"/>
          <a:chOff x="0" y="0"/>
          <a:chExt cx="0" cy="0"/>
        </a:xfrm>
      </p:grpSpPr>
      <p:sp>
        <p:nvSpPr>
          <p:cNvPr id="2385" name="Google Shape;2385;g3f824b0376f_0_18290"/>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386" name="Google Shape;2386;g3f824b0376f_0_18290"/>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387" name="Google Shape;2387;g3f824b0376f_0_18290"/>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388" name="Google Shape;2388;g3f824b0376f_0_18290"/>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389" name="Google Shape;2389;g3f824b0376f_0_18290"/>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390" name="Google Shape;2390;g3f824b0376f_0_18290"/>
          <p:cNvSpPr/>
          <p:nvPr>
            <p:ph idx="2" type="pic"/>
          </p:nvPr>
        </p:nvSpPr>
        <p:spPr>
          <a:xfrm>
            <a:off x="1217160" y="4332766"/>
            <a:ext cx="719700" cy="720000"/>
          </a:xfrm>
          <a:prstGeom prst="rect">
            <a:avLst/>
          </a:prstGeom>
          <a:noFill/>
          <a:ln>
            <a:noFill/>
          </a:ln>
        </p:spPr>
      </p:sp>
      <p:sp>
        <p:nvSpPr>
          <p:cNvPr id="2391" name="Google Shape;2391;g3f824b0376f_0_18290"/>
          <p:cNvSpPr txBox="1"/>
          <p:nvPr>
            <p:ph idx="3" type="body"/>
          </p:nvPr>
        </p:nvSpPr>
        <p:spPr>
          <a:xfrm>
            <a:off x="345100" y="5315053"/>
            <a:ext cx="2463900" cy="516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92" name="Google Shape;2392;g3f824b0376f_0_18290"/>
          <p:cNvSpPr/>
          <p:nvPr>
            <p:ph idx="4" type="pic"/>
          </p:nvPr>
        </p:nvSpPr>
        <p:spPr>
          <a:xfrm>
            <a:off x="4257331" y="4332766"/>
            <a:ext cx="720300" cy="720000"/>
          </a:xfrm>
          <a:prstGeom prst="rect">
            <a:avLst/>
          </a:prstGeom>
          <a:noFill/>
          <a:ln>
            <a:noFill/>
          </a:ln>
        </p:spPr>
      </p:sp>
      <p:sp>
        <p:nvSpPr>
          <p:cNvPr id="2393" name="Google Shape;2393;g3f824b0376f_0_18290"/>
          <p:cNvSpPr txBox="1"/>
          <p:nvPr>
            <p:ph idx="5" type="body"/>
          </p:nvPr>
        </p:nvSpPr>
        <p:spPr>
          <a:xfrm>
            <a:off x="3385590" y="5315053"/>
            <a:ext cx="2463900" cy="516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94" name="Google Shape;2394;g3f824b0376f_0_18290"/>
          <p:cNvSpPr/>
          <p:nvPr>
            <p:ph idx="6" type="pic"/>
          </p:nvPr>
        </p:nvSpPr>
        <p:spPr>
          <a:xfrm>
            <a:off x="10338470" y="4332766"/>
            <a:ext cx="720000" cy="720000"/>
          </a:xfrm>
          <a:prstGeom prst="rect">
            <a:avLst/>
          </a:prstGeom>
          <a:noFill/>
          <a:ln>
            <a:noFill/>
          </a:ln>
        </p:spPr>
      </p:sp>
      <p:sp>
        <p:nvSpPr>
          <p:cNvPr id="2395" name="Google Shape;2395;g3f824b0376f_0_18290"/>
          <p:cNvSpPr txBox="1"/>
          <p:nvPr>
            <p:ph idx="7" type="body"/>
          </p:nvPr>
        </p:nvSpPr>
        <p:spPr>
          <a:xfrm>
            <a:off x="9466570" y="5315053"/>
            <a:ext cx="2463900" cy="516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96" name="Google Shape;2396;g3f824b0376f_0_18290"/>
          <p:cNvSpPr/>
          <p:nvPr>
            <p:ph idx="8" type="pic"/>
          </p:nvPr>
        </p:nvSpPr>
        <p:spPr>
          <a:xfrm>
            <a:off x="7297980" y="4332766"/>
            <a:ext cx="720000" cy="720000"/>
          </a:xfrm>
          <a:prstGeom prst="rect">
            <a:avLst/>
          </a:prstGeom>
          <a:noFill/>
          <a:ln>
            <a:noFill/>
          </a:ln>
        </p:spPr>
      </p:sp>
      <p:sp>
        <p:nvSpPr>
          <p:cNvPr id="2397" name="Google Shape;2397;g3f824b0376f_0_18290"/>
          <p:cNvSpPr txBox="1"/>
          <p:nvPr>
            <p:ph idx="9" type="body"/>
          </p:nvPr>
        </p:nvSpPr>
        <p:spPr>
          <a:xfrm>
            <a:off x="6426080" y="5315053"/>
            <a:ext cx="2463900" cy="516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98" name="Google Shape;2398;g3f824b0376f_0_18290"/>
          <p:cNvSpPr txBox="1"/>
          <p:nvPr>
            <p:ph idx="13" type="body"/>
          </p:nvPr>
        </p:nvSpPr>
        <p:spPr>
          <a:xfrm>
            <a:off x="353154" y="1352814"/>
            <a:ext cx="11577600" cy="2544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2399" name="Google Shape;2399;g3f824b0376f_0_18290"/>
          <p:cNvCxnSpPr/>
          <p:nvPr/>
        </p:nvCxnSpPr>
        <p:spPr>
          <a:xfrm rot="10800000">
            <a:off x="9178225" y="4316958"/>
            <a:ext cx="0" cy="1743600"/>
          </a:xfrm>
          <a:prstGeom prst="straightConnector1">
            <a:avLst/>
          </a:prstGeom>
          <a:noFill/>
          <a:ln cap="flat" cmpd="sng" w="12700">
            <a:solidFill>
              <a:srgbClr val="BFBFBF"/>
            </a:solidFill>
            <a:prstDash val="solid"/>
            <a:miter lim="8000"/>
            <a:headEnd len="sm" w="sm" type="none"/>
            <a:tailEnd len="sm" w="sm" type="none"/>
          </a:ln>
        </p:spPr>
      </p:cxnSp>
      <p:cxnSp>
        <p:nvCxnSpPr>
          <p:cNvPr id="2400" name="Google Shape;2400;g3f824b0376f_0_18290"/>
          <p:cNvCxnSpPr/>
          <p:nvPr/>
        </p:nvCxnSpPr>
        <p:spPr>
          <a:xfrm rot="10800000">
            <a:off x="6137735" y="4316958"/>
            <a:ext cx="0" cy="1743600"/>
          </a:xfrm>
          <a:prstGeom prst="straightConnector1">
            <a:avLst/>
          </a:prstGeom>
          <a:noFill/>
          <a:ln cap="flat" cmpd="sng" w="12700">
            <a:solidFill>
              <a:srgbClr val="BFBFBF"/>
            </a:solidFill>
            <a:prstDash val="solid"/>
            <a:miter lim="8000"/>
            <a:headEnd len="sm" w="sm" type="none"/>
            <a:tailEnd len="sm" w="sm" type="none"/>
          </a:ln>
        </p:spPr>
      </p:cxnSp>
      <p:cxnSp>
        <p:nvCxnSpPr>
          <p:cNvPr id="2401" name="Google Shape;2401;g3f824b0376f_0_18290"/>
          <p:cNvCxnSpPr/>
          <p:nvPr/>
        </p:nvCxnSpPr>
        <p:spPr>
          <a:xfrm rot="10800000">
            <a:off x="3097245" y="4316958"/>
            <a:ext cx="0" cy="1743600"/>
          </a:xfrm>
          <a:prstGeom prst="straightConnector1">
            <a:avLst/>
          </a:prstGeom>
          <a:noFill/>
          <a:ln cap="flat" cmpd="sng" w="12700">
            <a:solidFill>
              <a:srgbClr val="BFBFBF"/>
            </a:solidFill>
            <a:prstDash val="solid"/>
            <a:miter lim="8000"/>
            <a:headEnd len="sm" w="sm" type="none"/>
            <a:tailEnd len="sm" w="sm" type="none"/>
          </a:ln>
        </p:spPr>
      </p:cxnSp>
      <p:sp>
        <p:nvSpPr>
          <p:cNvPr id="2402" name="Google Shape;2402;g3f824b0376f_0_18290"/>
          <p:cNvSpPr txBox="1"/>
          <p:nvPr>
            <p:ph idx="14" type="body"/>
          </p:nvPr>
        </p:nvSpPr>
        <p:spPr>
          <a:xfrm>
            <a:off x="346962" y="929442"/>
            <a:ext cx="11569200" cy="411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5">
    <p:spTree>
      <p:nvGrpSpPr>
        <p:cNvPr id="2403" name="Shape 2403"/>
        <p:cNvGrpSpPr/>
        <p:nvPr/>
      </p:nvGrpSpPr>
      <p:grpSpPr>
        <a:xfrm>
          <a:off x="0" y="0"/>
          <a:ext cx="0" cy="0"/>
          <a:chOff x="0" y="0"/>
          <a:chExt cx="0" cy="0"/>
        </a:xfrm>
      </p:grpSpPr>
      <p:sp>
        <p:nvSpPr>
          <p:cNvPr id="2404" name="Google Shape;2404;g3f824b0376f_0_18309"/>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405" name="Google Shape;2405;g3f824b0376f_0_18309"/>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406" name="Google Shape;2406;g3f824b0376f_0_18309"/>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407" name="Google Shape;2407;g3f824b0376f_0_18309"/>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408" name="Google Shape;2408;g3f824b0376f_0_18309"/>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409" name="Google Shape;2409;g3f824b0376f_0_18309"/>
          <p:cNvSpPr txBox="1"/>
          <p:nvPr>
            <p:ph idx="2" type="body"/>
          </p:nvPr>
        </p:nvSpPr>
        <p:spPr>
          <a:xfrm>
            <a:off x="7679766" y="1817983"/>
            <a:ext cx="4245600" cy="350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10" name="Google Shape;2410;g3f824b0376f_0_18309"/>
          <p:cNvSpPr txBox="1"/>
          <p:nvPr>
            <p:ph idx="3" type="body"/>
          </p:nvPr>
        </p:nvSpPr>
        <p:spPr>
          <a:xfrm>
            <a:off x="7679766" y="2211632"/>
            <a:ext cx="4245600" cy="4899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11" name="Google Shape;2411;g3f824b0376f_0_18309"/>
          <p:cNvSpPr txBox="1"/>
          <p:nvPr>
            <p:ph idx="4" type="body"/>
          </p:nvPr>
        </p:nvSpPr>
        <p:spPr>
          <a:xfrm>
            <a:off x="346962" y="929442"/>
            <a:ext cx="11583900" cy="3678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12" name="Google Shape;2412;g3f824b0376f_0_18309"/>
          <p:cNvSpPr/>
          <p:nvPr>
            <p:ph idx="5" type="pic"/>
          </p:nvPr>
        </p:nvSpPr>
        <p:spPr>
          <a:xfrm>
            <a:off x="6721292" y="1899968"/>
            <a:ext cx="720000" cy="720000"/>
          </a:xfrm>
          <a:prstGeom prst="rect">
            <a:avLst/>
          </a:prstGeom>
          <a:noFill/>
          <a:ln>
            <a:noFill/>
          </a:ln>
        </p:spPr>
      </p:sp>
      <p:sp>
        <p:nvSpPr>
          <p:cNvPr id="2413" name="Google Shape;2413;g3f824b0376f_0_18309"/>
          <p:cNvSpPr txBox="1"/>
          <p:nvPr>
            <p:ph idx="6" type="body"/>
          </p:nvPr>
        </p:nvSpPr>
        <p:spPr>
          <a:xfrm>
            <a:off x="7679766" y="3375920"/>
            <a:ext cx="4245600" cy="350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14" name="Google Shape;2414;g3f824b0376f_0_18309"/>
          <p:cNvSpPr txBox="1"/>
          <p:nvPr>
            <p:ph idx="7" type="body"/>
          </p:nvPr>
        </p:nvSpPr>
        <p:spPr>
          <a:xfrm>
            <a:off x="7679766" y="3769569"/>
            <a:ext cx="4245600" cy="4899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15" name="Google Shape;2415;g3f824b0376f_0_18309"/>
          <p:cNvSpPr/>
          <p:nvPr>
            <p:ph idx="8" type="pic"/>
          </p:nvPr>
        </p:nvSpPr>
        <p:spPr>
          <a:xfrm>
            <a:off x="6721292" y="3467676"/>
            <a:ext cx="720000" cy="720000"/>
          </a:xfrm>
          <a:prstGeom prst="rect">
            <a:avLst/>
          </a:prstGeom>
          <a:noFill/>
          <a:ln>
            <a:noFill/>
          </a:ln>
        </p:spPr>
      </p:sp>
      <p:sp>
        <p:nvSpPr>
          <p:cNvPr id="2416" name="Google Shape;2416;g3f824b0376f_0_18309"/>
          <p:cNvSpPr txBox="1"/>
          <p:nvPr>
            <p:ph idx="9" type="body"/>
          </p:nvPr>
        </p:nvSpPr>
        <p:spPr>
          <a:xfrm>
            <a:off x="7679766" y="4953399"/>
            <a:ext cx="4245600" cy="350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17" name="Google Shape;2417;g3f824b0376f_0_18309"/>
          <p:cNvSpPr txBox="1"/>
          <p:nvPr>
            <p:ph idx="13" type="body"/>
          </p:nvPr>
        </p:nvSpPr>
        <p:spPr>
          <a:xfrm>
            <a:off x="7679766" y="5347048"/>
            <a:ext cx="4245600" cy="4899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18" name="Google Shape;2418;g3f824b0376f_0_18309"/>
          <p:cNvSpPr/>
          <p:nvPr>
            <p:ph idx="14" type="pic"/>
          </p:nvPr>
        </p:nvSpPr>
        <p:spPr>
          <a:xfrm>
            <a:off x="6721292" y="5035384"/>
            <a:ext cx="720000" cy="720000"/>
          </a:xfrm>
          <a:prstGeom prst="rect">
            <a:avLst/>
          </a:prstGeom>
          <a:noFill/>
          <a:ln>
            <a:noFill/>
          </a:ln>
        </p:spPr>
      </p:sp>
      <p:sp>
        <p:nvSpPr>
          <p:cNvPr id="2419" name="Google Shape;2419;g3f824b0376f_0_18309"/>
          <p:cNvSpPr txBox="1"/>
          <p:nvPr>
            <p:ph idx="15" type="body"/>
          </p:nvPr>
        </p:nvSpPr>
        <p:spPr>
          <a:xfrm>
            <a:off x="346962" y="1341478"/>
            <a:ext cx="6073800" cy="4650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6">
    <p:spTree>
      <p:nvGrpSpPr>
        <p:cNvPr id="2420" name="Shape 2420"/>
        <p:cNvGrpSpPr/>
        <p:nvPr/>
      </p:nvGrpSpPr>
      <p:grpSpPr>
        <a:xfrm>
          <a:off x="0" y="0"/>
          <a:ext cx="0" cy="0"/>
          <a:chOff x="0" y="0"/>
          <a:chExt cx="0" cy="0"/>
        </a:xfrm>
      </p:grpSpPr>
      <p:sp>
        <p:nvSpPr>
          <p:cNvPr id="2421" name="Google Shape;2421;g3f824b0376f_0_18326"/>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422" name="Google Shape;2422;g3f824b0376f_0_18326"/>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423" name="Google Shape;2423;g3f824b0376f_0_18326"/>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424" name="Google Shape;2424;g3f824b0376f_0_18326"/>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425" name="Google Shape;2425;g3f824b0376f_0_18326"/>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426" name="Google Shape;2426;g3f824b0376f_0_18326"/>
          <p:cNvSpPr/>
          <p:nvPr>
            <p:ph idx="2" type="pic"/>
          </p:nvPr>
        </p:nvSpPr>
        <p:spPr>
          <a:xfrm>
            <a:off x="416537" y="3300715"/>
            <a:ext cx="720000" cy="720000"/>
          </a:xfrm>
          <a:prstGeom prst="rect">
            <a:avLst/>
          </a:prstGeom>
          <a:noFill/>
          <a:ln>
            <a:noFill/>
          </a:ln>
        </p:spPr>
      </p:sp>
      <p:sp>
        <p:nvSpPr>
          <p:cNvPr id="2427" name="Google Shape;2427;g3f824b0376f_0_18326"/>
          <p:cNvSpPr txBox="1"/>
          <p:nvPr>
            <p:ph idx="3" type="body"/>
          </p:nvPr>
        </p:nvSpPr>
        <p:spPr>
          <a:xfrm>
            <a:off x="1373741" y="3164698"/>
            <a:ext cx="7351800" cy="3036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28" name="Google Shape;2428;g3f824b0376f_0_18326"/>
          <p:cNvSpPr txBox="1"/>
          <p:nvPr>
            <p:ph idx="4" type="body"/>
          </p:nvPr>
        </p:nvSpPr>
        <p:spPr>
          <a:xfrm>
            <a:off x="1373741" y="3493719"/>
            <a:ext cx="7351800" cy="7296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29" name="Google Shape;2429;g3f824b0376f_0_18326"/>
          <p:cNvSpPr/>
          <p:nvPr>
            <p:ph idx="5" type="pic"/>
          </p:nvPr>
        </p:nvSpPr>
        <p:spPr>
          <a:xfrm>
            <a:off x="416537" y="4983466"/>
            <a:ext cx="720000" cy="720000"/>
          </a:xfrm>
          <a:prstGeom prst="rect">
            <a:avLst/>
          </a:prstGeom>
          <a:noFill/>
          <a:ln>
            <a:noFill/>
          </a:ln>
        </p:spPr>
      </p:sp>
      <p:sp>
        <p:nvSpPr>
          <p:cNvPr id="2430" name="Google Shape;2430;g3f824b0376f_0_18326"/>
          <p:cNvSpPr txBox="1"/>
          <p:nvPr>
            <p:ph idx="6" type="body"/>
          </p:nvPr>
        </p:nvSpPr>
        <p:spPr>
          <a:xfrm>
            <a:off x="1373741" y="4847449"/>
            <a:ext cx="7351800" cy="3036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31" name="Google Shape;2431;g3f824b0376f_0_18326"/>
          <p:cNvSpPr txBox="1"/>
          <p:nvPr>
            <p:ph idx="7" type="body"/>
          </p:nvPr>
        </p:nvSpPr>
        <p:spPr>
          <a:xfrm>
            <a:off x="1373741" y="5176470"/>
            <a:ext cx="7351800" cy="7296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32" name="Google Shape;2432;g3f824b0376f_0_18326"/>
          <p:cNvSpPr txBox="1"/>
          <p:nvPr>
            <p:ph idx="8" type="body"/>
          </p:nvPr>
        </p:nvSpPr>
        <p:spPr>
          <a:xfrm>
            <a:off x="335921" y="1354135"/>
            <a:ext cx="11565900" cy="1514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33" name="Google Shape;2433;g3f824b0376f_0_18326"/>
          <p:cNvSpPr txBox="1"/>
          <p:nvPr>
            <p:ph idx="9" type="body"/>
          </p:nvPr>
        </p:nvSpPr>
        <p:spPr>
          <a:xfrm>
            <a:off x="9552536" y="3153538"/>
            <a:ext cx="1971900" cy="323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34" name="Google Shape;2434;g3f824b0376f_0_18326"/>
          <p:cNvSpPr txBox="1"/>
          <p:nvPr>
            <p:ph idx="13" type="body"/>
          </p:nvPr>
        </p:nvSpPr>
        <p:spPr>
          <a:xfrm>
            <a:off x="9552536" y="3508694"/>
            <a:ext cx="1971900" cy="793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35" name="Google Shape;2435;g3f824b0376f_0_18326"/>
          <p:cNvSpPr txBox="1"/>
          <p:nvPr>
            <p:ph idx="14" type="body"/>
          </p:nvPr>
        </p:nvSpPr>
        <p:spPr>
          <a:xfrm>
            <a:off x="9552536" y="4849402"/>
            <a:ext cx="1971900" cy="323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36" name="Google Shape;2436;g3f824b0376f_0_18326"/>
          <p:cNvSpPr txBox="1"/>
          <p:nvPr>
            <p:ph idx="15" type="body"/>
          </p:nvPr>
        </p:nvSpPr>
        <p:spPr>
          <a:xfrm>
            <a:off x="9552536" y="5204558"/>
            <a:ext cx="1971900" cy="793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2437" name="Google Shape;2437;g3f824b0376f_0_18326"/>
          <p:cNvCxnSpPr/>
          <p:nvPr/>
        </p:nvCxnSpPr>
        <p:spPr>
          <a:xfrm>
            <a:off x="9525000" y="4589323"/>
            <a:ext cx="2026800" cy="0"/>
          </a:xfrm>
          <a:prstGeom prst="straightConnector1">
            <a:avLst/>
          </a:prstGeom>
          <a:noFill/>
          <a:ln cap="flat" cmpd="sng" w="12700">
            <a:solidFill>
              <a:srgbClr val="BFBFBF"/>
            </a:solidFill>
            <a:prstDash val="solid"/>
            <a:miter lim="8000"/>
            <a:headEnd len="sm" w="sm" type="none"/>
            <a:tailEnd len="sm" w="sm" type="none"/>
          </a:ln>
        </p:spPr>
      </p:cxnSp>
      <p:cxnSp>
        <p:nvCxnSpPr>
          <p:cNvPr id="2438" name="Google Shape;2438;g3f824b0376f_0_18326"/>
          <p:cNvCxnSpPr/>
          <p:nvPr/>
        </p:nvCxnSpPr>
        <p:spPr>
          <a:xfrm rot="-5400000">
            <a:off x="7543810" y="4632576"/>
            <a:ext cx="3264300" cy="0"/>
          </a:xfrm>
          <a:prstGeom prst="straightConnector1">
            <a:avLst/>
          </a:prstGeom>
          <a:noFill/>
          <a:ln cap="flat" cmpd="sng" w="12700">
            <a:solidFill>
              <a:srgbClr val="BFBFBF"/>
            </a:solidFill>
            <a:prstDash val="solid"/>
            <a:miter lim="8000"/>
            <a:headEnd len="sm" w="sm" type="none"/>
            <a:tailEnd len="sm" w="sm" type="none"/>
          </a:ln>
        </p:spPr>
      </p:cxnSp>
      <p:sp>
        <p:nvSpPr>
          <p:cNvPr id="2439" name="Google Shape;2439;g3f824b0376f_0_18326"/>
          <p:cNvSpPr txBox="1"/>
          <p:nvPr>
            <p:ph idx="16" type="body"/>
          </p:nvPr>
        </p:nvSpPr>
        <p:spPr>
          <a:xfrm>
            <a:off x="346962" y="929442"/>
            <a:ext cx="11569200" cy="411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7">
    <p:spTree>
      <p:nvGrpSpPr>
        <p:cNvPr id="2440" name="Shape 2440"/>
        <p:cNvGrpSpPr/>
        <p:nvPr/>
      </p:nvGrpSpPr>
      <p:grpSpPr>
        <a:xfrm>
          <a:off x="0" y="0"/>
          <a:ext cx="0" cy="0"/>
          <a:chOff x="0" y="0"/>
          <a:chExt cx="0" cy="0"/>
        </a:xfrm>
      </p:grpSpPr>
      <p:sp>
        <p:nvSpPr>
          <p:cNvPr id="2441" name="Google Shape;2441;g3f824b0376f_0_18346"/>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442" name="Google Shape;2442;g3f824b0376f_0_18346"/>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443" name="Google Shape;2443;g3f824b0376f_0_18346"/>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444" name="Google Shape;2444;g3f824b0376f_0_18346"/>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445" name="Google Shape;2445;g3f824b0376f_0_18346"/>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446" name="Google Shape;2446;g3f824b0376f_0_18346"/>
          <p:cNvSpPr txBox="1"/>
          <p:nvPr>
            <p:ph idx="2" type="body"/>
          </p:nvPr>
        </p:nvSpPr>
        <p:spPr>
          <a:xfrm>
            <a:off x="3654201" y="4181759"/>
            <a:ext cx="2530500" cy="349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47" name="Google Shape;2447;g3f824b0376f_0_18346"/>
          <p:cNvSpPr txBox="1"/>
          <p:nvPr>
            <p:ph idx="3" type="body"/>
          </p:nvPr>
        </p:nvSpPr>
        <p:spPr>
          <a:xfrm>
            <a:off x="3654201" y="4566737"/>
            <a:ext cx="2530500" cy="1707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48" name="Google Shape;2448;g3f824b0376f_0_18346"/>
          <p:cNvSpPr txBox="1"/>
          <p:nvPr>
            <p:ph idx="4" type="body"/>
          </p:nvPr>
        </p:nvSpPr>
        <p:spPr>
          <a:xfrm>
            <a:off x="335923" y="979649"/>
            <a:ext cx="3144900" cy="371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49" name="Google Shape;2449;g3f824b0376f_0_18346"/>
          <p:cNvSpPr/>
          <p:nvPr>
            <p:ph idx="5" type="pic"/>
          </p:nvPr>
        </p:nvSpPr>
        <p:spPr>
          <a:xfrm>
            <a:off x="3746455" y="979679"/>
            <a:ext cx="2346000" cy="2942700"/>
          </a:xfrm>
          <a:prstGeom prst="rect">
            <a:avLst/>
          </a:prstGeom>
          <a:noFill/>
          <a:ln>
            <a:noFill/>
          </a:ln>
        </p:spPr>
      </p:sp>
      <p:sp>
        <p:nvSpPr>
          <p:cNvPr id="2450" name="Google Shape;2450;g3f824b0376f_0_18346"/>
          <p:cNvSpPr txBox="1"/>
          <p:nvPr>
            <p:ph idx="6" type="body"/>
          </p:nvPr>
        </p:nvSpPr>
        <p:spPr>
          <a:xfrm>
            <a:off x="6596334" y="4181759"/>
            <a:ext cx="2530500" cy="349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51" name="Google Shape;2451;g3f824b0376f_0_18346"/>
          <p:cNvSpPr txBox="1"/>
          <p:nvPr>
            <p:ph idx="7" type="body"/>
          </p:nvPr>
        </p:nvSpPr>
        <p:spPr>
          <a:xfrm>
            <a:off x="6596334" y="4566737"/>
            <a:ext cx="2530500" cy="1707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52" name="Google Shape;2452;g3f824b0376f_0_18346"/>
          <p:cNvSpPr/>
          <p:nvPr>
            <p:ph idx="8" type="pic"/>
          </p:nvPr>
        </p:nvSpPr>
        <p:spPr>
          <a:xfrm>
            <a:off x="6688588" y="979679"/>
            <a:ext cx="2346000" cy="2942700"/>
          </a:xfrm>
          <a:prstGeom prst="rect">
            <a:avLst/>
          </a:prstGeom>
          <a:noFill/>
          <a:ln>
            <a:noFill/>
          </a:ln>
        </p:spPr>
      </p:sp>
      <p:sp>
        <p:nvSpPr>
          <p:cNvPr id="2453" name="Google Shape;2453;g3f824b0376f_0_18346"/>
          <p:cNvSpPr txBox="1"/>
          <p:nvPr>
            <p:ph idx="9" type="body"/>
          </p:nvPr>
        </p:nvSpPr>
        <p:spPr>
          <a:xfrm>
            <a:off x="9460130" y="4181759"/>
            <a:ext cx="2530500" cy="349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54" name="Google Shape;2454;g3f824b0376f_0_18346"/>
          <p:cNvSpPr txBox="1"/>
          <p:nvPr>
            <p:ph idx="13" type="body"/>
          </p:nvPr>
        </p:nvSpPr>
        <p:spPr>
          <a:xfrm>
            <a:off x="9460130" y="4566737"/>
            <a:ext cx="2530500" cy="1707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55" name="Google Shape;2455;g3f824b0376f_0_18346"/>
          <p:cNvSpPr/>
          <p:nvPr>
            <p:ph idx="14" type="pic"/>
          </p:nvPr>
        </p:nvSpPr>
        <p:spPr>
          <a:xfrm>
            <a:off x="9552384" y="979679"/>
            <a:ext cx="2346000" cy="2942700"/>
          </a:xfrm>
          <a:prstGeom prst="rect">
            <a:avLst/>
          </a:prstGeom>
          <a:noFill/>
          <a:ln>
            <a:noFill/>
          </a:ln>
        </p:spPr>
      </p:sp>
      <p:sp>
        <p:nvSpPr>
          <p:cNvPr id="2456" name="Google Shape;2456;g3f824b0376f_0_18346"/>
          <p:cNvSpPr txBox="1"/>
          <p:nvPr>
            <p:ph idx="15" type="body"/>
          </p:nvPr>
        </p:nvSpPr>
        <p:spPr>
          <a:xfrm>
            <a:off x="335923" y="1396395"/>
            <a:ext cx="3144900" cy="4877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2457" name="Google Shape;2457;g3f824b0376f_0_18346"/>
          <p:cNvCxnSpPr/>
          <p:nvPr/>
        </p:nvCxnSpPr>
        <p:spPr>
          <a:xfrm rot="10800000">
            <a:off x="6385868" y="4114938"/>
            <a:ext cx="0" cy="2203800"/>
          </a:xfrm>
          <a:prstGeom prst="straightConnector1">
            <a:avLst/>
          </a:prstGeom>
          <a:noFill/>
          <a:ln cap="flat" cmpd="sng" w="12700">
            <a:solidFill>
              <a:srgbClr val="BFBFBF"/>
            </a:solidFill>
            <a:prstDash val="solid"/>
            <a:miter lim="8000"/>
            <a:headEnd len="sm" w="sm" type="none"/>
            <a:tailEnd len="sm" w="sm" type="none"/>
          </a:ln>
        </p:spPr>
      </p:cxnSp>
      <p:cxnSp>
        <p:nvCxnSpPr>
          <p:cNvPr id="2458" name="Google Shape;2458;g3f824b0376f_0_18346"/>
          <p:cNvCxnSpPr/>
          <p:nvPr/>
        </p:nvCxnSpPr>
        <p:spPr>
          <a:xfrm rot="10800000">
            <a:off x="9296400" y="4114938"/>
            <a:ext cx="0" cy="2203800"/>
          </a:xfrm>
          <a:prstGeom prst="straightConnector1">
            <a:avLst/>
          </a:prstGeom>
          <a:noFill/>
          <a:ln cap="flat" cmpd="sng" w="12700">
            <a:solidFill>
              <a:srgbClr val="BFBFBF"/>
            </a:solidFill>
            <a:prstDash val="solid"/>
            <a:miter lim="8000"/>
            <a:headEnd len="sm" w="sm" type="none"/>
            <a:tailEnd len="sm" w="sm" type="none"/>
          </a:ln>
        </p:spPr>
      </p:cxn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8">
    <p:spTree>
      <p:nvGrpSpPr>
        <p:cNvPr id="2459" name="Shape 2459"/>
        <p:cNvGrpSpPr/>
        <p:nvPr/>
      </p:nvGrpSpPr>
      <p:grpSpPr>
        <a:xfrm>
          <a:off x="0" y="0"/>
          <a:ext cx="0" cy="0"/>
          <a:chOff x="0" y="0"/>
          <a:chExt cx="0" cy="0"/>
        </a:xfrm>
      </p:grpSpPr>
      <p:sp>
        <p:nvSpPr>
          <p:cNvPr id="2460" name="Google Shape;2460;g3f824b0376f_0_18365"/>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461" name="Google Shape;2461;g3f824b0376f_0_18365"/>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462" name="Google Shape;2462;g3f824b0376f_0_18365"/>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463" name="Google Shape;2463;g3f824b0376f_0_18365"/>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464" name="Google Shape;2464;g3f824b0376f_0_18365"/>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465" name="Google Shape;2465;g3f824b0376f_0_18365"/>
          <p:cNvSpPr txBox="1"/>
          <p:nvPr>
            <p:ph idx="2" type="body"/>
          </p:nvPr>
        </p:nvSpPr>
        <p:spPr>
          <a:xfrm>
            <a:off x="4227616" y="929442"/>
            <a:ext cx="7721700" cy="374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66" name="Google Shape;2466;g3f824b0376f_0_18365"/>
          <p:cNvSpPr txBox="1"/>
          <p:nvPr>
            <p:ph idx="3" type="body"/>
          </p:nvPr>
        </p:nvSpPr>
        <p:spPr>
          <a:xfrm>
            <a:off x="4227616" y="1354667"/>
            <a:ext cx="7721700" cy="1519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67" name="Google Shape;2467;g3f824b0376f_0_18365"/>
          <p:cNvSpPr/>
          <p:nvPr>
            <p:ph idx="4" type="pic"/>
          </p:nvPr>
        </p:nvSpPr>
        <p:spPr>
          <a:xfrm>
            <a:off x="355600" y="914400"/>
            <a:ext cx="3575100" cy="5379600"/>
          </a:xfrm>
          <a:prstGeom prst="rect">
            <a:avLst/>
          </a:prstGeom>
          <a:noFill/>
          <a:ln>
            <a:noFill/>
          </a:ln>
        </p:spPr>
      </p:sp>
      <p:sp>
        <p:nvSpPr>
          <p:cNvPr id="2468" name="Google Shape;2468;g3f824b0376f_0_18365"/>
          <p:cNvSpPr/>
          <p:nvPr>
            <p:ph idx="5" type="pic"/>
          </p:nvPr>
        </p:nvSpPr>
        <p:spPr>
          <a:xfrm>
            <a:off x="4688969" y="3006721"/>
            <a:ext cx="900000" cy="900000"/>
          </a:xfrm>
          <a:prstGeom prst="rect">
            <a:avLst/>
          </a:prstGeom>
          <a:noFill/>
          <a:ln>
            <a:noFill/>
          </a:ln>
        </p:spPr>
      </p:sp>
      <p:sp>
        <p:nvSpPr>
          <p:cNvPr id="2469" name="Google Shape;2469;g3f824b0376f_0_18365"/>
          <p:cNvSpPr txBox="1"/>
          <p:nvPr>
            <p:ph idx="6" type="body"/>
          </p:nvPr>
        </p:nvSpPr>
        <p:spPr>
          <a:xfrm>
            <a:off x="4191990" y="3980826"/>
            <a:ext cx="1893900" cy="462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70" name="Google Shape;2470;g3f824b0376f_0_18365"/>
          <p:cNvSpPr/>
          <p:nvPr>
            <p:ph idx="7" type="pic"/>
          </p:nvPr>
        </p:nvSpPr>
        <p:spPr>
          <a:xfrm>
            <a:off x="7633206" y="3006721"/>
            <a:ext cx="900000" cy="900000"/>
          </a:xfrm>
          <a:prstGeom prst="rect">
            <a:avLst/>
          </a:prstGeom>
          <a:noFill/>
          <a:ln>
            <a:noFill/>
          </a:ln>
        </p:spPr>
      </p:sp>
      <p:sp>
        <p:nvSpPr>
          <p:cNvPr id="2471" name="Google Shape;2471;g3f824b0376f_0_18365"/>
          <p:cNvSpPr txBox="1"/>
          <p:nvPr>
            <p:ph idx="8" type="body"/>
          </p:nvPr>
        </p:nvSpPr>
        <p:spPr>
          <a:xfrm>
            <a:off x="7136227" y="3980826"/>
            <a:ext cx="1893900" cy="462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72" name="Google Shape;2472;g3f824b0376f_0_18365"/>
          <p:cNvSpPr/>
          <p:nvPr>
            <p:ph idx="9" type="pic"/>
          </p:nvPr>
        </p:nvSpPr>
        <p:spPr>
          <a:xfrm>
            <a:off x="10577442" y="3006721"/>
            <a:ext cx="900000" cy="900000"/>
          </a:xfrm>
          <a:prstGeom prst="rect">
            <a:avLst/>
          </a:prstGeom>
          <a:noFill/>
          <a:ln>
            <a:noFill/>
          </a:ln>
        </p:spPr>
      </p:sp>
      <p:sp>
        <p:nvSpPr>
          <p:cNvPr id="2473" name="Google Shape;2473;g3f824b0376f_0_18365"/>
          <p:cNvSpPr txBox="1"/>
          <p:nvPr>
            <p:ph idx="13" type="body"/>
          </p:nvPr>
        </p:nvSpPr>
        <p:spPr>
          <a:xfrm>
            <a:off x="10080463" y="3980826"/>
            <a:ext cx="1893900" cy="462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74" name="Google Shape;2474;g3f824b0376f_0_18365"/>
          <p:cNvSpPr/>
          <p:nvPr>
            <p:ph idx="14" type="pic"/>
          </p:nvPr>
        </p:nvSpPr>
        <p:spPr>
          <a:xfrm>
            <a:off x="4688969" y="4737019"/>
            <a:ext cx="900000" cy="900000"/>
          </a:xfrm>
          <a:prstGeom prst="rect">
            <a:avLst/>
          </a:prstGeom>
          <a:noFill/>
          <a:ln>
            <a:noFill/>
          </a:ln>
        </p:spPr>
      </p:sp>
      <p:sp>
        <p:nvSpPr>
          <p:cNvPr id="2475" name="Google Shape;2475;g3f824b0376f_0_18365"/>
          <p:cNvSpPr txBox="1"/>
          <p:nvPr>
            <p:ph idx="15" type="body"/>
          </p:nvPr>
        </p:nvSpPr>
        <p:spPr>
          <a:xfrm>
            <a:off x="4191990" y="5711124"/>
            <a:ext cx="1893900" cy="462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76" name="Google Shape;2476;g3f824b0376f_0_18365"/>
          <p:cNvSpPr/>
          <p:nvPr>
            <p:ph idx="16" type="pic"/>
          </p:nvPr>
        </p:nvSpPr>
        <p:spPr>
          <a:xfrm>
            <a:off x="7633206" y="4737019"/>
            <a:ext cx="900000" cy="900000"/>
          </a:xfrm>
          <a:prstGeom prst="rect">
            <a:avLst/>
          </a:prstGeom>
          <a:noFill/>
          <a:ln>
            <a:noFill/>
          </a:ln>
        </p:spPr>
      </p:sp>
      <p:sp>
        <p:nvSpPr>
          <p:cNvPr id="2477" name="Google Shape;2477;g3f824b0376f_0_18365"/>
          <p:cNvSpPr txBox="1"/>
          <p:nvPr>
            <p:ph idx="17" type="body"/>
          </p:nvPr>
        </p:nvSpPr>
        <p:spPr>
          <a:xfrm>
            <a:off x="7136227" y="5711124"/>
            <a:ext cx="1893900" cy="462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78" name="Google Shape;2478;g3f824b0376f_0_18365"/>
          <p:cNvSpPr/>
          <p:nvPr>
            <p:ph idx="18" type="pic"/>
          </p:nvPr>
        </p:nvSpPr>
        <p:spPr>
          <a:xfrm>
            <a:off x="10577442" y="4737019"/>
            <a:ext cx="900000" cy="900000"/>
          </a:xfrm>
          <a:prstGeom prst="rect">
            <a:avLst/>
          </a:prstGeom>
          <a:noFill/>
          <a:ln>
            <a:noFill/>
          </a:ln>
        </p:spPr>
      </p:sp>
      <p:sp>
        <p:nvSpPr>
          <p:cNvPr id="2479" name="Google Shape;2479;g3f824b0376f_0_18365"/>
          <p:cNvSpPr txBox="1"/>
          <p:nvPr>
            <p:ph idx="19" type="body"/>
          </p:nvPr>
        </p:nvSpPr>
        <p:spPr>
          <a:xfrm>
            <a:off x="10080463" y="5711124"/>
            <a:ext cx="1893900" cy="462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2480" name="Google Shape;2480;g3f824b0376f_0_18365"/>
          <p:cNvCxnSpPr/>
          <p:nvPr/>
        </p:nvCxnSpPr>
        <p:spPr>
          <a:xfrm rot="-5400000">
            <a:off x="5861366" y="3646920"/>
            <a:ext cx="1522800" cy="0"/>
          </a:xfrm>
          <a:prstGeom prst="straightConnector1">
            <a:avLst/>
          </a:prstGeom>
          <a:noFill/>
          <a:ln cap="flat" cmpd="sng" w="12700">
            <a:solidFill>
              <a:srgbClr val="BFBFBF"/>
            </a:solidFill>
            <a:prstDash val="solid"/>
            <a:miter lim="8000"/>
            <a:headEnd len="sm" w="sm" type="none"/>
            <a:tailEnd len="sm" w="sm" type="none"/>
          </a:ln>
        </p:spPr>
      </p:cxnSp>
      <p:cxnSp>
        <p:nvCxnSpPr>
          <p:cNvPr id="2481" name="Google Shape;2481;g3f824b0376f_0_18365"/>
          <p:cNvCxnSpPr/>
          <p:nvPr/>
        </p:nvCxnSpPr>
        <p:spPr>
          <a:xfrm rot="-5400000">
            <a:off x="5861366" y="5485855"/>
            <a:ext cx="1522800" cy="0"/>
          </a:xfrm>
          <a:prstGeom prst="straightConnector1">
            <a:avLst/>
          </a:prstGeom>
          <a:noFill/>
          <a:ln cap="flat" cmpd="sng" w="12700">
            <a:solidFill>
              <a:srgbClr val="BFBFBF"/>
            </a:solidFill>
            <a:prstDash val="solid"/>
            <a:miter lim="8000"/>
            <a:headEnd len="sm" w="sm" type="none"/>
            <a:tailEnd len="sm" w="sm" type="none"/>
          </a:ln>
        </p:spPr>
      </p:cxnSp>
      <p:cxnSp>
        <p:nvCxnSpPr>
          <p:cNvPr id="2482" name="Google Shape;2482;g3f824b0376f_0_18365"/>
          <p:cNvCxnSpPr/>
          <p:nvPr/>
        </p:nvCxnSpPr>
        <p:spPr>
          <a:xfrm rot="-5400000">
            <a:off x="8772506" y="3646921"/>
            <a:ext cx="1522800" cy="0"/>
          </a:xfrm>
          <a:prstGeom prst="straightConnector1">
            <a:avLst/>
          </a:prstGeom>
          <a:noFill/>
          <a:ln cap="flat" cmpd="sng" w="12700">
            <a:solidFill>
              <a:srgbClr val="BFBFBF"/>
            </a:solidFill>
            <a:prstDash val="solid"/>
            <a:miter lim="8000"/>
            <a:headEnd len="sm" w="sm" type="none"/>
            <a:tailEnd len="sm" w="sm" type="none"/>
          </a:ln>
        </p:spPr>
      </p:cxnSp>
      <p:cxnSp>
        <p:nvCxnSpPr>
          <p:cNvPr id="2483" name="Google Shape;2483;g3f824b0376f_0_18365"/>
          <p:cNvCxnSpPr/>
          <p:nvPr/>
        </p:nvCxnSpPr>
        <p:spPr>
          <a:xfrm rot="-5400000">
            <a:off x="8772507" y="5485856"/>
            <a:ext cx="1522800" cy="0"/>
          </a:xfrm>
          <a:prstGeom prst="straightConnector1">
            <a:avLst/>
          </a:prstGeom>
          <a:noFill/>
          <a:ln cap="flat" cmpd="sng" w="12700">
            <a:solidFill>
              <a:srgbClr val="BFBFBF"/>
            </a:solidFill>
            <a:prstDash val="solid"/>
            <a:miter lim="8000"/>
            <a:headEnd len="sm" w="sm" type="none"/>
            <a:tailEnd len="sm" w="sm" type="none"/>
          </a:ln>
        </p:spPr>
      </p:cxnSp>
      <p:cxnSp>
        <p:nvCxnSpPr>
          <p:cNvPr id="2484" name="Google Shape;2484;g3f824b0376f_0_18365"/>
          <p:cNvCxnSpPr/>
          <p:nvPr/>
        </p:nvCxnSpPr>
        <p:spPr>
          <a:xfrm rot="10800000">
            <a:off x="4142292" y="4585039"/>
            <a:ext cx="1980000" cy="0"/>
          </a:xfrm>
          <a:prstGeom prst="straightConnector1">
            <a:avLst/>
          </a:prstGeom>
          <a:noFill/>
          <a:ln cap="flat" cmpd="sng" w="12700">
            <a:solidFill>
              <a:srgbClr val="BFBFBF"/>
            </a:solidFill>
            <a:prstDash val="solid"/>
            <a:miter lim="8000"/>
            <a:headEnd len="sm" w="sm" type="none"/>
            <a:tailEnd len="sm" w="sm" type="none"/>
          </a:ln>
        </p:spPr>
      </p:cxnSp>
      <p:cxnSp>
        <p:nvCxnSpPr>
          <p:cNvPr id="2485" name="Google Shape;2485;g3f824b0376f_0_18365"/>
          <p:cNvCxnSpPr/>
          <p:nvPr/>
        </p:nvCxnSpPr>
        <p:spPr>
          <a:xfrm rot="10800000">
            <a:off x="7069771" y="4585039"/>
            <a:ext cx="1980000" cy="0"/>
          </a:xfrm>
          <a:prstGeom prst="straightConnector1">
            <a:avLst/>
          </a:prstGeom>
          <a:noFill/>
          <a:ln cap="flat" cmpd="sng" w="12700">
            <a:solidFill>
              <a:srgbClr val="BFBFBF"/>
            </a:solidFill>
            <a:prstDash val="solid"/>
            <a:miter lim="8000"/>
            <a:headEnd len="sm" w="sm" type="none"/>
            <a:tailEnd len="sm" w="sm" type="none"/>
          </a:ln>
        </p:spPr>
      </p:cxnSp>
      <p:cxnSp>
        <p:nvCxnSpPr>
          <p:cNvPr id="2486" name="Google Shape;2486;g3f824b0376f_0_18365"/>
          <p:cNvCxnSpPr/>
          <p:nvPr/>
        </p:nvCxnSpPr>
        <p:spPr>
          <a:xfrm rot="10800000">
            <a:off x="10012871" y="4585039"/>
            <a:ext cx="1980000" cy="0"/>
          </a:xfrm>
          <a:prstGeom prst="straightConnector1">
            <a:avLst/>
          </a:prstGeom>
          <a:noFill/>
          <a:ln cap="flat" cmpd="sng" w="12700">
            <a:solidFill>
              <a:srgbClr val="BFBFBF"/>
            </a:solidFill>
            <a:prstDash val="solid"/>
            <a:miter lim="8000"/>
            <a:headEnd len="sm" w="sm" type="none"/>
            <a:tailEnd len="sm" w="sm" type="none"/>
          </a:ln>
        </p:spPr>
      </p:cxn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19">
    <p:spTree>
      <p:nvGrpSpPr>
        <p:cNvPr id="2487" name="Shape 2487"/>
        <p:cNvGrpSpPr/>
        <p:nvPr/>
      </p:nvGrpSpPr>
      <p:grpSpPr>
        <a:xfrm>
          <a:off x="0" y="0"/>
          <a:ext cx="0" cy="0"/>
          <a:chOff x="0" y="0"/>
          <a:chExt cx="0" cy="0"/>
        </a:xfrm>
      </p:grpSpPr>
      <p:sp>
        <p:nvSpPr>
          <p:cNvPr id="2488" name="Google Shape;2488;g3f824b0376f_0_18393"/>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489" name="Google Shape;2489;g3f824b0376f_0_18393"/>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490" name="Google Shape;2490;g3f824b0376f_0_18393"/>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491" name="Google Shape;2491;g3f824b0376f_0_18393"/>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492" name="Google Shape;2492;g3f824b0376f_0_18393"/>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493" name="Google Shape;2493;g3f824b0376f_0_18393"/>
          <p:cNvSpPr txBox="1"/>
          <p:nvPr>
            <p:ph idx="2" type="body"/>
          </p:nvPr>
        </p:nvSpPr>
        <p:spPr>
          <a:xfrm>
            <a:off x="4310741" y="2817627"/>
            <a:ext cx="3550800" cy="3426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94" name="Google Shape;2494;g3f824b0376f_0_18393"/>
          <p:cNvSpPr txBox="1"/>
          <p:nvPr>
            <p:ph idx="3" type="body"/>
          </p:nvPr>
        </p:nvSpPr>
        <p:spPr>
          <a:xfrm>
            <a:off x="4310741" y="3187774"/>
            <a:ext cx="3550800" cy="2718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95" name="Google Shape;2495;g3f824b0376f_0_18393"/>
          <p:cNvSpPr/>
          <p:nvPr>
            <p:ph idx="4" type="pic"/>
          </p:nvPr>
        </p:nvSpPr>
        <p:spPr>
          <a:xfrm>
            <a:off x="4310741" y="1498573"/>
            <a:ext cx="900000" cy="900000"/>
          </a:xfrm>
          <a:prstGeom prst="rect">
            <a:avLst/>
          </a:prstGeom>
          <a:noFill/>
          <a:ln>
            <a:noFill/>
          </a:ln>
        </p:spPr>
      </p:sp>
      <p:sp>
        <p:nvSpPr>
          <p:cNvPr id="2496" name="Google Shape;2496;g3f824b0376f_0_18393"/>
          <p:cNvSpPr txBox="1"/>
          <p:nvPr>
            <p:ph idx="5" type="body"/>
          </p:nvPr>
        </p:nvSpPr>
        <p:spPr>
          <a:xfrm>
            <a:off x="343992" y="915040"/>
            <a:ext cx="3586800" cy="3888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97" name="Google Shape;2497;g3f824b0376f_0_18393"/>
          <p:cNvSpPr txBox="1"/>
          <p:nvPr>
            <p:ph idx="6" type="body"/>
          </p:nvPr>
        </p:nvSpPr>
        <p:spPr>
          <a:xfrm>
            <a:off x="8310060" y="2817627"/>
            <a:ext cx="3550800" cy="3426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98" name="Google Shape;2498;g3f824b0376f_0_18393"/>
          <p:cNvSpPr txBox="1"/>
          <p:nvPr>
            <p:ph idx="7" type="body"/>
          </p:nvPr>
        </p:nvSpPr>
        <p:spPr>
          <a:xfrm>
            <a:off x="8310060" y="3187774"/>
            <a:ext cx="3550800" cy="2718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99" name="Google Shape;2499;g3f824b0376f_0_18393"/>
          <p:cNvSpPr/>
          <p:nvPr>
            <p:ph idx="8" type="pic"/>
          </p:nvPr>
        </p:nvSpPr>
        <p:spPr>
          <a:xfrm>
            <a:off x="8310060" y="1498573"/>
            <a:ext cx="900000" cy="900000"/>
          </a:xfrm>
          <a:prstGeom prst="rect">
            <a:avLst/>
          </a:prstGeom>
          <a:noFill/>
          <a:ln>
            <a:noFill/>
          </a:ln>
        </p:spPr>
      </p:sp>
      <p:sp>
        <p:nvSpPr>
          <p:cNvPr id="2500" name="Google Shape;2500;g3f824b0376f_0_18393"/>
          <p:cNvSpPr txBox="1"/>
          <p:nvPr>
            <p:ph idx="9" type="body"/>
          </p:nvPr>
        </p:nvSpPr>
        <p:spPr>
          <a:xfrm>
            <a:off x="343992" y="1371599"/>
            <a:ext cx="3586800" cy="4625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2501" name="Google Shape;2501;g3f824b0376f_0_18393"/>
          <p:cNvCxnSpPr/>
          <p:nvPr/>
        </p:nvCxnSpPr>
        <p:spPr>
          <a:xfrm rot="-5400000">
            <a:off x="6468989" y="4391945"/>
            <a:ext cx="3264300" cy="0"/>
          </a:xfrm>
          <a:prstGeom prst="straightConnector1">
            <a:avLst/>
          </a:prstGeom>
          <a:noFill/>
          <a:ln cap="flat" cmpd="sng" w="12700">
            <a:solidFill>
              <a:srgbClr val="BFBFBF"/>
            </a:solidFill>
            <a:prstDash val="solid"/>
            <a:miter lim="8000"/>
            <a:headEnd len="sm" w="sm" type="none"/>
            <a:tailEnd len="sm" w="sm" type="none"/>
          </a:ln>
        </p:spPr>
      </p:cxn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0">
    <p:spTree>
      <p:nvGrpSpPr>
        <p:cNvPr id="2502" name="Shape 2502"/>
        <p:cNvGrpSpPr/>
        <p:nvPr/>
      </p:nvGrpSpPr>
      <p:grpSpPr>
        <a:xfrm>
          <a:off x="0" y="0"/>
          <a:ext cx="0" cy="0"/>
          <a:chOff x="0" y="0"/>
          <a:chExt cx="0" cy="0"/>
        </a:xfrm>
      </p:grpSpPr>
      <p:sp>
        <p:nvSpPr>
          <p:cNvPr id="2503" name="Google Shape;2503;g3f824b0376f_0_18408"/>
          <p:cNvSpPr/>
          <p:nvPr/>
        </p:nvSpPr>
        <p:spPr>
          <a:xfrm>
            <a:off x="552893" y="3104706"/>
            <a:ext cx="5358900" cy="2998500"/>
          </a:xfrm>
          <a:prstGeom prst="roundRect">
            <a:avLst>
              <a:gd fmla="val 3915" name="adj"/>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04" name="Google Shape;2504;g3f824b0376f_0_18408"/>
          <p:cNvSpPr/>
          <p:nvPr/>
        </p:nvSpPr>
        <p:spPr>
          <a:xfrm>
            <a:off x="6363585" y="3104706"/>
            <a:ext cx="5358900" cy="2998500"/>
          </a:xfrm>
          <a:prstGeom prst="roundRect">
            <a:avLst>
              <a:gd fmla="val 3915" name="adj"/>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05" name="Google Shape;2505;g3f824b0376f_0_18408"/>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506" name="Google Shape;2506;g3f824b0376f_0_18408"/>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507" name="Google Shape;2507;g3f824b0376f_0_18408"/>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508" name="Google Shape;2508;g3f824b0376f_0_18408"/>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509" name="Google Shape;2509;g3f824b0376f_0_18408"/>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510" name="Google Shape;2510;g3f824b0376f_0_18408"/>
          <p:cNvSpPr txBox="1"/>
          <p:nvPr>
            <p:ph idx="2" type="body"/>
          </p:nvPr>
        </p:nvSpPr>
        <p:spPr>
          <a:xfrm>
            <a:off x="935665" y="4470461"/>
            <a:ext cx="4593300" cy="358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11" name="Google Shape;2511;g3f824b0376f_0_18408"/>
          <p:cNvSpPr txBox="1"/>
          <p:nvPr>
            <p:ph idx="3" type="body"/>
          </p:nvPr>
        </p:nvSpPr>
        <p:spPr>
          <a:xfrm>
            <a:off x="935665" y="4858212"/>
            <a:ext cx="4593300" cy="965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12" name="Google Shape;2512;g3f824b0376f_0_18408"/>
          <p:cNvSpPr/>
          <p:nvPr>
            <p:ph idx="4" type="pic"/>
          </p:nvPr>
        </p:nvSpPr>
        <p:spPr>
          <a:xfrm>
            <a:off x="2782297" y="3394190"/>
            <a:ext cx="900000" cy="900000"/>
          </a:xfrm>
          <a:prstGeom prst="rect">
            <a:avLst/>
          </a:prstGeom>
          <a:noFill/>
          <a:ln>
            <a:noFill/>
          </a:ln>
        </p:spPr>
      </p:sp>
      <p:sp>
        <p:nvSpPr>
          <p:cNvPr id="2513" name="Google Shape;2513;g3f824b0376f_0_18408"/>
          <p:cNvSpPr txBox="1"/>
          <p:nvPr>
            <p:ph idx="5" type="body"/>
          </p:nvPr>
        </p:nvSpPr>
        <p:spPr>
          <a:xfrm>
            <a:off x="346362" y="808162"/>
            <a:ext cx="11569800" cy="29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14" name="Google Shape;2514;g3f824b0376f_0_18408"/>
          <p:cNvSpPr txBox="1"/>
          <p:nvPr>
            <p:ph idx="6" type="body"/>
          </p:nvPr>
        </p:nvSpPr>
        <p:spPr>
          <a:xfrm>
            <a:off x="346362" y="1115600"/>
            <a:ext cx="11569800" cy="17976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15" name="Google Shape;2515;g3f824b0376f_0_18408"/>
          <p:cNvSpPr txBox="1"/>
          <p:nvPr>
            <p:ph idx="7" type="body"/>
          </p:nvPr>
        </p:nvSpPr>
        <p:spPr>
          <a:xfrm>
            <a:off x="6746357" y="4470461"/>
            <a:ext cx="4593300" cy="358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16" name="Google Shape;2516;g3f824b0376f_0_18408"/>
          <p:cNvSpPr txBox="1"/>
          <p:nvPr>
            <p:ph idx="8" type="body"/>
          </p:nvPr>
        </p:nvSpPr>
        <p:spPr>
          <a:xfrm>
            <a:off x="6746357" y="4858212"/>
            <a:ext cx="4593300" cy="9651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17" name="Google Shape;2517;g3f824b0376f_0_18408"/>
          <p:cNvSpPr/>
          <p:nvPr>
            <p:ph idx="9" type="pic"/>
          </p:nvPr>
        </p:nvSpPr>
        <p:spPr>
          <a:xfrm>
            <a:off x="8592989" y="3394190"/>
            <a:ext cx="900000" cy="900000"/>
          </a:xfrm>
          <a:prstGeom prst="rect">
            <a:avLst/>
          </a:prstGeom>
          <a:noFill/>
          <a:ln>
            <a:noFill/>
          </a:ln>
        </p:spPr>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1">
    <p:spTree>
      <p:nvGrpSpPr>
        <p:cNvPr id="2518" name="Shape 2518"/>
        <p:cNvGrpSpPr/>
        <p:nvPr/>
      </p:nvGrpSpPr>
      <p:grpSpPr>
        <a:xfrm>
          <a:off x="0" y="0"/>
          <a:ext cx="0" cy="0"/>
          <a:chOff x="0" y="0"/>
          <a:chExt cx="0" cy="0"/>
        </a:xfrm>
      </p:grpSpPr>
      <p:sp>
        <p:nvSpPr>
          <p:cNvPr id="2519" name="Google Shape;2519;g3f824b0376f_0_18424"/>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520" name="Google Shape;2520;g3f824b0376f_0_18424"/>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521" name="Google Shape;2521;g3f824b0376f_0_18424"/>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522" name="Google Shape;2522;g3f824b0376f_0_18424"/>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523" name="Google Shape;2523;g3f824b0376f_0_18424"/>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524" name="Google Shape;2524;g3f824b0376f_0_18424"/>
          <p:cNvSpPr/>
          <p:nvPr/>
        </p:nvSpPr>
        <p:spPr>
          <a:xfrm>
            <a:off x="401590" y="938470"/>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25" name="Google Shape;2525;g3f824b0376f_0_18424"/>
          <p:cNvSpPr/>
          <p:nvPr>
            <p:ph idx="2" type="pic"/>
          </p:nvPr>
        </p:nvSpPr>
        <p:spPr>
          <a:xfrm>
            <a:off x="671590" y="1208470"/>
            <a:ext cx="540000" cy="540000"/>
          </a:xfrm>
          <a:prstGeom prst="rect">
            <a:avLst/>
          </a:prstGeom>
          <a:noFill/>
          <a:ln>
            <a:noFill/>
          </a:ln>
        </p:spPr>
      </p:sp>
      <p:sp>
        <p:nvSpPr>
          <p:cNvPr id="2526" name="Google Shape;2526;g3f824b0376f_0_18424"/>
          <p:cNvSpPr txBox="1"/>
          <p:nvPr>
            <p:ph idx="3" type="body"/>
          </p:nvPr>
        </p:nvSpPr>
        <p:spPr>
          <a:xfrm>
            <a:off x="1701543" y="924057"/>
            <a:ext cx="10223700" cy="311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27" name="Google Shape;2527;g3f824b0376f_0_18424"/>
          <p:cNvSpPr txBox="1"/>
          <p:nvPr>
            <p:ph idx="4" type="body"/>
          </p:nvPr>
        </p:nvSpPr>
        <p:spPr>
          <a:xfrm>
            <a:off x="1701543" y="1273586"/>
            <a:ext cx="10223700" cy="789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28" name="Google Shape;2528;g3f824b0376f_0_18424"/>
          <p:cNvSpPr/>
          <p:nvPr/>
        </p:nvSpPr>
        <p:spPr>
          <a:xfrm>
            <a:off x="401590" y="2273641"/>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29" name="Google Shape;2529;g3f824b0376f_0_18424"/>
          <p:cNvSpPr/>
          <p:nvPr>
            <p:ph idx="5" type="pic"/>
          </p:nvPr>
        </p:nvSpPr>
        <p:spPr>
          <a:xfrm>
            <a:off x="671590" y="2543641"/>
            <a:ext cx="540000" cy="540000"/>
          </a:xfrm>
          <a:prstGeom prst="rect">
            <a:avLst/>
          </a:prstGeom>
          <a:noFill/>
          <a:ln>
            <a:noFill/>
          </a:ln>
        </p:spPr>
      </p:sp>
      <p:sp>
        <p:nvSpPr>
          <p:cNvPr id="2530" name="Google Shape;2530;g3f824b0376f_0_18424"/>
          <p:cNvSpPr txBox="1"/>
          <p:nvPr>
            <p:ph idx="6" type="body"/>
          </p:nvPr>
        </p:nvSpPr>
        <p:spPr>
          <a:xfrm>
            <a:off x="1701543" y="2259228"/>
            <a:ext cx="10223700" cy="311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31" name="Google Shape;2531;g3f824b0376f_0_18424"/>
          <p:cNvSpPr txBox="1"/>
          <p:nvPr>
            <p:ph idx="7" type="body"/>
          </p:nvPr>
        </p:nvSpPr>
        <p:spPr>
          <a:xfrm>
            <a:off x="1701543" y="2608757"/>
            <a:ext cx="10223700" cy="789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32" name="Google Shape;2532;g3f824b0376f_0_18424"/>
          <p:cNvSpPr/>
          <p:nvPr/>
        </p:nvSpPr>
        <p:spPr>
          <a:xfrm>
            <a:off x="401590" y="3604054"/>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33" name="Google Shape;2533;g3f824b0376f_0_18424"/>
          <p:cNvSpPr/>
          <p:nvPr>
            <p:ph idx="8" type="pic"/>
          </p:nvPr>
        </p:nvSpPr>
        <p:spPr>
          <a:xfrm>
            <a:off x="671590" y="3874054"/>
            <a:ext cx="540000" cy="540000"/>
          </a:xfrm>
          <a:prstGeom prst="rect">
            <a:avLst/>
          </a:prstGeom>
          <a:noFill/>
          <a:ln>
            <a:noFill/>
          </a:ln>
        </p:spPr>
      </p:sp>
      <p:sp>
        <p:nvSpPr>
          <p:cNvPr id="2534" name="Google Shape;2534;g3f824b0376f_0_18424"/>
          <p:cNvSpPr txBox="1"/>
          <p:nvPr>
            <p:ph idx="9" type="body"/>
          </p:nvPr>
        </p:nvSpPr>
        <p:spPr>
          <a:xfrm>
            <a:off x="1701543" y="3589641"/>
            <a:ext cx="10223700" cy="311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35" name="Google Shape;2535;g3f824b0376f_0_18424"/>
          <p:cNvSpPr txBox="1"/>
          <p:nvPr>
            <p:ph idx="13" type="body"/>
          </p:nvPr>
        </p:nvSpPr>
        <p:spPr>
          <a:xfrm>
            <a:off x="1701543" y="3939170"/>
            <a:ext cx="10223700" cy="789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36" name="Google Shape;2536;g3f824b0376f_0_18424"/>
          <p:cNvSpPr/>
          <p:nvPr/>
        </p:nvSpPr>
        <p:spPr>
          <a:xfrm>
            <a:off x="401590" y="4967413"/>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37" name="Google Shape;2537;g3f824b0376f_0_18424"/>
          <p:cNvSpPr/>
          <p:nvPr>
            <p:ph idx="14" type="pic"/>
          </p:nvPr>
        </p:nvSpPr>
        <p:spPr>
          <a:xfrm>
            <a:off x="671590" y="5237413"/>
            <a:ext cx="540000" cy="540000"/>
          </a:xfrm>
          <a:prstGeom prst="rect">
            <a:avLst/>
          </a:prstGeom>
          <a:noFill/>
          <a:ln>
            <a:noFill/>
          </a:ln>
        </p:spPr>
      </p:sp>
      <p:sp>
        <p:nvSpPr>
          <p:cNvPr id="2538" name="Google Shape;2538;g3f824b0376f_0_18424"/>
          <p:cNvSpPr txBox="1"/>
          <p:nvPr>
            <p:ph idx="15" type="body"/>
          </p:nvPr>
        </p:nvSpPr>
        <p:spPr>
          <a:xfrm>
            <a:off x="1701543" y="4953000"/>
            <a:ext cx="10223700" cy="311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39" name="Google Shape;2539;g3f824b0376f_0_18424"/>
          <p:cNvSpPr txBox="1"/>
          <p:nvPr>
            <p:ph idx="16" type="body"/>
          </p:nvPr>
        </p:nvSpPr>
        <p:spPr>
          <a:xfrm>
            <a:off x="1701543" y="5302529"/>
            <a:ext cx="10223700" cy="789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2">
    <p:spTree>
      <p:nvGrpSpPr>
        <p:cNvPr id="2540" name="Shape 2540"/>
        <p:cNvGrpSpPr/>
        <p:nvPr/>
      </p:nvGrpSpPr>
      <p:grpSpPr>
        <a:xfrm>
          <a:off x="0" y="0"/>
          <a:ext cx="0" cy="0"/>
          <a:chOff x="0" y="0"/>
          <a:chExt cx="0" cy="0"/>
        </a:xfrm>
      </p:grpSpPr>
      <p:sp>
        <p:nvSpPr>
          <p:cNvPr id="2541" name="Google Shape;2541;g3f824b0376f_0_18446"/>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542" name="Google Shape;2542;g3f824b0376f_0_18446"/>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543" name="Google Shape;2543;g3f824b0376f_0_18446"/>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544" name="Google Shape;2544;g3f824b0376f_0_18446"/>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545" name="Google Shape;2545;g3f824b0376f_0_18446"/>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546" name="Google Shape;2546;g3f824b0376f_0_18446"/>
          <p:cNvSpPr/>
          <p:nvPr/>
        </p:nvSpPr>
        <p:spPr>
          <a:xfrm>
            <a:off x="448124" y="4709191"/>
            <a:ext cx="1980000" cy="1483200"/>
          </a:xfrm>
          <a:prstGeom prst="roundRect">
            <a:avLst>
              <a:gd fmla="val 8334" name="adj"/>
            </a:avLst>
          </a:prstGeom>
          <a:solidFill>
            <a:srgbClr val="F2F2F2"/>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47" name="Google Shape;2547;g3f824b0376f_0_18446"/>
          <p:cNvSpPr/>
          <p:nvPr/>
        </p:nvSpPr>
        <p:spPr>
          <a:xfrm>
            <a:off x="2829403" y="4709191"/>
            <a:ext cx="1980000" cy="1483200"/>
          </a:xfrm>
          <a:prstGeom prst="roundRect">
            <a:avLst>
              <a:gd fmla="val 8334" name="adj"/>
            </a:avLst>
          </a:prstGeom>
          <a:solidFill>
            <a:srgbClr val="F2F2F2"/>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48" name="Google Shape;2548;g3f824b0376f_0_18446"/>
          <p:cNvSpPr/>
          <p:nvPr/>
        </p:nvSpPr>
        <p:spPr>
          <a:xfrm>
            <a:off x="5210682" y="4709191"/>
            <a:ext cx="1980000" cy="1483200"/>
          </a:xfrm>
          <a:prstGeom prst="roundRect">
            <a:avLst>
              <a:gd fmla="val 8334" name="adj"/>
            </a:avLst>
          </a:prstGeom>
          <a:solidFill>
            <a:srgbClr val="F2F2F2"/>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49" name="Google Shape;2549;g3f824b0376f_0_18446"/>
          <p:cNvSpPr/>
          <p:nvPr/>
        </p:nvSpPr>
        <p:spPr>
          <a:xfrm>
            <a:off x="7591961" y="4709191"/>
            <a:ext cx="1980000" cy="1483200"/>
          </a:xfrm>
          <a:prstGeom prst="roundRect">
            <a:avLst>
              <a:gd fmla="val 8334" name="adj"/>
            </a:avLst>
          </a:prstGeom>
          <a:solidFill>
            <a:srgbClr val="F2F2F2"/>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50" name="Google Shape;2550;g3f824b0376f_0_18446"/>
          <p:cNvSpPr/>
          <p:nvPr/>
        </p:nvSpPr>
        <p:spPr>
          <a:xfrm>
            <a:off x="9973241" y="4709191"/>
            <a:ext cx="1980000" cy="1483200"/>
          </a:xfrm>
          <a:prstGeom prst="roundRect">
            <a:avLst>
              <a:gd fmla="val 8334" name="adj"/>
            </a:avLst>
          </a:prstGeom>
          <a:solidFill>
            <a:srgbClr val="F2F2F2"/>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51" name="Google Shape;2551;g3f824b0376f_0_18446"/>
          <p:cNvSpPr/>
          <p:nvPr/>
        </p:nvSpPr>
        <p:spPr>
          <a:xfrm>
            <a:off x="8575417" y="3108525"/>
            <a:ext cx="3060000" cy="972000"/>
          </a:xfrm>
          <a:prstGeom prst="roundRect">
            <a:avLst>
              <a:gd fmla="val 8242" name="adj"/>
            </a:avLst>
          </a:prstGeom>
          <a:solidFill>
            <a:schemeClr val="lt1"/>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52" name="Google Shape;2552;g3f824b0376f_0_18446"/>
          <p:cNvSpPr/>
          <p:nvPr/>
        </p:nvSpPr>
        <p:spPr>
          <a:xfrm rot="5400000">
            <a:off x="2275953" y="5356052"/>
            <a:ext cx="708600" cy="209400"/>
          </a:xfrm>
          <a:prstGeom prst="triangle">
            <a:avLst>
              <a:gd fmla="val 51613" name="adj"/>
            </a:avLst>
          </a:prstGeom>
          <a:solidFill>
            <a:srgbClr val="E2404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53" name="Google Shape;2553;g3f824b0376f_0_18446"/>
          <p:cNvSpPr/>
          <p:nvPr/>
        </p:nvSpPr>
        <p:spPr>
          <a:xfrm rot="5400000">
            <a:off x="4660322" y="5356053"/>
            <a:ext cx="708600" cy="209400"/>
          </a:xfrm>
          <a:prstGeom prst="triangle">
            <a:avLst>
              <a:gd fmla="val 51613" name="adj"/>
            </a:avLst>
          </a:prstGeom>
          <a:solidFill>
            <a:srgbClr val="E2404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54" name="Google Shape;2554;g3f824b0376f_0_18446"/>
          <p:cNvSpPr/>
          <p:nvPr/>
        </p:nvSpPr>
        <p:spPr>
          <a:xfrm rot="5400000">
            <a:off x="7044691" y="5356054"/>
            <a:ext cx="708600" cy="209400"/>
          </a:xfrm>
          <a:prstGeom prst="triangle">
            <a:avLst>
              <a:gd fmla="val 51613" name="adj"/>
            </a:avLst>
          </a:prstGeom>
          <a:solidFill>
            <a:srgbClr val="E2404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55" name="Google Shape;2555;g3f824b0376f_0_18446"/>
          <p:cNvSpPr/>
          <p:nvPr/>
        </p:nvSpPr>
        <p:spPr>
          <a:xfrm rot="5400000">
            <a:off x="9429060" y="5356055"/>
            <a:ext cx="708600" cy="209400"/>
          </a:xfrm>
          <a:prstGeom prst="triangle">
            <a:avLst>
              <a:gd fmla="val 51613" name="adj"/>
            </a:avLst>
          </a:prstGeom>
          <a:solidFill>
            <a:srgbClr val="E2404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56" name="Google Shape;2556;g3f824b0376f_0_18446"/>
          <p:cNvSpPr txBox="1"/>
          <p:nvPr>
            <p:ph idx="2" type="body"/>
          </p:nvPr>
        </p:nvSpPr>
        <p:spPr>
          <a:xfrm>
            <a:off x="371475" y="929441"/>
            <a:ext cx="11544300" cy="11499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57" name="Google Shape;2557;g3f824b0376f_0_18446"/>
          <p:cNvSpPr txBox="1"/>
          <p:nvPr>
            <p:ph idx="3" type="body"/>
          </p:nvPr>
        </p:nvSpPr>
        <p:spPr>
          <a:xfrm>
            <a:off x="371475" y="2159081"/>
            <a:ext cx="11544300" cy="346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58" name="Google Shape;2558;g3f824b0376f_0_18446"/>
          <p:cNvSpPr txBox="1"/>
          <p:nvPr>
            <p:ph idx="4" type="body"/>
          </p:nvPr>
        </p:nvSpPr>
        <p:spPr>
          <a:xfrm>
            <a:off x="371475" y="2590800"/>
            <a:ext cx="11544300" cy="274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1" i="1"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59" name="Google Shape;2559;g3f824b0376f_0_18446"/>
          <p:cNvSpPr txBox="1"/>
          <p:nvPr>
            <p:ph idx="5" type="body"/>
          </p:nvPr>
        </p:nvSpPr>
        <p:spPr>
          <a:xfrm>
            <a:off x="371475" y="4267200"/>
            <a:ext cx="11544300" cy="274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1"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60" name="Google Shape;2560;g3f824b0376f_0_18446"/>
          <p:cNvSpPr/>
          <p:nvPr/>
        </p:nvSpPr>
        <p:spPr>
          <a:xfrm>
            <a:off x="728862" y="3108525"/>
            <a:ext cx="3060000" cy="972000"/>
          </a:xfrm>
          <a:prstGeom prst="roundRect">
            <a:avLst>
              <a:gd fmla="val 6996" name="adj"/>
            </a:avLst>
          </a:prstGeom>
          <a:solidFill>
            <a:schemeClr val="lt1"/>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61" name="Google Shape;2561;g3f824b0376f_0_18446"/>
          <p:cNvSpPr/>
          <p:nvPr/>
        </p:nvSpPr>
        <p:spPr>
          <a:xfrm>
            <a:off x="4652139" y="3108525"/>
            <a:ext cx="3060000" cy="972000"/>
          </a:xfrm>
          <a:prstGeom prst="roundRect">
            <a:avLst>
              <a:gd fmla="val 8242" name="adj"/>
            </a:avLst>
          </a:prstGeom>
          <a:solidFill>
            <a:schemeClr val="lt1"/>
          </a:solidFill>
          <a:ln cap="flat" cmpd="sng" w="12700">
            <a:solidFill>
              <a:srgbClr val="7570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2562" name="Google Shape;2562;g3f824b0376f_0_18446"/>
          <p:cNvCxnSpPr/>
          <p:nvPr/>
        </p:nvCxnSpPr>
        <p:spPr>
          <a:xfrm>
            <a:off x="3795601" y="3594525"/>
            <a:ext cx="820200" cy="0"/>
          </a:xfrm>
          <a:prstGeom prst="straightConnector1">
            <a:avLst/>
          </a:prstGeom>
          <a:noFill/>
          <a:ln cap="flat" cmpd="sng" w="12700">
            <a:solidFill>
              <a:srgbClr val="E24048"/>
            </a:solidFill>
            <a:prstDash val="solid"/>
            <a:miter lim="8000"/>
            <a:headEnd len="sm" w="sm" type="none"/>
            <a:tailEnd len="med" w="med" type="stealth"/>
          </a:ln>
        </p:spPr>
      </p:cxnSp>
      <p:cxnSp>
        <p:nvCxnSpPr>
          <p:cNvPr id="2563" name="Google Shape;2563;g3f824b0376f_0_18446"/>
          <p:cNvCxnSpPr/>
          <p:nvPr/>
        </p:nvCxnSpPr>
        <p:spPr>
          <a:xfrm>
            <a:off x="7732923" y="3594525"/>
            <a:ext cx="820200" cy="0"/>
          </a:xfrm>
          <a:prstGeom prst="straightConnector1">
            <a:avLst/>
          </a:prstGeom>
          <a:noFill/>
          <a:ln cap="flat" cmpd="sng" w="12700">
            <a:solidFill>
              <a:srgbClr val="E24048"/>
            </a:solidFill>
            <a:prstDash val="solid"/>
            <a:miter lim="8000"/>
            <a:headEnd len="sm" w="sm" type="none"/>
            <a:tailEnd len="med" w="med" type="stealth"/>
          </a:ln>
        </p:spPr>
      </p:cxnSp>
      <p:sp>
        <p:nvSpPr>
          <p:cNvPr id="2564" name="Google Shape;2564;g3f824b0376f_0_18446"/>
          <p:cNvSpPr/>
          <p:nvPr>
            <p:ph idx="6" type="pic"/>
          </p:nvPr>
        </p:nvSpPr>
        <p:spPr>
          <a:xfrm>
            <a:off x="906624" y="3241066"/>
            <a:ext cx="720000" cy="720000"/>
          </a:xfrm>
          <a:prstGeom prst="rect">
            <a:avLst/>
          </a:prstGeom>
          <a:noFill/>
          <a:ln>
            <a:noFill/>
          </a:ln>
        </p:spPr>
      </p:sp>
      <p:sp>
        <p:nvSpPr>
          <p:cNvPr id="2565" name="Google Shape;2565;g3f824b0376f_0_18446"/>
          <p:cNvSpPr txBox="1"/>
          <p:nvPr>
            <p:ph idx="7" type="body"/>
          </p:nvPr>
        </p:nvSpPr>
        <p:spPr>
          <a:xfrm>
            <a:off x="1737069" y="3193065"/>
            <a:ext cx="19824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66" name="Google Shape;2566;g3f824b0376f_0_18446"/>
          <p:cNvSpPr txBox="1"/>
          <p:nvPr>
            <p:ph idx="8" type="body"/>
          </p:nvPr>
        </p:nvSpPr>
        <p:spPr>
          <a:xfrm>
            <a:off x="1737069" y="3530237"/>
            <a:ext cx="1982400" cy="473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67" name="Google Shape;2567;g3f824b0376f_0_18446"/>
          <p:cNvSpPr/>
          <p:nvPr>
            <p:ph idx="9" type="pic"/>
          </p:nvPr>
        </p:nvSpPr>
        <p:spPr>
          <a:xfrm>
            <a:off x="4773828" y="3241066"/>
            <a:ext cx="720000" cy="720000"/>
          </a:xfrm>
          <a:prstGeom prst="rect">
            <a:avLst/>
          </a:prstGeom>
          <a:noFill/>
          <a:ln>
            <a:noFill/>
          </a:ln>
        </p:spPr>
      </p:sp>
      <p:sp>
        <p:nvSpPr>
          <p:cNvPr id="2568" name="Google Shape;2568;g3f824b0376f_0_18446"/>
          <p:cNvSpPr txBox="1"/>
          <p:nvPr>
            <p:ph idx="13" type="body"/>
          </p:nvPr>
        </p:nvSpPr>
        <p:spPr>
          <a:xfrm>
            <a:off x="5604273" y="3193065"/>
            <a:ext cx="19824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69" name="Google Shape;2569;g3f824b0376f_0_18446"/>
          <p:cNvSpPr txBox="1"/>
          <p:nvPr>
            <p:ph idx="14" type="body"/>
          </p:nvPr>
        </p:nvSpPr>
        <p:spPr>
          <a:xfrm>
            <a:off x="5604273" y="3530237"/>
            <a:ext cx="1982400" cy="473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70" name="Google Shape;2570;g3f824b0376f_0_18446"/>
          <p:cNvSpPr/>
          <p:nvPr>
            <p:ph idx="15" type="pic"/>
          </p:nvPr>
        </p:nvSpPr>
        <p:spPr>
          <a:xfrm>
            <a:off x="8713572" y="3241066"/>
            <a:ext cx="720000" cy="720000"/>
          </a:xfrm>
          <a:prstGeom prst="rect">
            <a:avLst/>
          </a:prstGeom>
          <a:noFill/>
          <a:ln>
            <a:noFill/>
          </a:ln>
        </p:spPr>
      </p:sp>
      <p:sp>
        <p:nvSpPr>
          <p:cNvPr id="2571" name="Google Shape;2571;g3f824b0376f_0_18446"/>
          <p:cNvSpPr txBox="1"/>
          <p:nvPr>
            <p:ph idx="16" type="body"/>
          </p:nvPr>
        </p:nvSpPr>
        <p:spPr>
          <a:xfrm>
            <a:off x="9544017" y="3193065"/>
            <a:ext cx="19824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72" name="Google Shape;2572;g3f824b0376f_0_18446"/>
          <p:cNvSpPr txBox="1"/>
          <p:nvPr>
            <p:ph idx="17" type="body"/>
          </p:nvPr>
        </p:nvSpPr>
        <p:spPr>
          <a:xfrm>
            <a:off x="9544017" y="3530237"/>
            <a:ext cx="1982400" cy="473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73" name="Google Shape;2573;g3f824b0376f_0_18446"/>
          <p:cNvSpPr/>
          <p:nvPr>
            <p:ph idx="18" type="pic"/>
          </p:nvPr>
        </p:nvSpPr>
        <p:spPr>
          <a:xfrm>
            <a:off x="1078124" y="4800600"/>
            <a:ext cx="720000" cy="720000"/>
          </a:xfrm>
          <a:prstGeom prst="rect">
            <a:avLst/>
          </a:prstGeom>
          <a:noFill/>
          <a:ln>
            <a:noFill/>
          </a:ln>
        </p:spPr>
      </p:sp>
      <p:sp>
        <p:nvSpPr>
          <p:cNvPr id="2574" name="Google Shape;2574;g3f824b0376f_0_18446"/>
          <p:cNvSpPr txBox="1"/>
          <p:nvPr>
            <p:ph idx="19" type="body"/>
          </p:nvPr>
        </p:nvSpPr>
        <p:spPr>
          <a:xfrm>
            <a:off x="539278" y="5638800"/>
            <a:ext cx="1800000" cy="473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75" name="Google Shape;2575;g3f824b0376f_0_18446"/>
          <p:cNvSpPr/>
          <p:nvPr>
            <p:ph idx="20" type="pic"/>
          </p:nvPr>
        </p:nvSpPr>
        <p:spPr>
          <a:xfrm>
            <a:off x="3441357" y="4800600"/>
            <a:ext cx="720000" cy="720000"/>
          </a:xfrm>
          <a:prstGeom prst="rect">
            <a:avLst/>
          </a:prstGeom>
          <a:noFill/>
          <a:ln>
            <a:noFill/>
          </a:ln>
        </p:spPr>
      </p:sp>
      <p:sp>
        <p:nvSpPr>
          <p:cNvPr id="2576" name="Google Shape;2576;g3f824b0376f_0_18446"/>
          <p:cNvSpPr txBox="1"/>
          <p:nvPr>
            <p:ph idx="21" type="body"/>
          </p:nvPr>
        </p:nvSpPr>
        <p:spPr>
          <a:xfrm>
            <a:off x="2919403" y="5638800"/>
            <a:ext cx="1800000" cy="473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77" name="Google Shape;2577;g3f824b0376f_0_18446"/>
          <p:cNvSpPr/>
          <p:nvPr>
            <p:ph idx="22" type="pic"/>
          </p:nvPr>
        </p:nvSpPr>
        <p:spPr>
          <a:xfrm>
            <a:off x="5840628" y="4800600"/>
            <a:ext cx="720000" cy="720000"/>
          </a:xfrm>
          <a:prstGeom prst="rect">
            <a:avLst/>
          </a:prstGeom>
          <a:noFill/>
          <a:ln>
            <a:noFill/>
          </a:ln>
        </p:spPr>
      </p:sp>
      <p:sp>
        <p:nvSpPr>
          <p:cNvPr id="2578" name="Google Shape;2578;g3f824b0376f_0_18446"/>
          <p:cNvSpPr txBox="1"/>
          <p:nvPr>
            <p:ph idx="23" type="body"/>
          </p:nvPr>
        </p:nvSpPr>
        <p:spPr>
          <a:xfrm>
            <a:off x="5300682" y="5638800"/>
            <a:ext cx="1800000" cy="473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79" name="Google Shape;2579;g3f824b0376f_0_18446"/>
          <p:cNvSpPr/>
          <p:nvPr>
            <p:ph idx="24" type="pic"/>
          </p:nvPr>
        </p:nvSpPr>
        <p:spPr>
          <a:xfrm>
            <a:off x="8215185" y="4800600"/>
            <a:ext cx="720000" cy="720000"/>
          </a:xfrm>
          <a:prstGeom prst="rect">
            <a:avLst/>
          </a:prstGeom>
          <a:noFill/>
          <a:ln>
            <a:noFill/>
          </a:ln>
        </p:spPr>
      </p:sp>
      <p:sp>
        <p:nvSpPr>
          <p:cNvPr id="2580" name="Google Shape;2580;g3f824b0376f_0_18446"/>
          <p:cNvSpPr txBox="1"/>
          <p:nvPr>
            <p:ph idx="25" type="body"/>
          </p:nvPr>
        </p:nvSpPr>
        <p:spPr>
          <a:xfrm>
            <a:off x="7681961" y="5638800"/>
            <a:ext cx="1800000" cy="473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81" name="Google Shape;2581;g3f824b0376f_0_18446"/>
          <p:cNvSpPr/>
          <p:nvPr>
            <p:ph idx="26" type="pic"/>
          </p:nvPr>
        </p:nvSpPr>
        <p:spPr>
          <a:xfrm>
            <a:off x="10591800" y="4800600"/>
            <a:ext cx="720000" cy="720000"/>
          </a:xfrm>
          <a:prstGeom prst="rect">
            <a:avLst/>
          </a:prstGeom>
          <a:noFill/>
          <a:ln>
            <a:noFill/>
          </a:ln>
        </p:spPr>
      </p:sp>
      <p:sp>
        <p:nvSpPr>
          <p:cNvPr id="2582" name="Google Shape;2582;g3f824b0376f_0_18446"/>
          <p:cNvSpPr txBox="1"/>
          <p:nvPr>
            <p:ph idx="27" type="body"/>
          </p:nvPr>
        </p:nvSpPr>
        <p:spPr>
          <a:xfrm>
            <a:off x="10063241" y="5638800"/>
            <a:ext cx="1800000" cy="473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3">
    <p:spTree>
      <p:nvGrpSpPr>
        <p:cNvPr id="2583" name="Shape 2583"/>
        <p:cNvGrpSpPr/>
        <p:nvPr/>
      </p:nvGrpSpPr>
      <p:grpSpPr>
        <a:xfrm>
          <a:off x="0" y="0"/>
          <a:ext cx="0" cy="0"/>
          <a:chOff x="0" y="0"/>
          <a:chExt cx="0" cy="0"/>
        </a:xfrm>
      </p:grpSpPr>
      <p:sp>
        <p:nvSpPr>
          <p:cNvPr id="2584" name="Google Shape;2584;g3f824b0376f_0_18489"/>
          <p:cNvSpPr/>
          <p:nvPr/>
        </p:nvSpPr>
        <p:spPr>
          <a:xfrm rot="2700000">
            <a:off x="790888" y="3467711"/>
            <a:ext cx="914289" cy="914289"/>
          </a:xfrm>
          <a:prstGeom prst="roundRect">
            <a:avLst>
              <a:gd fmla="val 16667" name="adj"/>
            </a:avLst>
          </a:prstGeom>
          <a:solidFill>
            <a:srgbClr val="F2F2F2"/>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85" name="Google Shape;2585;g3f824b0376f_0_18489"/>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586" name="Google Shape;2586;g3f824b0376f_0_18489"/>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587" name="Google Shape;2587;g3f824b0376f_0_18489"/>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588" name="Google Shape;2588;g3f824b0376f_0_18489"/>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589" name="Google Shape;2589;g3f824b0376f_0_18489"/>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590" name="Google Shape;2590;g3f824b0376f_0_18489"/>
          <p:cNvSpPr/>
          <p:nvPr>
            <p:ph idx="2" type="pic"/>
          </p:nvPr>
        </p:nvSpPr>
        <p:spPr>
          <a:xfrm>
            <a:off x="996033" y="3672934"/>
            <a:ext cx="504000" cy="504000"/>
          </a:xfrm>
          <a:prstGeom prst="rect">
            <a:avLst/>
          </a:prstGeom>
          <a:noFill/>
          <a:ln>
            <a:noFill/>
          </a:ln>
        </p:spPr>
      </p:sp>
      <p:sp>
        <p:nvSpPr>
          <p:cNvPr id="2591" name="Google Shape;2591;g3f824b0376f_0_18489"/>
          <p:cNvSpPr txBox="1"/>
          <p:nvPr>
            <p:ph idx="3" type="body"/>
          </p:nvPr>
        </p:nvSpPr>
        <p:spPr>
          <a:xfrm>
            <a:off x="244240" y="5094845"/>
            <a:ext cx="2463900" cy="584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92" name="Google Shape;2592;g3f824b0376f_0_18489"/>
          <p:cNvSpPr txBox="1"/>
          <p:nvPr>
            <p:ph idx="4" type="body"/>
          </p:nvPr>
        </p:nvSpPr>
        <p:spPr>
          <a:xfrm>
            <a:off x="4033381" y="5094845"/>
            <a:ext cx="2463900" cy="584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93" name="Google Shape;2593;g3f824b0376f_0_18489"/>
          <p:cNvSpPr txBox="1"/>
          <p:nvPr>
            <p:ph idx="5" type="body"/>
          </p:nvPr>
        </p:nvSpPr>
        <p:spPr>
          <a:xfrm>
            <a:off x="7822522" y="5094845"/>
            <a:ext cx="2463900" cy="584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94" name="Google Shape;2594;g3f824b0376f_0_18489"/>
          <p:cNvSpPr txBox="1"/>
          <p:nvPr>
            <p:ph idx="6" type="body"/>
          </p:nvPr>
        </p:nvSpPr>
        <p:spPr>
          <a:xfrm>
            <a:off x="2088668" y="1343699"/>
            <a:ext cx="2463900" cy="584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95" name="Google Shape;2595;g3f824b0376f_0_18489"/>
          <p:cNvSpPr txBox="1"/>
          <p:nvPr>
            <p:ph idx="7" type="body"/>
          </p:nvPr>
        </p:nvSpPr>
        <p:spPr>
          <a:xfrm>
            <a:off x="5861556" y="1343699"/>
            <a:ext cx="2463900" cy="584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96" name="Google Shape;2596;g3f824b0376f_0_18489"/>
          <p:cNvSpPr txBox="1"/>
          <p:nvPr>
            <p:ph idx="8" type="body"/>
          </p:nvPr>
        </p:nvSpPr>
        <p:spPr>
          <a:xfrm>
            <a:off x="9634445" y="1343699"/>
            <a:ext cx="2452800" cy="5847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97" name="Google Shape;2597;g3f824b0376f_0_18489"/>
          <p:cNvSpPr/>
          <p:nvPr/>
        </p:nvSpPr>
        <p:spPr>
          <a:xfrm rot="2700000">
            <a:off x="2895655" y="2630819"/>
            <a:ext cx="914289" cy="914289"/>
          </a:xfrm>
          <a:prstGeom prst="roundRect">
            <a:avLst>
              <a:gd fmla="val 16667" name="adj"/>
            </a:avLst>
          </a:prstGeom>
          <a:solidFill>
            <a:srgbClr val="F2F2F2"/>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98" name="Google Shape;2598;g3f824b0376f_0_18489"/>
          <p:cNvSpPr/>
          <p:nvPr>
            <p:ph idx="9" type="pic"/>
          </p:nvPr>
        </p:nvSpPr>
        <p:spPr>
          <a:xfrm>
            <a:off x="3100801" y="2836043"/>
            <a:ext cx="504000" cy="504000"/>
          </a:xfrm>
          <a:prstGeom prst="rect">
            <a:avLst/>
          </a:prstGeom>
          <a:noFill/>
          <a:ln>
            <a:noFill/>
          </a:ln>
        </p:spPr>
      </p:sp>
      <p:sp>
        <p:nvSpPr>
          <p:cNvPr id="2599" name="Google Shape;2599;g3f824b0376f_0_18489"/>
          <p:cNvSpPr/>
          <p:nvPr/>
        </p:nvSpPr>
        <p:spPr>
          <a:xfrm rot="2700000">
            <a:off x="4800655" y="3467711"/>
            <a:ext cx="914289" cy="914289"/>
          </a:xfrm>
          <a:prstGeom prst="roundRect">
            <a:avLst>
              <a:gd fmla="val 16667" name="adj"/>
            </a:avLst>
          </a:prstGeom>
          <a:solidFill>
            <a:srgbClr val="F2F2F2"/>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00" name="Google Shape;2600;g3f824b0376f_0_18489"/>
          <p:cNvSpPr/>
          <p:nvPr>
            <p:ph idx="13" type="pic"/>
          </p:nvPr>
        </p:nvSpPr>
        <p:spPr>
          <a:xfrm>
            <a:off x="5005801" y="3672935"/>
            <a:ext cx="504000" cy="504000"/>
          </a:xfrm>
          <a:prstGeom prst="rect">
            <a:avLst/>
          </a:prstGeom>
          <a:noFill/>
          <a:ln>
            <a:noFill/>
          </a:ln>
        </p:spPr>
      </p:sp>
      <p:sp>
        <p:nvSpPr>
          <p:cNvPr id="2601" name="Google Shape;2601;g3f824b0376f_0_18489"/>
          <p:cNvSpPr/>
          <p:nvPr/>
        </p:nvSpPr>
        <p:spPr>
          <a:xfrm rot="2700000">
            <a:off x="6687574" y="2630819"/>
            <a:ext cx="914289" cy="914289"/>
          </a:xfrm>
          <a:prstGeom prst="roundRect">
            <a:avLst>
              <a:gd fmla="val 16667" name="adj"/>
            </a:avLst>
          </a:prstGeom>
          <a:solidFill>
            <a:srgbClr val="F2F2F2"/>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02" name="Google Shape;2602;g3f824b0376f_0_18489"/>
          <p:cNvSpPr/>
          <p:nvPr>
            <p:ph idx="14" type="pic"/>
          </p:nvPr>
        </p:nvSpPr>
        <p:spPr>
          <a:xfrm>
            <a:off x="6892720" y="2836043"/>
            <a:ext cx="504000" cy="504000"/>
          </a:xfrm>
          <a:prstGeom prst="rect">
            <a:avLst/>
          </a:prstGeom>
          <a:noFill/>
          <a:ln>
            <a:noFill/>
          </a:ln>
        </p:spPr>
      </p:sp>
      <p:sp>
        <p:nvSpPr>
          <p:cNvPr id="2603" name="Google Shape;2603;g3f824b0376f_0_18489"/>
          <p:cNvSpPr/>
          <p:nvPr/>
        </p:nvSpPr>
        <p:spPr>
          <a:xfrm rot="2700000">
            <a:off x="10347757" y="2630819"/>
            <a:ext cx="914289" cy="914289"/>
          </a:xfrm>
          <a:prstGeom prst="roundRect">
            <a:avLst>
              <a:gd fmla="val 16667" name="adj"/>
            </a:avLst>
          </a:prstGeom>
          <a:solidFill>
            <a:srgbClr val="F2F2F2"/>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04" name="Google Shape;2604;g3f824b0376f_0_18489"/>
          <p:cNvSpPr/>
          <p:nvPr>
            <p:ph idx="15" type="pic"/>
          </p:nvPr>
        </p:nvSpPr>
        <p:spPr>
          <a:xfrm>
            <a:off x="10552903" y="2836043"/>
            <a:ext cx="504000" cy="504000"/>
          </a:xfrm>
          <a:prstGeom prst="rect">
            <a:avLst/>
          </a:prstGeom>
          <a:noFill/>
          <a:ln>
            <a:noFill/>
          </a:ln>
        </p:spPr>
      </p:sp>
      <p:sp>
        <p:nvSpPr>
          <p:cNvPr id="2605" name="Google Shape;2605;g3f824b0376f_0_18489"/>
          <p:cNvSpPr/>
          <p:nvPr/>
        </p:nvSpPr>
        <p:spPr>
          <a:xfrm rot="2700000">
            <a:off x="8382055" y="3467711"/>
            <a:ext cx="914289" cy="914289"/>
          </a:xfrm>
          <a:prstGeom prst="roundRect">
            <a:avLst>
              <a:gd fmla="val 16667" name="adj"/>
            </a:avLst>
          </a:prstGeom>
          <a:solidFill>
            <a:srgbClr val="F2F2F2"/>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06" name="Google Shape;2606;g3f824b0376f_0_18489"/>
          <p:cNvSpPr/>
          <p:nvPr>
            <p:ph idx="16" type="pic"/>
          </p:nvPr>
        </p:nvSpPr>
        <p:spPr>
          <a:xfrm>
            <a:off x="8587201" y="3672935"/>
            <a:ext cx="504000" cy="504000"/>
          </a:xfrm>
          <a:prstGeom prst="rect">
            <a:avLst/>
          </a:prstGeom>
          <a:noFill/>
          <a:ln>
            <a:noFill/>
          </a:ln>
        </p:spPr>
      </p:sp>
      <p:cxnSp>
        <p:nvCxnSpPr>
          <p:cNvPr id="2607" name="Google Shape;2607;g3f824b0376f_0_18489"/>
          <p:cNvCxnSpPr/>
          <p:nvPr/>
        </p:nvCxnSpPr>
        <p:spPr>
          <a:xfrm rot="10800000">
            <a:off x="1247359" y="4521615"/>
            <a:ext cx="0" cy="495900"/>
          </a:xfrm>
          <a:prstGeom prst="straightConnector1">
            <a:avLst/>
          </a:prstGeom>
          <a:noFill/>
          <a:ln cap="flat" cmpd="sng" w="12700">
            <a:solidFill>
              <a:srgbClr val="AEABAB"/>
            </a:solidFill>
            <a:prstDash val="solid"/>
            <a:miter lim="8000"/>
            <a:headEnd len="med" w="med" type="oval"/>
            <a:tailEnd len="sm" w="sm" type="none"/>
          </a:ln>
        </p:spPr>
      </p:cxnSp>
      <p:cxnSp>
        <p:nvCxnSpPr>
          <p:cNvPr id="2608" name="Google Shape;2608;g3f824b0376f_0_18489"/>
          <p:cNvCxnSpPr/>
          <p:nvPr/>
        </p:nvCxnSpPr>
        <p:spPr>
          <a:xfrm rot="10800000">
            <a:off x="3346555" y="1980004"/>
            <a:ext cx="0" cy="495900"/>
          </a:xfrm>
          <a:prstGeom prst="straightConnector1">
            <a:avLst/>
          </a:prstGeom>
          <a:noFill/>
          <a:ln cap="flat" cmpd="sng" w="12700">
            <a:solidFill>
              <a:srgbClr val="AEABAB"/>
            </a:solidFill>
            <a:prstDash val="solid"/>
            <a:miter lim="8000"/>
            <a:headEnd len="sm" w="sm" type="none"/>
            <a:tailEnd len="med" w="med" type="oval"/>
          </a:ln>
        </p:spPr>
      </p:cxnSp>
      <p:cxnSp>
        <p:nvCxnSpPr>
          <p:cNvPr id="2609" name="Google Shape;2609;g3f824b0376f_0_18489"/>
          <p:cNvCxnSpPr/>
          <p:nvPr/>
        </p:nvCxnSpPr>
        <p:spPr>
          <a:xfrm rot="10800000">
            <a:off x="7140315" y="1980004"/>
            <a:ext cx="0" cy="495900"/>
          </a:xfrm>
          <a:prstGeom prst="straightConnector1">
            <a:avLst/>
          </a:prstGeom>
          <a:noFill/>
          <a:ln cap="flat" cmpd="sng" w="12700">
            <a:solidFill>
              <a:srgbClr val="AEABAB"/>
            </a:solidFill>
            <a:prstDash val="solid"/>
            <a:miter lim="8000"/>
            <a:headEnd len="sm" w="sm" type="none"/>
            <a:tailEnd len="med" w="med" type="oval"/>
          </a:ln>
        </p:spPr>
      </p:cxnSp>
      <p:cxnSp>
        <p:nvCxnSpPr>
          <p:cNvPr id="2610" name="Google Shape;2610;g3f824b0376f_0_18489"/>
          <p:cNvCxnSpPr/>
          <p:nvPr/>
        </p:nvCxnSpPr>
        <p:spPr>
          <a:xfrm rot="10800000">
            <a:off x="10804160" y="1980004"/>
            <a:ext cx="0" cy="495900"/>
          </a:xfrm>
          <a:prstGeom prst="straightConnector1">
            <a:avLst/>
          </a:prstGeom>
          <a:noFill/>
          <a:ln cap="flat" cmpd="sng" w="12700">
            <a:solidFill>
              <a:srgbClr val="AEABAB"/>
            </a:solidFill>
            <a:prstDash val="solid"/>
            <a:miter lim="8000"/>
            <a:headEnd len="sm" w="sm" type="none"/>
            <a:tailEnd len="med" w="med" type="oval"/>
          </a:ln>
        </p:spPr>
      </p:cxnSp>
      <p:cxnSp>
        <p:nvCxnSpPr>
          <p:cNvPr id="2611" name="Google Shape;2611;g3f824b0376f_0_18489"/>
          <p:cNvCxnSpPr/>
          <p:nvPr/>
        </p:nvCxnSpPr>
        <p:spPr>
          <a:xfrm rot="10800000">
            <a:off x="5257800" y="4521615"/>
            <a:ext cx="0" cy="495900"/>
          </a:xfrm>
          <a:prstGeom prst="straightConnector1">
            <a:avLst/>
          </a:prstGeom>
          <a:noFill/>
          <a:ln cap="flat" cmpd="sng" w="12700">
            <a:solidFill>
              <a:srgbClr val="AEABAB"/>
            </a:solidFill>
            <a:prstDash val="solid"/>
            <a:miter lim="8000"/>
            <a:headEnd len="med" w="med" type="oval"/>
            <a:tailEnd len="sm" w="sm" type="none"/>
          </a:ln>
        </p:spPr>
      </p:cxnSp>
      <p:cxnSp>
        <p:nvCxnSpPr>
          <p:cNvPr id="2612" name="Google Shape;2612;g3f824b0376f_0_18489"/>
          <p:cNvCxnSpPr/>
          <p:nvPr/>
        </p:nvCxnSpPr>
        <p:spPr>
          <a:xfrm rot="10800000">
            <a:off x="8839200" y="4521615"/>
            <a:ext cx="0" cy="495900"/>
          </a:xfrm>
          <a:prstGeom prst="straightConnector1">
            <a:avLst/>
          </a:prstGeom>
          <a:noFill/>
          <a:ln cap="flat" cmpd="sng" w="12700">
            <a:solidFill>
              <a:srgbClr val="AEABAB"/>
            </a:solidFill>
            <a:prstDash val="solid"/>
            <a:miter lim="8000"/>
            <a:headEnd len="med" w="med" type="oval"/>
            <a:tailEnd len="sm" w="sm" type="none"/>
          </a:ln>
        </p:spPr>
      </p:cxn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4">
    <p:spTree>
      <p:nvGrpSpPr>
        <p:cNvPr id="2613" name="Shape 2613"/>
        <p:cNvGrpSpPr/>
        <p:nvPr/>
      </p:nvGrpSpPr>
      <p:grpSpPr>
        <a:xfrm>
          <a:off x="0" y="0"/>
          <a:ext cx="0" cy="0"/>
          <a:chOff x="0" y="0"/>
          <a:chExt cx="0" cy="0"/>
        </a:xfrm>
      </p:grpSpPr>
      <p:sp>
        <p:nvSpPr>
          <p:cNvPr id="2614" name="Google Shape;2614;g3f824b0376f_0_18519"/>
          <p:cNvSpPr/>
          <p:nvPr/>
        </p:nvSpPr>
        <p:spPr>
          <a:xfrm>
            <a:off x="797830" y="2935063"/>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15" name="Google Shape;2615;g3f824b0376f_0_18519"/>
          <p:cNvSpPr/>
          <p:nvPr/>
        </p:nvSpPr>
        <p:spPr>
          <a:xfrm>
            <a:off x="3200400" y="2935063"/>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16" name="Google Shape;2616;g3f824b0376f_0_18519"/>
          <p:cNvSpPr/>
          <p:nvPr/>
        </p:nvSpPr>
        <p:spPr>
          <a:xfrm>
            <a:off x="5562600" y="2935063"/>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17" name="Google Shape;2617;g3f824b0376f_0_18519"/>
          <p:cNvSpPr/>
          <p:nvPr/>
        </p:nvSpPr>
        <p:spPr>
          <a:xfrm>
            <a:off x="7924800" y="2935063"/>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18" name="Google Shape;2618;g3f824b0376f_0_18519"/>
          <p:cNvSpPr/>
          <p:nvPr/>
        </p:nvSpPr>
        <p:spPr>
          <a:xfrm>
            <a:off x="10287000" y="2935063"/>
            <a:ext cx="1080000" cy="1080000"/>
          </a:xfrm>
          <a:prstGeom prst="ellipse">
            <a:avLst/>
          </a:prstGeom>
          <a:solidFill>
            <a:schemeClr val="lt1"/>
          </a:solidFill>
          <a:ln cap="flat" cmpd="sng" w="12700">
            <a:solidFill>
              <a:srgbClr val="1E3D7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19" name="Google Shape;2619;g3f824b0376f_0_18519"/>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620" name="Google Shape;2620;g3f824b0376f_0_18519"/>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621" name="Google Shape;2621;g3f824b0376f_0_18519"/>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622" name="Google Shape;2622;g3f824b0376f_0_18519"/>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623" name="Google Shape;2623;g3f824b0376f_0_18519"/>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624" name="Google Shape;2624;g3f824b0376f_0_18519"/>
          <p:cNvSpPr/>
          <p:nvPr>
            <p:ph idx="2" type="pic"/>
          </p:nvPr>
        </p:nvSpPr>
        <p:spPr>
          <a:xfrm>
            <a:off x="1067830" y="3205063"/>
            <a:ext cx="540000" cy="540000"/>
          </a:xfrm>
          <a:prstGeom prst="rect">
            <a:avLst/>
          </a:prstGeom>
          <a:noFill/>
          <a:ln>
            <a:noFill/>
          </a:ln>
        </p:spPr>
      </p:sp>
      <p:sp>
        <p:nvSpPr>
          <p:cNvPr id="2625" name="Google Shape;2625;g3f824b0376f_0_18519"/>
          <p:cNvSpPr txBox="1"/>
          <p:nvPr>
            <p:ph idx="3" type="body"/>
          </p:nvPr>
        </p:nvSpPr>
        <p:spPr>
          <a:xfrm>
            <a:off x="280252" y="1555624"/>
            <a:ext cx="2123100" cy="3198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26" name="Google Shape;2626;g3f824b0376f_0_18519"/>
          <p:cNvSpPr txBox="1"/>
          <p:nvPr>
            <p:ph idx="4" type="body"/>
          </p:nvPr>
        </p:nvSpPr>
        <p:spPr>
          <a:xfrm>
            <a:off x="280252" y="1869407"/>
            <a:ext cx="2123100" cy="599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27" name="Google Shape;2627;g3f824b0376f_0_18519"/>
          <p:cNvSpPr/>
          <p:nvPr>
            <p:ph idx="5" type="pic"/>
          </p:nvPr>
        </p:nvSpPr>
        <p:spPr>
          <a:xfrm>
            <a:off x="3470400" y="3205063"/>
            <a:ext cx="540000" cy="540000"/>
          </a:xfrm>
          <a:prstGeom prst="rect">
            <a:avLst/>
          </a:prstGeom>
          <a:noFill/>
          <a:ln>
            <a:noFill/>
          </a:ln>
        </p:spPr>
      </p:sp>
      <p:sp>
        <p:nvSpPr>
          <p:cNvPr id="2628" name="Google Shape;2628;g3f824b0376f_0_18519"/>
          <p:cNvSpPr txBox="1"/>
          <p:nvPr>
            <p:ph idx="6" type="body"/>
          </p:nvPr>
        </p:nvSpPr>
        <p:spPr>
          <a:xfrm>
            <a:off x="2675879" y="4436726"/>
            <a:ext cx="2123100" cy="3198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29" name="Google Shape;2629;g3f824b0376f_0_18519"/>
          <p:cNvSpPr txBox="1"/>
          <p:nvPr>
            <p:ph idx="7" type="body"/>
          </p:nvPr>
        </p:nvSpPr>
        <p:spPr>
          <a:xfrm>
            <a:off x="2675879" y="4750509"/>
            <a:ext cx="2123100" cy="599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30" name="Google Shape;2630;g3f824b0376f_0_18519"/>
          <p:cNvSpPr/>
          <p:nvPr>
            <p:ph idx="8" type="pic"/>
          </p:nvPr>
        </p:nvSpPr>
        <p:spPr>
          <a:xfrm>
            <a:off x="5832600" y="3205063"/>
            <a:ext cx="540000" cy="540000"/>
          </a:xfrm>
          <a:prstGeom prst="rect">
            <a:avLst/>
          </a:prstGeom>
          <a:noFill/>
          <a:ln>
            <a:noFill/>
          </a:ln>
        </p:spPr>
      </p:sp>
      <p:sp>
        <p:nvSpPr>
          <p:cNvPr id="2631" name="Google Shape;2631;g3f824b0376f_0_18519"/>
          <p:cNvSpPr txBox="1"/>
          <p:nvPr>
            <p:ph idx="9" type="body"/>
          </p:nvPr>
        </p:nvSpPr>
        <p:spPr>
          <a:xfrm>
            <a:off x="5016504" y="1555624"/>
            <a:ext cx="2123100" cy="3198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32" name="Google Shape;2632;g3f824b0376f_0_18519"/>
          <p:cNvSpPr txBox="1"/>
          <p:nvPr>
            <p:ph idx="13" type="body"/>
          </p:nvPr>
        </p:nvSpPr>
        <p:spPr>
          <a:xfrm>
            <a:off x="5016504" y="1869407"/>
            <a:ext cx="2123100" cy="599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33" name="Google Shape;2633;g3f824b0376f_0_18519"/>
          <p:cNvSpPr/>
          <p:nvPr>
            <p:ph idx="14" type="pic"/>
          </p:nvPr>
        </p:nvSpPr>
        <p:spPr>
          <a:xfrm>
            <a:off x="8194800" y="3205063"/>
            <a:ext cx="540000" cy="540000"/>
          </a:xfrm>
          <a:prstGeom prst="rect">
            <a:avLst/>
          </a:prstGeom>
          <a:noFill/>
          <a:ln>
            <a:noFill/>
          </a:ln>
        </p:spPr>
      </p:sp>
      <p:sp>
        <p:nvSpPr>
          <p:cNvPr id="2634" name="Google Shape;2634;g3f824b0376f_0_18519"/>
          <p:cNvSpPr txBox="1"/>
          <p:nvPr>
            <p:ph idx="15" type="body"/>
          </p:nvPr>
        </p:nvSpPr>
        <p:spPr>
          <a:xfrm>
            <a:off x="7454938" y="4436726"/>
            <a:ext cx="2123100" cy="3198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35" name="Google Shape;2635;g3f824b0376f_0_18519"/>
          <p:cNvSpPr txBox="1"/>
          <p:nvPr>
            <p:ph idx="16" type="body"/>
          </p:nvPr>
        </p:nvSpPr>
        <p:spPr>
          <a:xfrm>
            <a:off x="7454938" y="4750509"/>
            <a:ext cx="2123100" cy="599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grpSp>
        <p:nvGrpSpPr>
          <p:cNvPr id="2636" name="Google Shape;2636;g3f824b0376f_0_18519"/>
          <p:cNvGrpSpPr/>
          <p:nvPr/>
        </p:nvGrpSpPr>
        <p:grpSpPr>
          <a:xfrm>
            <a:off x="2220480" y="3253332"/>
            <a:ext cx="616858" cy="429000"/>
            <a:chOff x="2500074" y="3510843"/>
            <a:chExt cx="616858" cy="429000"/>
          </a:xfrm>
        </p:grpSpPr>
        <p:sp>
          <p:nvSpPr>
            <p:cNvPr id="2637" name="Google Shape;2637;g3f824b0376f_0_18519"/>
            <p:cNvSpPr/>
            <p:nvPr/>
          </p:nvSpPr>
          <p:spPr>
            <a:xfrm>
              <a:off x="2500074" y="3510843"/>
              <a:ext cx="333300" cy="42900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38" name="Google Shape;2638;g3f824b0376f_0_18519"/>
            <p:cNvSpPr/>
            <p:nvPr/>
          </p:nvSpPr>
          <p:spPr>
            <a:xfrm>
              <a:off x="2783632" y="3510843"/>
              <a:ext cx="333300" cy="42900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39" name="Google Shape;2639;g3f824b0376f_0_18519"/>
          <p:cNvGrpSpPr/>
          <p:nvPr/>
        </p:nvGrpSpPr>
        <p:grpSpPr>
          <a:xfrm>
            <a:off x="4594951" y="3253332"/>
            <a:ext cx="616858" cy="429000"/>
            <a:chOff x="2500074" y="3510843"/>
            <a:chExt cx="616858" cy="429000"/>
          </a:xfrm>
        </p:grpSpPr>
        <p:sp>
          <p:nvSpPr>
            <p:cNvPr id="2640" name="Google Shape;2640;g3f824b0376f_0_18519"/>
            <p:cNvSpPr/>
            <p:nvPr/>
          </p:nvSpPr>
          <p:spPr>
            <a:xfrm>
              <a:off x="2500074" y="3510843"/>
              <a:ext cx="333300" cy="42900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41" name="Google Shape;2641;g3f824b0376f_0_18519"/>
            <p:cNvSpPr/>
            <p:nvPr/>
          </p:nvSpPr>
          <p:spPr>
            <a:xfrm>
              <a:off x="2783632" y="3510843"/>
              <a:ext cx="333300" cy="42900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42" name="Google Shape;2642;g3f824b0376f_0_18519"/>
          <p:cNvGrpSpPr/>
          <p:nvPr/>
        </p:nvGrpSpPr>
        <p:grpSpPr>
          <a:xfrm>
            <a:off x="6969422" y="3253332"/>
            <a:ext cx="616858" cy="429000"/>
            <a:chOff x="2500074" y="3510843"/>
            <a:chExt cx="616858" cy="429000"/>
          </a:xfrm>
        </p:grpSpPr>
        <p:sp>
          <p:nvSpPr>
            <p:cNvPr id="2643" name="Google Shape;2643;g3f824b0376f_0_18519"/>
            <p:cNvSpPr/>
            <p:nvPr/>
          </p:nvSpPr>
          <p:spPr>
            <a:xfrm>
              <a:off x="2500074" y="3510843"/>
              <a:ext cx="333300" cy="42900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44" name="Google Shape;2644;g3f824b0376f_0_18519"/>
            <p:cNvSpPr/>
            <p:nvPr/>
          </p:nvSpPr>
          <p:spPr>
            <a:xfrm>
              <a:off x="2783632" y="3510843"/>
              <a:ext cx="333300" cy="42900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45" name="Google Shape;2645;g3f824b0376f_0_18519"/>
          <p:cNvSpPr/>
          <p:nvPr>
            <p:ph idx="17" type="pic"/>
          </p:nvPr>
        </p:nvSpPr>
        <p:spPr>
          <a:xfrm>
            <a:off x="10557000" y="3205063"/>
            <a:ext cx="540000" cy="540000"/>
          </a:xfrm>
          <a:prstGeom prst="rect">
            <a:avLst/>
          </a:prstGeom>
          <a:noFill/>
          <a:ln>
            <a:noFill/>
          </a:ln>
        </p:spPr>
      </p:sp>
      <p:sp>
        <p:nvSpPr>
          <p:cNvPr id="2646" name="Google Shape;2646;g3f824b0376f_0_18519"/>
          <p:cNvSpPr txBox="1"/>
          <p:nvPr>
            <p:ph idx="18" type="body"/>
          </p:nvPr>
        </p:nvSpPr>
        <p:spPr>
          <a:xfrm>
            <a:off x="9804644" y="1555624"/>
            <a:ext cx="2123100" cy="3198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47" name="Google Shape;2647;g3f824b0376f_0_18519"/>
          <p:cNvSpPr txBox="1"/>
          <p:nvPr>
            <p:ph idx="19" type="body"/>
          </p:nvPr>
        </p:nvSpPr>
        <p:spPr>
          <a:xfrm>
            <a:off x="9804644" y="1869407"/>
            <a:ext cx="2123100" cy="5994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grpSp>
        <p:nvGrpSpPr>
          <p:cNvPr id="2648" name="Google Shape;2648;g3f824b0376f_0_18519"/>
          <p:cNvGrpSpPr/>
          <p:nvPr/>
        </p:nvGrpSpPr>
        <p:grpSpPr>
          <a:xfrm>
            <a:off x="9343893" y="3253332"/>
            <a:ext cx="616858" cy="429000"/>
            <a:chOff x="2500074" y="3510843"/>
            <a:chExt cx="616858" cy="429000"/>
          </a:xfrm>
        </p:grpSpPr>
        <p:sp>
          <p:nvSpPr>
            <p:cNvPr id="2649" name="Google Shape;2649;g3f824b0376f_0_18519"/>
            <p:cNvSpPr/>
            <p:nvPr/>
          </p:nvSpPr>
          <p:spPr>
            <a:xfrm>
              <a:off x="2500074" y="3510843"/>
              <a:ext cx="333300" cy="42900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50" name="Google Shape;2650;g3f824b0376f_0_18519"/>
            <p:cNvSpPr/>
            <p:nvPr/>
          </p:nvSpPr>
          <p:spPr>
            <a:xfrm>
              <a:off x="2783632" y="3510843"/>
              <a:ext cx="333300" cy="429000"/>
            </a:xfrm>
            <a:prstGeom prst="chevron">
              <a:avLst>
                <a:gd fmla="val 50000" name="adj"/>
              </a:avLst>
            </a:prstGeom>
            <a:solidFill>
              <a:srgbClr val="1E3D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2651" name="Google Shape;2651;g3f824b0376f_0_18519"/>
          <p:cNvCxnSpPr/>
          <p:nvPr/>
        </p:nvCxnSpPr>
        <p:spPr>
          <a:xfrm rot="10800000">
            <a:off x="3765833" y="4055987"/>
            <a:ext cx="0" cy="307800"/>
          </a:xfrm>
          <a:prstGeom prst="straightConnector1">
            <a:avLst/>
          </a:prstGeom>
          <a:noFill/>
          <a:ln cap="flat" cmpd="sng" w="12700">
            <a:solidFill>
              <a:srgbClr val="AEABAB"/>
            </a:solidFill>
            <a:prstDash val="solid"/>
            <a:miter lim="8000"/>
            <a:headEnd len="med" w="med" type="oval"/>
            <a:tailEnd len="sm" w="sm" type="none"/>
          </a:ln>
        </p:spPr>
      </p:cxnSp>
      <p:cxnSp>
        <p:nvCxnSpPr>
          <p:cNvPr id="2652" name="Google Shape;2652;g3f824b0376f_0_18519"/>
          <p:cNvCxnSpPr/>
          <p:nvPr/>
        </p:nvCxnSpPr>
        <p:spPr>
          <a:xfrm rot="10800000">
            <a:off x="8458200" y="4055987"/>
            <a:ext cx="0" cy="307800"/>
          </a:xfrm>
          <a:prstGeom prst="straightConnector1">
            <a:avLst/>
          </a:prstGeom>
          <a:noFill/>
          <a:ln cap="flat" cmpd="sng" w="12700">
            <a:solidFill>
              <a:srgbClr val="AEABAB"/>
            </a:solidFill>
            <a:prstDash val="solid"/>
            <a:miter lim="8000"/>
            <a:headEnd len="med" w="med" type="oval"/>
            <a:tailEnd len="sm" w="sm" type="none"/>
          </a:ln>
        </p:spPr>
      </p:cxnSp>
      <p:cxnSp>
        <p:nvCxnSpPr>
          <p:cNvPr id="2653" name="Google Shape;2653;g3f824b0376f_0_18519"/>
          <p:cNvCxnSpPr/>
          <p:nvPr/>
        </p:nvCxnSpPr>
        <p:spPr>
          <a:xfrm>
            <a:off x="1323888" y="2592094"/>
            <a:ext cx="0" cy="307800"/>
          </a:xfrm>
          <a:prstGeom prst="straightConnector1">
            <a:avLst/>
          </a:prstGeom>
          <a:noFill/>
          <a:ln cap="flat" cmpd="sng" w="12700">
            <a:solidFill>
              <a:srgbClr val="AEABAB"/>
            </a:solidFill>
            <a:prstDash val="solid"/>
            <a:miter lim="8000"/>
            <a:headEnd len="med" w="med" type="oval"/>
            <a:tailEnd len="sm" w="sm" type="none"/>
          </a:ln>
        </p:spPr>
      </p:cxnSp>
      <p:cxnSp>
        <p:nvCxnSpPr>
          <p:cNvPr id="2654" name="Google Shape;2654;g3f824b0376f_0_18519"/>
          <p:cNvCxnSpPr/>
          <p:nvPr/>
        </p:nvCxnSpPr>
        <p:spPr>
          <a:xfrm>
            <a:off x="6096000" y="2592094"/>
            <a:ext cx="0" cy="307800"/>
          </a:xfrm>
          <a:prstGeom prst="straightConnector1">
            <a:avLst/>
          </a:prstGeom>
          <a:noFill/>
          <a:ln cap="flat" cmpd="sng" w="12700">
            <a:solidFill>
              <a:srgbClr val="AEABAB"/>
            </a:solidFill>
            <a:prstDash val="solid"/>
            <a:miter lim="8000"/>
            <a:headEnd len="med" w="med" type="oval"/>
            <a:tailEnd len="sm" w="sm" type="none"/>
          </a:ln>
        </p:spPr>
      </p:cxnSp>
      <p:cxnSp>
        <p:nvCxnSpPr>
          <p:cNvPr id="2655" name="Google Shape;2655;g3f824b0376f_0_18519"/>
          <p:cNvCxnSpPr/>
          <p:nvPr/>
        </p:nvCxnSpPr>
        <p:spPr>
          <a:xfrm>
            <a:off x="10843437" y="2592094"/>
            <a:ext cx="0" cy="307800"/>
          </a:xfrm>
          <a:prstGeom prst="straightConnector1">
            <a:avLst/>
          </a:prstGeom>
          <a:noFill/>
          <a:ln cap="flat" cmpd="sng" w="12700">
            <a:solidFill>
              <a:srgbClr val="AEABAB"/>
            </a:solidFill>
            <a:prstDash val="solid"/>
            <a:miter lim="8000"/>
            <a:headEnd len="med" w="med" type="oval"/>
            <a:tailEnd len="sm" w="sm" type="none"/>
          </a:ln>
        </p:spPr>
      </p:cxn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5">
    <p:spTree>
      <p:nvGrpSpPr>
        <p:cNvPr id="2656" name="Shape 2656"/>
        <p:cNvGrpSpPr/>
        <p:nvPr/>
      </p:nvGrpSpPr>
      <p:grpSpPr>
        <a:xfrm>
          <a:off x="0" y="0"/>
          <a:ext cx="0" cy="0"/>
          <a:chOff x="0" y="0"/>
          <a:chExt cx="0" cy="0"/>
        </a:xfrm>
      </p:grpSpPr>
      <p:sp>
        <p:nvSpPr>
          <p:cNvPr id="2657" name="Google Shape;2657;g3f824b0376f_0_18562"/>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658" name="Google Shape;2658;g3f824b0376f_0_18562"/>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659" name="Google Shape;2659;g3f824b0376f_0_18562"/>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660" name="Google Shape;2660;g3f824b0376f_0_18562"/>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661" name="Google Shape;2661;g3f824b0376f_0_18562"/>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662" name="Google Shape;2662;g3f824b0376f_0_18562"/>
          <p:cNvSpPr/>
          <p:nvPr/>
        </p:nvSpPr>
        <p:spPr>
          <a:xfrm>
            <a:off x="4514349" y="1853044"/>
            <a:ext cx="3111300" cy="3111300"/>
          </a:xfrm>
          <a:prstGeom prst="ellipse">
            <a:avLst/>
          </a:prstGeom>
          <a:solidFill>
            <a:srgbClr val="1E3D7D"/>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663" name="Google Shape;2663;g3f824b0376f_0_18562"/>
          <p:cNvSpPr txBox="1"/>
          <p:nvPr>
            <p:ph idx="2" type="body"/>
          </p:nvPr>
        </p:nvSpPr>
        <p:spPr>
          <a:xfrm>
            <a:off x="4889509" y="3463677"/>
            <a:ext cx="2383200" cy="7755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lt1"/>
              </a:buClr>
              <a:buSzPts val="1800"/>
              <a:buFont typeface="Arial"/>
              <a:buNone/>
              <a:defRPr b="1" i="0" sz="1800" u="none" cap="none" strike="noStrike">
                <a:solidFill>
                  <a:schemeClr val="lt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64" name="Google Shape;2664;g3f824b0376f_0_18562"/>
          <p:cNvSpPr/>
          <p:nvPr>
            <p:ph idx="3" type="pic"/>
          </p:nvPr>
        </p:nvSpPr>
        <p:spPr>
          <a:xfrm>
            <a:off x="750949" y="1316248"/>
            <a:ext cx="720000" cy="720000"/>
          </a:xfrm>
          <a:prstGeom prst="rect">
            <a:avLst/>
          </a:prstGeom>
          <a:noFill/>
          <a:ln>
            <a:noFill/>
          </a:ln>
        </p:spPr>
      </p:sp>
      <p:sp>
        <p:nvSpPr>
          <p:cNvPr id="2665" name="Google Shape;2665;g3f824b0376f_0_18562"/>
          <p:cNvSpPr txBox="1"/>
          <p:nvPr>
            <p:ph idx="4" type="body"/>
          </p:nvPr>
        </p:nvSpPr>
        <p:spPr>
          <a:xfrm>
            <a:off x="1717270" y="865212"/>
            <a:ext cx="24639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66" name="Google Shape;2666;g3f824b0376f_0_18562"/>
          <p:cNvSpPr txBox="1"/>
          <p:nvPr>
            <p:ph idx="5" type="body"/>
          </p:nvPr>
        </p:nvSpPr>
        <p:spPr>
          <a:xfrm>
            <a:off x="1717270" y="1252487"/>
            <a:ext cx="24639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67" name="Google Shape;2667;g3f824b0376f_0_18562"/>
          <p:cNvSpPr/>
          <p:nvPr>
            <p:ph idx="6" type="pic"/>
          </p:nvPr>
        </p:nvSpPr>
        <p:spPr>
          <a:xfrm>
            <a:off x="422705" y="3214568"/>
            <a:ext cx="720000" cy="720000"/>
          </a:xfrm>
          <a:prstGeom prst="rect">
            <a:avLst/>
          </a:prstGeom>
          <a:noFill/>
          <a:ln>
            <a:noFill/>
          </a:ln>
        </p:spPr>
      </p:sp>
      <p:sp>
        <p:nvSpPr>
          <p:cNvPr id="2668" name="Google Shape;2668;g3f824b0376f_0_18562"/>
          <p:cNvSpPr txBox="1"/>
          <p:nvPr>
            <p:ph idx="7" type="body"/>
          </p:nvPr>
        </p:nvSpPr>
        <p:spPr>
          <a:xfrm>
            <a:off x="1389026" y="2763532"/>
            <a:ext cx="24639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69" name="Google Shape;2669;g3f824b0376f_0_18562"/>
          <p:cNvSpPr txBox="1"/>
          <p:nvPr>
            <p:ph idx="8" type="body"/>
          </p:nvPr>
        </p:nvSpPr>
        <p:spPr>
          <a:xfrm>
            <a:off x="1389026" y="3150807"/>
            <a:ext cx="24639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70" name="Google Shape;2670;g3f824b0376f_0_18562"/>
          <p:cNvSpPr/>
          <p:nvPr>
            <p:ph idx="9" type="pic"/>
          </p:nvPr>
        </p:nvSpPr>
        <p:spPr>
          <a:xfrm>
            <a:off x="750949" y="5086776"/>
            <a:ext cx="720000" cy="720000"/>
          </a:xfrm>
          <a:prstGeom prst="rect">
            <a:avLst/>
          </a:prstGeom>
          <a:noFill/>
          <a:ln>
            <a:noFill/>
          </a:ln>
        </p:spPr>
      </p:sp>
      <p:sp>
        <p:nvSpPr>
          <p:cNvPr id="2671" name="Google Shape;2671;g3f824b0376f_0_18562"/>
          <p:cNvSpPr txBox="1"/>
          <p:nvPr>
            <p:ph idx="13" type="body"/>
          </p:nvPr>
        </p:nvSpPr>
        <p:spPr>
          <a:xfrm>
            <a:off x="1717270" y="4635740"/>
            <a:ext cx="24639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72" name="Google Shape;2672;g3f824b0376f_0_18562"/>
          <p:cNvSpPr txBox="1"/>
          <p:nvPr>
            <p:ph idx="14" type="body"/>
          </p:nvPr>
        </p:nvSpPr>
        <p:spPr>
          <a:xfrm>
            <a:off x="1717270" y="5023015"/>
            <a:ext cx="24639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73" name="Google Shape;2673;g3f824b0376f_0_18562"/>
          <p:cNvSpPr/>
          <p:nvPr>
            <p:ph idx="15" type="pic"/>
          </p:nvPr>
        </p:nvSpPr>
        <p:spPr>
          <a:xfrm>
            <a:off x="8081439" y="1316248"/>
            <a:ext cx="720000" cy="720000"/>
          </a:xfrm>
          <a:prstGeom prst="rect">
            <a:avLst/>
          </a:prstGeom>
          <a:noFill/>
          <a:ln>
            <a:noFill/>
          </a:ln>
        </p:spPr>
      </p:sp>
      <p:sp>
        <p:nvSpPr>
          <p:cNvPr id="2674" name="Google Shape;2674;g3f824b0376f_0_18562"/>
          <p:cNvSpPr txBox="1"/>
          <p:nvPr>
            <p:ph idx="16" type="body"/>
          </p:nvPr>
        </p:nvSpPr>
        <p:spPr>
          <a:xfrm>
            <a:off x="9047760" y="865212"/>
            <a:ext cx="24639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75" name="Google Shape;2675;g3f824b0376f_0_18562"/>
          <p:cNvSpPr txBox="1"/>
          <p:nvPr>
            <p:ph idx="17" type="body"/>
          </p:nvPr>
        </p:nvSpPr>
        <p:spPr>
          <a:xfrm>
            <a:off x="9047760" y="1252487"/>
            <a:ext cx="24639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76" name="Google Shape;2676;g3f824b0376f_0_18562"/>
          <p:cNvSpPr/>
          <p:nvPr>
            <p:ph idx="18" type="pic"/>
          </p:nvPr>
        </p:nvSpPr>
        <p:spPr>
          <a:xfrm>
            <a:off x="8456575" y="3214568"/>
            <a:ext cx="720000" cy="720000"/>
          </a:xfrm>
          <a:prstGeom prst="rect">
            <a:avLst/>
          </a:prstGeom>
          <a:noFill/>
          <a:ln>
            <a:noFill/>
          </a:ln>
        </p:spPr>
      </p:sp>
      <p:sp>
        <p:nvSpPr>
          <p:cNvPr id="2677" name="Google Shape;2677;g3f824b0376f_0_18562"/>
          <p:cNvSpPr txBox="1"/>
          <p:nvPr>
            <p:ph idx="19" type="body"/>
          </p:nvPr>
        </p:nvSpPr>
        <p:spPr>
          <a:xfrm>
            <a:off x="9422896" y="2763532"/>
            <a:ext cx="24639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78" name="Google Shape;2678;g3f824b0376f_0_18562"/>
          <p:cNvSpPr txBox="1"/>
          <p:nvPr>
            <p:ph idx="20" type="body"/>
          </p:nvPr>
        </p:nvSpPr>
        <p:spPr>
          <a:xfrm>
            <a:off x="9422896" y="3150807"/>
            <a:ext cx="24639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79" name="Google Shape;2679;g3f824b0376f_0_18562"/>
          <p:cNvSpPr/>
          <p:nvPr>
            <p:ph idx="21" type="pic"/>
          </p:nvPr>
        </p:nvSpPr>
        <p:spPr>
          <a:xfrm>
            <a:off x="8081439" y="5086776"/>
            <a:ext cx="720000" cy="720000"/>
          </a:xfrm>
          <a:prstGeom prst="rect">
            <a:avLst/>
          </a:prstGeom>
          <a:noFill/>
          <a:ln>
            <a:noFill/>
          </a:ln>
        </p:spPr>
      </p:sp>
      <p:sp>
        <p:nvSpPr>
          <p:cNvPr id="2680" name="Google Shape;2680;g3f824b0376f_0_18562"/>
          <p:cNvSpPr txBox="1"/>
          <p:nvPr>
            <p:ph idx="22" type="body"/>
          </p:nvPr>
        </p:nvSpPr>
        <p:spPr>
          <a:xfrm>
            <a:off x="9047760" y="4635740"/>
            <a:ext cx="2463900" cy="3255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81" name="Google Shape;2681;g3f824b0376f_0_18562"/>
          <p:cNvSpPr txBox="1"/>
          <p:nvPr>
            <p:ph idx="23" type="body"/>
          </p:nvPr>
        </p:nvSpPr>
        <p:spPr>
          <a:xfrm>
            <a:off x="9047760" y="5023015"/>
            <a:ext cx="2463900" cy="11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2682" name="Google Shape;2682;g3f824b0376f_0_18562"/>
          <p:cNvCxnSpPr/>
          <p:nvPr/>
        </p:nvCxnSpPr>
        <p:spPr>
          <a:xfrm rot="5400000">
            <a:off x="4189106" y="4698955"/>
            <a:ext cx="791700" cy="650400"/>
          </a:xfrm>
          <a:prstGeom prst="bentConnector3">
            <a:avLst>
              <a:gd fmla="val 100699" name="adj1"/>
            </a:avLst>
          </a:prstGeom>
          <a:noFill/>
          <a:ln cap="flat" cmpd="sng" w="12700">
            <a:solidFill>
              <a:srgbClr val="AEABAB"/>
            </a:solidFill>
            <a:prstDash val="solid"/>
            <a:miter lim="8000"/>
            <a:headEnd len="sm" w="sm" type="none"/>
            <a:tailEnd len="med" w="med" type="oval"/>
          </a:ln>
        </p:spPr>
      </p:cxnSp>
      <p:cxnSp>
        <p:nvCxnSpPr>
          <p:cNvPr id="2683" name="Google Shape;2683;g3f824b0376f_0_18562"/>
          <p:cNvCxnSpPr/>
          <p:nvPr/>
        </p:nvCxnSpPr>
        <p:spPr>
          <a:xfrm flipH="1" rot="-5400000">
            <a:off x="7155205" y="4698955"/>
            <a:ext cx="791700" cy="650400"/>
          </a:xfrm>
          <a:prstGeom prst="bentConnector3">
            <a:avLst>
              <a:gd fmla="val 100699" name="adj1"/>
            </a:avLst>
          </a:prstGeom>
          <a:noFill/>
          <a:ln cap="flat" cmpd="sng" w="12700">
            <a:solidFill>
              <a:srgbClr val="AEABAB"/>
            </a:solidFill>
            <a:prstDash val="solid"/>
            <a:miter lim="8000"/>
            <a:headEnd len="sm" w="sm" type="none"/>
            <a:tailEnd len="med" w="med" type="oval"/>
          </a:ln>
        </p:spPr>
      </p:cxnSp>
      <p:cxnSp>
        <p:nvCxnSpPr>
          <p:cNvPr id="2684" name="Google Shape;2684;g3f824b0376f_0_18562"/>
          <p:cNvCxnSpPr/>
          <p:nvPr/>
        </p:nvCxnSpPr>
        <p:spPr>
          <a:xfrm flipH="1" rot="5400000">
            <a:off x="4189106" y="1498440"/>
            <a:ext cx="791700" cy="650400"/>
          </a:xfrm>
          <a:prstGeom prst="bentConnector3">
            <a:avLst>
              <a:gd fmla="val 100699" name="adj1"/>
            </a:avLst>
          </a:prstGeom>
          <a:noFill/>
          <a:ln cap="flat" cmpd="sng" w="12700">
            <a:solidFill>
              <a:srgbClr val="AEABAB"/>
            </a:solidFill>
            <a:prstDash val="solid"/>
            <a:miter lim="8000"/>
            <a:headEnd len="sm" w="sm" type="none"/>
            <a:tailEnd len="med" w="med" type="oval"/>
          </a:ln>
        </p:spPr>
      </p:cxnSp>
      <p:cxnSp>
        <p:nvCxnSpPr>
          <p:cNvPr id="2685" name="Google Shape;2685;g3f824b0376f_0_18562"/>
          <p:cNvCxnSpPr/>
          <p:nvPr/>
        </p:nvCxnSpPr>
        <p:spPr>
          <a:xfrm rot="-5400000">
            <a:off x="7155205" y="1498440"/>
            <a:ext cx="791700" cy="650400"/>
          </a:xfrm>
          <a:prstGeom prst="bentConnector3">
            <a:avLst>
              <a:gd fmla="val 100699" name="adj1"/>
            </a:avLst>
          </a:prstGeom>
          <a:noFill/>
          <a:ln cap="flat" cmpd="sng" w="12700">
            <a:solidFill>
              <a:srgbClr val="AEABAB"/>
            </a:solidFill>
            <a:prstDash val="solid"/>
            <a:miter lim="8000"/>
            <a:headEnd len="sm" w="sm" type="none"/>
            <a:tailEnd len="med" w="med" type="oval"/>
          </a:ln>
        </p:spPr>
      </p:cxnSp>
      <p:cxnSp>
        <p:nvCxnSpPr>
          <p:cNvPr id="2686" name="Google Shape;2686;g3f824b0376f_0_18562"/>
          <p:cNvCxnSpPr/>
          <p:nvPr/>
        </p:nvCxnSpPr>
        <p:spPr>
          <a:xfrm rot="10800000">
            <a:off x="7945390" y="3306999"/>
            <a:ext cx="0" cy="495900"/>
          </a:xfrm>
          <a:prstGeom prst="straightConnector1">
            <a:avLst/>
          </a:prstGeom>
          <a:noFill/>
          <a:ln cap="flat" cmpd="sng" w="12700">
            <a:solidFill>
              <a:srgbClr val="AEABAB"/>
            </a:solidFill>
            <a:prstDash val="solid"/>
            <a:miter lim="8000"/>
            <a:headEnd len="sm" w="sm" type="none"/>
            <a:tailEnd len="med" w="med" type="oval"/>
          </a:ln>
        </p:spPr>
      </p:cxnSp>
      <p:cxnSp>
        <p:nvCxnSpPr>
          <p:cNvPr id="2687" name="Google Shape;2687;g3f824b0376f_0_18562"/>
          <p:cNvCxnSpPr/>
          <p:nvPr/>
        </p:nvCxnSpPr>
        <p:spPr>
          <a:xfrm>
            <a:off x="4220883" y="3306953"/>
            <a:ext cx="0" cy="495900"/>
          </a:xfrm>
          <a:prstGeom prst="straightConnector1">
            <a:avLst/>
          </a:prstGeom>
          <a:noFill/>
          <a:ln cap="flat" cmpd="sng" w="12700">
            <a:solidFill>
              <a:srgbClr val="AEABAB"/>
            </a:solidFill>
            <a:prstDash val="solid"/>
            <a:miter lim="8000"/>
            <a:headEnd len="sm" w="sm" type="none"/>
            <a:tailEnd len="med" w="med" type="oval"/>
          </a:ln>
        </p:spPr>
      </p:cxnSp>
      <p:sp>
        <p:nvSpPr>
          <p:cNvPr id="2688" name="Google Shape;2688;g3f824b0376f_0_18562"/>
          <p:cNvSpPr/>
          <p:nvPr>
            <p:ph idx="24" type="pic"/>
          </p:nvPr>
        </p:nvSpPr>
        <p:spPr>
          <a:xfrm>
            <a:off x="5620050" y="2425700"/>
            <a:ext cx="900000" cy="900000"/>
          </a:xfrm>
          <a:prstGeom prst="rect">
            <a:avLst/>
          </a:prstGeom>
          <a:noFill/>
          <a:ln>
            <a:noFill/>
          </a:ln>
        </p:spPr>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6">
    <p:spTree>
      <p:nvGrpSpPr>
        <p:cNvPr id="2689" name="Shape 2689"/>
        <p:cNvGrpSpPr/>
        <p:nvPr/>
      </p:nvGrpSpPr>
      <p:grpSpPr>
        <a:xfrm>
          <a:off x="0" y="0"/>
          <a:ext cx="0" cy="0"/>
          <a:chOff x="0" y="0"/>
          <a:chExt cx="0" cy="0"/>
        </a:xfrm>
      </p:grpSpPr>
      <p:sp>
        <p:nvSpPr>
          <p:cNvPr id="2690" name="Google Shape;2690;g3f824b0376f_0_18595"/>
          <p:cNvSpPr/>
          <p:nvPr/>
        </p:nvSpPr>
        <p:spPr>
          <a:xfrm>
            <a:off x="0" y="0"/>
            <a:ext cx="12192000" cy="6858000"/>
          </a:xfrm>
          <a:prstGeom prst="rect">
            <a:avLst/>
          </a:prstGeom>
          <a:solidFill>
            <a:srgbClr val="F7F8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91" name="Google Shape;2691;g3f824b0376f_0_18595"/>
          <p:cNvSpPr txBox="1"/>
          <p:nvPr/>
        </p:nvSpPr>
        <p:spPr>
          <a:xfrm>
            <a:off x="264160" y="6571964"/>
            <a:ext cx="531900" cy="21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IN" sz="800" u="none" cap="none" strike="noStrike">
                <a:solidFill>
                  <a:srgbClr val="3F3F3F"/>
                </a:solidFill>
                <a:latin typeface="Calibri"/>
                <a:ea typeface="Calibri"/>
                <a:cs typeface="Calibri"/>
                <a:sym typeface="Calibri"/>
              </a:rPr>
              <a:t>‹#›</a:t>
            </a:fld>
            <a:endParaRPr b="0" i="0" sz="800" u="none" cap="none" strike="noStrike">
              <a:solidFill>
                <a:srgbClr val="3F3F3F"/>
              </a:solidFill>
              <a:latin typeface="Calibri"/>
              <a:ea typeface="Calibri"/>
              <a:cs typeface="Calibri"/>
              <a:sym typeface="Calibri"/>
            </a:endParaRPr>
          </a:p>
        </p:txBody>
      </p:sp>
      <p:cxnSp>
        <p:nvCxnSpPr>
          <p:cNvPr id="2692" name="Google Shape;2692;g3f824b0376f_0_18595"/>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693" name="Google Shape;2693;g3f824b0376f_0_18595"/>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sp>
        <p:nvSpPr>
          <p:cNvPr id="2694" name="Google Shape;2694;g3f824b0376f_0_18595"/>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695" name="Google Shape;2695;g3f824b0376f_0_18595"/>
          <p:cNvPicPr preferRelativeResize="0"/>
          <p:nvPr/>
        </p:nvPicPr>
        <p:blipFill rotWithShape="1">
          <a:blip r:embed="rId2">
            <a:alphaModFix/>
          </a:blip>
          <a:srcRect b="0" l="0" r="0" t="0"/>
          <a:stretch/>
        </p:blipFill>
        <p:spPr>
          <a:xfrm>
            <a:off x="11324230" y="6360462"/>
            <a:ext cx="601069" cy="318213"/>
          </a:xfrm>
          <a:prstGeom prst="rect">
            <a:avLst/>
          </a:prstGeom>
          <a:noFill/>
          <a:ln>
            <a:noFill/>
          </a:ln>
        </p:spPr>
      </p:pic>
      <p:sp>
        <p:nvSpPr>
          <p:cNvPr id="2696" name="Google Shape;2696;g3f824b0376f_0_18595"/>
          <p:cNvSpPr/>
          <p:nvPr/>
        </p:nvSpPr>
        <p:spPr>
          <a:xfrm>
            <a:off x="2928966" y="960543"/>
            <a:ext cx="1548000" cy="360000"/>
          </a:xfrm>
          <a:prstGeom prst="roundRect">
            <a:avLst>
              <a:gd fmla="val 8674" name="adj"/>
            </a:avLst>
          </a:prstGeom>
          <a:solidFill>
            <a:srgbClr val="75707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2697" name="Google Shape;2697;g3f824b0376f_0_18595"/>
          <p:cNvSpPr/>
          <p:nvPr/>
        </p:nvSpPr>
        <p:spPr>
          <a:xfrm>
            <a:off x="4621954" y="960543"/>
            <a:ext cx="1548000" cy="360000"/>
          </a:xfrm>
          <a:prstGeom prst="roundRect">
            <a:avLst>
              <a:gd fmla="val 8674" name="adj"/>
            </a:avLst>
          </a:prstGeom>
          <a:solidFill>
            <a:srgbClr val="75707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2698" name="Google Shape;2698;g3f824b0376f_0_18595"/>
          <p:cNvSpPr/>
          <p:nvPr/>
        </p:nvSpPr>
        <p:spPr>
          <a:xfrm>
            <a:off x="6314942" y="960543"/>
            <a:ext cx="1548000" cy="360000"/>
          </a:xfrm>
          <a:prstGeom prst="roundRect">
            <a:avLst>
              <a:gd fmla="val 8674" name="adj"/>
            </a:avLst>
          </a:prstGeom>
          <a:solidFill>
            <a:srgbClr val="75707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2699" name="Google Shape;2699;g3f824b0376f_0_18595"/>
          <p:cNvSpPr/>
          <p:nvPr/>
        </p:nvSpPr>
        <p:spPr>
          <a:xfrm>
            <a:off x="8007930" y="960543"/>
            <a:ext cx="1548000" cy="360000"/>
          </a:xfrm>
          <a:prstGeom prst="roundRect">
            <a:avLst>
              <a:gd fmla="val 8674" name="adj"/>
            </a:avLst>
          </a:prstGeom>
          <a:solidFill>
            <a:srgbClr val="75707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2700" name="Google Shape;2700;g3f824b0376f_0_18595"/>
          <p:cNvSpPr/>
          <p:nvPr/>
        </p:nvSpPr>
        <p:spPr>
          <a:xfrm>
            <a:off x="9700918" y="960543"/>
            <a:ext cx="1548000" cy="369900"/>
          </a:xfrm>
          <a:prstGeom prst="roundRect">
            <a:avLst>
              <a:gd fmla="val 8674" name="adj"/>
            </a:avLst>
          </a:prstGeom>
          <a:solidFill>
            <a:srgbClr val="75707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2701" name="Google Shape;2701;g3f824b0376f_0_18595"/>
          <p:cNvSpPr/>
          <p:nvPr/>
        </p:nvSpPr>
        <p:spPr>
          <a:xfrm>
            <a:off x="815849" y="1432490"/>
            <a:ext cx="1803600" cy="1080000"/>
          </a:xfrm>
          <a:prstGeom prst="roundRect">
            <a:avLst>
              <a:gd fmla="val 8674" name="adj"/>
            </a:avLst>
          </a:prstGeom>
          <a:solidFill>
            <a:srgbClr val="9CC2E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2702" name="Google Shape;2702;g3f824b0376f_0_18595"/>
          <p:cNvSpPr/>
          <p:nvPr/>
        </p:nvSpPr>
        <p:spPr>
          <a:xfrm>
            <a:off x="815849" y="2622085"/>
            <a:ext cx="1803600" cy="1080000"/>
          </a:xfrm>
          <a:prstGeom prst="roundRect">
            <a:avLst>
              <a:gd fmla="val 3730" name="adj"/>
            </a:avLst>
          </a:prstGeom>
          <a:solidFill>
            <a:srgbClr val="B3C6E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2703" name="Google Shape;2703;g3f824b0376f_0_18595"/>
          <p:cNvSpPr/>
          <p:nvPr/>
        </p:nvSpPr>
        <p:spPr>
          <a:xfrm>
            <a:off x="815849" y="3811680"/>
            <a:ext cx="1803600" cy="1080000"/>
          </a:xfrm>
          <a:prstGeom prst="roundRect">
            <a:avLst>
              <a:gd fmla="val 4500" name="adj"/>
            </a:avLst>
          </a:prstGeom>
          <a:solidFill>
            <a:srgbClr val="6E8CC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704" name="Google Shape;2704;g3f824b0376f_0_18595"/>
          <p:cNvSpPr/>
          <p:nvPr/>
        </p:nvSpPr>
        <p:spPr>
          <a:xfrm>
            <a:off x="815849" y="5001275"/>
            <a:ext cx="1803600" cy="1080000"/>
          </a:xfrm>
          <a:prstGeom prst="roundRect">
            <a:avLst>
              <a:gd fmla="val 5440" name="adj"/>
            </a:avLst>
          </a:prstGeom>
          <a:solidFill>
            <a:srgbClr val="1A427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cxnSp>
        <p:nvCxnSpPr>
          <p:cNvPr id="2705" name="Google Shape;2705;g3f824b0376f_0_18595"/>
          <p:cNvCxnSpPr/>
          <p:nvPr/>
        </p:nvCxnSpPr>
        <p:spPr>
          <a:xfrm>
            <a:off x="2688316" y="2550344"/>
            <a:ext cx="8561100" cy="0"/>
          </a:xfrm>
          <a:prstGeom prst="straightConnector1">
            <a:avLst/>
          </a:prstGeom>
          <a:noFill/>
          <a:ln cap="flat" cmpd="sng" w="12700">
            <a:solidFill>
              <a:srgbClr val="D8D8D8"/>
            </a:solidFill>
            <a:prstDash val="solid"/>
            <a:miter lim="8000"/>
            <a:headEnd len="sm" w="sm" type="none"/>
            <a:tailEnd len="sm" w="sm" type="none"/>
          </a:ln>
        </p:spPr>
      </p:cxnSp>
      <p:cxnSp>
        <p:nvCxnSpPr>
          <p:cNvPr id="2706" name="Google Shape;2706;g3f824b0376f_0_18595"/>
          <p:cNvCxnSpPr/>
          <p:nvPr/>
        </p:nvCxnSpPr>
        <p:spPr>
          <a:xfrm>
            <a:off x="2688316" y="3742607"/>
            <a:ext cx="8561100" cy="0"/>
          </a:xfrm>
          <a:prstGeom prst="straightConnector1">
            <a:avLst/>
          </a:prstGeom>
          <a:noFill/>
          <a:ln cap="flat" cmpd="sng" w="12700">
            <a:solidFill>
              <a:srgbClr val="D8D8D8"/>
            </a:solidFill>
            <a:prstDash val="solid"/>
            <a:miter lim="8000"/>
            <a:headEnd len="sm" w="sm" type="none"/>
            <a:tailEnd len="sm" w="sm" type="none"/>
          </a:ln>
        </p:spPr>
      </p:cxnSp>
      <p:cxnSp>
        <p:nvCxnSpPr>
          <p:cNvPr id="2707" name="Google Shape;2707;g3f824b0376f_0_18595"/>
          <p:cNvCxnSpPr/>
          <p:nvPr/>
        </p:nvCxnSpPr>
        <p:spPr>
          <a:xfrm>
            <a:off x="2688316" y="4934870"/>
            <a:ext cx="8561100" cy="0"/>
          </a:xfrm>
          <a:prstGeom prst="straightConnector1">
            <a:avLst/>
          </a:prstGeom>
          <a:noFill/>
          <a:ln cap="flat" cmpd="sng" w="12700">
            <a:solidFill>
              <a:srgbClr val="D8D8D8"/>
            </a:solidFill>
            <a:prstDash val="solid"/>
            <a:miter lim="8000"/>
            <a:headEnd len="sm" w="sm" type="none"/>
            <a:tailEnd len="sm" w="sm" type="none"/>
          </a:ln>
        </p:spPr>
      </p:cxnSp>
      <p:cxnSp>
        <p:nvCxnSpPr>
          <p:cNvPr id="2708" name="Google Shape;2708;g3f824b0376f_0_18595"/>
          <p:cNvCxnSpPr/>
          <p:nvPr/>
        </p:nvCxnSpPr>
        <p:spPr>
          <a:xfrm>
            <a:off x="2688316" y="6091457"/>
            <a:ext cx="8561100" cy="0"/>
          </a:xfrm>
          <a:prstGeom prst="straightConnector1">
            <a:avLst/>
          </a:prstGeom>
          <a:noFill/>
          <a:ln cap="flat" cmpd="sng" w="12700">
            <a:solidFill>
              <a:srgbClr val="D8D8D8"/>
            </a:solidFill>
            <a:prstDash val="solid"/>
            <a:miter lim="8000"/>
            <a:headEnd len="sm" w="sm" type="none"/>
            <a:tailEnd len="sm" w="sm" type="none"/>
          </a:ln>
        </p:spPr>
      </p:cxnSp>
      <p:cxnSp>
        <p:nvCxnSpPr>
          <p:cNvPr id="2709" name="Google Shape;2709;g3f824b0376f_0_18595"/>
          <p:cNvCxnSpPr/>
          <p:nvPr/>
        </p:nvCxnSpPr>
        <p:spPr>
          <a:xfrm>
            <a:off x="4549460" y="1320543"/>
            <a:ext cx="0" cy="4783500"/>
          </a:xfrm>
          <a:prstGeom prst="straightConnector1">
            <a:avLst/>
          </a:prstGeom>
          <a:noFill/>
          <a:ln cap="flat" cmpd="sng" w="12700">
            <a:solidFill>
              <a:srgbClr val="D8D8D8"/>
            </a:solidFill>
            <a:prstDash val="solid"/>
            <a:miter lim="8000"/>
            <a:headEnd len="sm" w="sm" type="none"/>
            <a:tailEnd len="sm" w="sm" type="none"/>
          </a:ln>
        </p:spPr>
      </p:cxnSp>
      <p:cxnSp>
        <p:nvCxnSpPr>
          <p:cNvPr id="2710" name="Google Shape;2710;g3f824b0376f_0_18595"/>
          <p:cNvCxnSpPr/>
          <p:nvPr/>
        </p:nvCxnSpPr>
        <p:spPr>
          <a:xfrm>
            <a:off x="6242448" y="1320543"/>
            <a:ext cx="0" cy="4783500"/>
          </a:xfrm>
          <a:prstGeom prst="straightConnector1">
            <a:avLst/>
          </a:prstGeom>
          <a:noFill/>
          <a:ln cap="flat" cmpd="sng" w="12700">
            <a:solidFill>
              <a:srgbClr val="D8D8D8"/>
            </a:solidFill>
            <a:prstDash val="solid"/>
            <a:miter lim="8000"/>
            <a:headEnd len="sm" w="sm" type="none"/>
            <a:tailEnd len="sm" w="sm" type="none"/>
          </a:ln>
        </p:spPr>
      </p:cxnSp>
      <p:cxnSp>
        <p:nvCxnSpPr>
          <p:cNvPr id="2711" name="Google Shape;2711;g3f824b0376f_0_18595"/>
          <p:cNvCxnSpPr/>
          <p:nvPr/>
        </p:nvCxnSpPr>
        <p:spPr>
          <a:xfrm>
            <a:off x="7935436" y="1320543"/>
            <a:ext cx="0" cy="4783500"/>
          </a:xfrm>
          <a:prstGeom prst="straightConnector1">
            <a:avLst/>
          </a:prstGeom>
          <a:noFill/>
          <a:ln cap="flat" cmpd="sng" w="12700">
            <a:solidFill>
              <a:srgbClr val="D8D8D8"/>
            </a:solidFill>
            <a:prstDash val="solid"/>
            <a:miter lim="8000"/>
            <a:headEnd len="sm" w="sm" type="none"/>
            <a:tailEnd len="sm" w="sm" type="none"/>
          </a:ln>
        </p:spPr>
      </p:cxnSp>
      <p:cxnSp>
        <p:nvCxnSpPr>
          <p:cNvPr id="2712" name="Google Shape;2712;g3f824b0376f_0_18595"/>
          <p:cNvCxnSpPr/>
          <p:nvPr/>
        </p:nvCxnSpPr>
        <p:spPr>
          <a:xfrm>
            <a:off x="9628424" y="1320543"/>
            <a:ext cx="0" cy="4783500"/>
          </a:xfrm>
          <a:prstGeom prst="straightConnector1">
            <a:avLst/>
          </a:prstGeom>
          <a:noFill/>
          <a:ln cap="flat" cmpd="sng" w="12700">
            <a:solidFill>
              <a:srgbClr val="D8D8D8"/>
            </a:solidFill>
            <a:prstDash val="solid"/>
            <a:miter lim="8000"/>
            <a:headEnd len="sm" w="sm" type="none"/>
            <a:tailEnd len="sm" w="sm" type="none"/>
          </a:ln>
        </p:spPr>
      </p:cxnSp>
      <p:cxnSp>
        <p:nvCxnSpPr>
          <p:cNvPr id="2713" name="Google Shape;2713;g3f824b0376f_0_18595"/>
          <p:cNvCxnSpPr/>
          <p:nvPr/>
        </p:nvCxnSpPr>
        <p:spPr>
          <a:xfrm>
            <a:off x="11248918" y="1320543"/>
            <a:ext cx="0" cy="4783500"/>
          </a:xfrm>
          <a:prstGeom prst="straightConnector1">
            <a:avLst/>
          </a:prstGeom>
          <a:noFill/>
          <a:ln cap="flat" cmpd="sng" w="12700">
            <a:solidFill>
              <a:srgbClr val="323F4F">
                <a:alpha val="49412"/>
              </a:srgbClr>
            </a:solidFill>
            <a:prstDash val="solid"/>
            <a:miter lim="8000"/>
            <a:headEnd len="sm" w="sm" type="none"/>
            <a:tailEnd len="sm" w="sm" type="none"/>
          </a:ln>
        </p:spPr>
      </p:cxnSp>
      <p:sp>
        <p:nvSpPr>
          <p:cNvPr id="2714" name="Google Shape;2714;g3f824b0376f_0_18595"/>
          <p:cNvSpPr txBox="1"/>
          <p:nvPr/>
        </p:nvSpPr>
        <p:spPr>
          <a:xfrm>
            <a:off x="2222419" y="1946270"/>
            <a:ext cx="384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IN" sz="2800" u="none" cap="none" strike="noStrike">
                <a:solidFill>
                  <a:schemeClr val="lt1"/>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2715" name="Google Shape;2715;g3f824b0376f_0_18595"/>
          <p:cNvSpPr txBox="1"/>
          <p:nvPr/>
        </p:nvSpPr>
        <p:spPr>
          <a:xfrm>
            <a:off x="2222419" y="3149289"/>
            <a:ext cx="384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IN" sz="2800" u="none" cap="none" strike="noStrike">
                <a:solidFill>
                  <a:schemeClr val="lt1"/>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
        <p:nvSpPr>
          <p:cNvPr id="2716" name="Google Shape;2716;g3f824b0376f_0_18595"/>
          <p:cNvSpPr txBox="1"/>
          <p:nvPr/>
        </p:nvSpPr>
        <p:spPr>
          <a:xfrm>
            <a:off x="2222419" y="4356766"/>
            <a:ext cx="384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IN" sz="2800" u="none" cap="none" strike="noStrike">
                <a:solidFill>
                  <a:schemeClr val="lt1"/>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sp>
        <p:nvSpPr>
          <p:cNvPr id="2717" name="Google Shape;2717;g3f824b0376f_0_18595"/>
          <p:cNvSpPr txBox="1"/>
          <p:nvPr/>
        </p:nvSpPr>
        <p:spPr>
          <a:xfrm>
            <a:off x="2222419" y="5539661"/>
            <a:ext cx="384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IN" sz="2800" u="none" cap="none" strike="noStrike">
                <a:solidFill>
                  <a:schemeClr val="lt1"/>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p:cSld name="Empty">
    <p:spTree>
      <p:nvGrpSpPr>
        <p:cNvPr id="2718" name="Shape 2718"/>
        <p:cNvGrpSpPr/>
        <p:nvPr/>
      </p:nvGrpSpPr>
      <p:grpSpPr>
        <a:xfrm>
          <a:off x="0" y="0"/>
          <a:ext cx="0" cy="0"/>
          <a:chOff x="0" y="0"/>
          <a:chExt cx="0" cy="0"/>
        </a:xfrm>
      </p:grpSpPr>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g3f824b0376f_66_0)">
    <p:spTree>
      <p:nvGrpSpPr>
        <p:cNvPr id="2719" name="Shape 2719"/>
        <p:cNvGrpSpPr/>
        <p:nvPr/>
      </p:nvGrpSpPr>
      <p:grpSpPr>
        <a:xfrm>
          <a:off x="0" y="0"/>
          <a:ext cx="0" cy="0"/>
          <a:chOff x="0" y="0"/>
          <a:chExt cx="0" cy="0"/>
        </a:xfrm>
      </p:grpSpPr>
      <p:sp>
        <p:nvSpPr>
          <p:cNvPr id="2720" name="Google Shape;2720;g3f824b0376f_0_18625"/>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721" name="Google Shape;2721;g3f824b0376f_0_18625"/>
          <p:cNvSpPr/>
          <p:nvPr>
            <p:ph idx="2" type="pic"/>
          </p:nvPr>
        </p:nvSpPr>
        <p:spPr>
          <a:xfrm>
            <a:off x="8572274" y="897775"/>
            <a:ext cx="3325800" cy="5160600"/>
          </a:xfrm>
          <a:prstGeom prst="rect">
            <a:avLst/>
          </a:prstGeom>
          <a:noFill/>
          <a:ln>
            <a:noFill/>
          </a:ln>
        </p:spPr>
      </p:sp>
      <p:sp>
        <p:nvSpPr>
          <p:cNvPr id="2722" name="Google Shape;2722;g3f824b0376f_0_18625"/>
          <p:cNvSpPr txBox="1"/>
          <p:nvPr>
            <p:ph idx="3" type="body"/>
          </p:nvPr>
        </p:nvSpPr>
        <p:spPr>
          <a:xfrm>
            <a:off x="334963" y="1305402"/>
            <a:ext cx="8037600" cy="2052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723" name="Google Shape;2723;g3f824b0376f_0_18625"/>
          <p:cNvSpPr txBox="1"/>
          <p:nvPr>
            <p:ph idx="4" type="body"/>
          </p:nvPr>
        </p:nvSpPr>
        <p:spPr>
          <a:xfrm>
            <a:off x="334963" y="929443"/>
            <a:ext cx="8037600" cy="342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724" name="Google Shape;2724;g3f824b0376f_0_18625"/>
          <p:cNvSpPr txBox="1"/>
          <p:nvPr>
            <p:ph idx="5" type="body"/>
          </p:nvPr>
        </p:nvSpPr>
        <p:spPr>
          <a:xfrm>
            <a:off x="334963" y="4033559"/>
            <a:ext cx="8037600" cy="20523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725" name="Google Shape;2725;g3f824b0376f_0_18625"/>
          <p:cNvSpPr txBox="1"/>
          <p:nvPr>
            <p:ph idx="6" type="body"/>
          </p:nvPr>
        </p:nvSpPr>
        <p:spPr>
          <a:xfrm>
            <a:off x="334963" y="3657600"/>
            <a:ext cx="8037600" cy="342000"/>
          </a:xfrm>
          <a:prstGeom prst="rect">
            <a:avLst/>
          </a:prstGeom>
          <a:noFill/>
          <a:ln>
            <a:noFill/>
          </a:ln>
        </p:spPr>
        <p:txBody>
          <a:bodyPr anchorCtr="0" anchor="t" bIns="45700" lIns="0"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Title and Content (g3f824b0376f_38_0)">
    <p:spTree>
      <p:nvGrpSpPr>
        <p:cNvPr id="2726" name="Shape 2726"/>
        <p:cNvGrpSpPr/>
        <p:nvPr/>
      </p:nvGrpSpPr>
      <p:grpSpPr>
        <a:xfrm>
          <a:off x="0" y="0"/>
          <a:ext cx="0" cy="0"/>
          <a:chOff x="0" y="0"/>
          <a:chExt cx="0" cy="0"/>
        </a:xfrm>
      </p:grpSpPr>
      <p:sp>
        <p:nvSpPr>
          <p:cNvPr id="2727" name="Google Shape;2727;g3f824b0376f_0_18632"/>
          <p:cNvSpPr txBox="1"/>
          <p:nvPr>
            <p:ph idx="1" type="body"/>
          </p:nvPr>
        </p:nvSpPr>
        <p:spPr>
          <a:xfrm>
            <a:off x="245364" y="97790"/>
            <a:ext cx="11679900" cy="4269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1E3D7D"/>
              </a:buClr>
              <a:buSzPts val="2800"/>
              <a:buFont typeface="Arial"/>
              <a:buNone/>
              <a:defRPr b="1" i="0" sz="2800" u="none" cap="none" strike="noStrike">
                <a:solidFill>
                  <a:srgbClr val="1E3D7D"/>
                </a:solidFill>
                <a:latin typeface="Arial"/>
                <a:ea typeface="Arial"/>
                <a:cs typeface="Arial"/>
                <a:sym typeface="Arial"/>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728" name="Google Shape;2728;g3f824b0376f_0_18632"/>
          <p:cNvSpPr/>
          <p:nvPr>
            <p:ph idx="2" type="pic"/>
          </p:nvPr>
        </p:nvSpPr>
        <p:spPr>
          <a:xfrm>
            <a:off x="8572274" y="897775"/>
            <a:ext cx="3325800" cy="5160600"/>
          </a:xfrm>
          <a:prstGeom prst="rect">
            <a:avLst/>
          </a:prstGeom>
          <a:noFill/>
          <a:ln>
            <a:noFill/>
          </a:ln>
        </p:spPr>
      </p:sp>
      <p:sp>
        <p:nvSpPr>
          <p:cNvPr id="2729" name="Google Shape;2729;g3f824b0376f_0_18632"/>
          <p:cNvSpPr txBox="1"/>
          <p:nvPr>
            <p:ph idx="3" type="body"/>
          </p:nvPr>
        </p:nvSpPr>
        <p:spPr>
          <a:xfrm>
            <a:off x="334963" y="1305402"/>
            <a:ext cx="8037600" cy="2052300"/>
          </a:xfrm>
          <a:prstGeom prst="rect">
            <a:avLst/>
          </a:prstGeom>
          <a:noFill/>
          <a:ln>
            <a:noFill/>
          </a:ln>
        </p:spPr>
        <p:txBody>
          <a:bodyPr anchorCtr="0" anchor="t" bIns="45700" lIns="0" spcFirstLastPara="1" rIns="91425" wrap="square" tIns="45700">
            <a:noAutofit/>
          </a:bodyPr>
          <a:lstStyle>
            <a:lvl1pPr indent="-228600" lvl="0" marL="457200" marR="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730" name="Google Shape;2730;g3f824b0376f_0_18632"/>
          <p:cNvSpPr txBox="1"/>
          <p:nvPr>
            <p:ph idx="4" type="body"/>
          </p:nvPr>
        </p:nvSpPr>
        <p:spPr>
          <a:xfrm>
            <a:off x="334963" y="929443"/>
            <a:ext cx="8037600" cy="342000"/>
          </a:xfrm>
          <a:prstGeom prst="rect">
            <a:avLst/>
          </a:prstGeom>
          <a:noFill/>
          <a:ln>
            <a:noFill/>
          </a:ln>
        </p:spPr>
        <p:txBody>
          <a:bodyPr anchorCtr="0" anchor="t" bIns="45700" lIns="0" spcFirstLastPara="1" rIns="91425" wrap="square" tIns="45700">
            <a:noAutofit/>
          </a:bodyPr>
          <a:lstStyle>
            <a:lvl1pPr indent="-228600" lvl="0" marL="457200" marR="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731" name="Google Shape;2731;g3f824b0376f_0_18632"/>
          <p:cNvSpPr txBox="1"/>
          <p:nvPr>
            <p:ph idx="5" type="body"/>
          </p:nvPr>
        </p:nvSpPr>
        <p:spPr>
          <a:xfrm>
            <a:off x="334963" y="4033559"/>
            <a:ext cx="8037600" cy="2052300"/>
          </a:xfrm>
          <a:prstGeom prst="rect">
            <a:avLst/>
          </a:prstGeom>
          <a:noFill/>
          <a:ln>
            <a:noFill/>
          </a:ln>
        </p:spPr>
        <p:txBody>
          <a:bodyPr anchorCtr="0" anchor="t" bIns="45700" lIns="0" spcFirstLastPara="1" rIns="91425" wrap="square" tIns="45700">
            <a:noAutofit/>
          </a:bodyPr>
          <a:lstStyle>
            <a:lvl1pPr indent="-228600" lvl="0" marL="457200" marR="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732" name="Google Shape;2732;g3f824b0376f_0_18632"/>
          <p:cNvSpPr txBox="1"/>
          <p:nvPr>
            <p:ph idx="6" type="body"/>
          </p:nvPr>
        </p:nvSpPr>
        <p:spPr>
          <a:xfrm>
            <a:off x="334963" y="3657600"/>
            <a:ext cx="8037600" cy="342000"/>
          </a:xfrm>
          <a:prstGeom prst="rect">
            <a:avLst/>
          </a:prstGeom>
          <a:noFill/>
          <a:ln>
            <a:noFill/>
          </a:ln>
        </p:spPr>
        <p:txBody>
          <a:bodyPr anchorCtr="0" anchor="t" bIns="45700" lIns="0" spcFirstLastPara="1" rIns="91425" wrap="square" tIns="45700">
            <a:noAutofit/>
          </a:bodyPr>
          <a:lstStyle>
            <a:lvl1pPr indent="-228600" lvl="0" marL="457200" marR="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5.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5"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2.xml"/><Relationship Id="rId22" Type="http://schemas.openxmlformats.org/officeDocument/2006/relationships/slideLayout" Target="../slideLayouts/slideLayout54.xml"/><Relationship Id="rId21" Type="http://schemas.openxmlformats.org/officeDocument/2006/relationships/slideLayout" Target="../slideLayouts/slideLayout53.xml"/><Relationship Id="rId24" Type="http://schemas.openxmlformats.org/officeDocument/2006/relationships/slideLayout" Target="../slideLayouts/slideLayout56.xml"/><Relationship Id="rId23" Type="http://schemas.openxmlformats.org/officeDocument/2006/relationships/slideLayout" Target="../slideLayouts/slideLayout55.xml"/><Relationship Id="rId1" Type="http://schemas.openxmlformats.org/officeDocument/2006/relationships/slideLayout" Target="../slideLayouts/slideLayout33.xml"/><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slideLayout" Target="../slideLayouts/slideLayout36.xml"/><Relationship Id="rId9" Type="http://schemas.openxmlformats.org/officeDocument/2006/relationships/slideLayout" Target="../slideLayouts/slideLayout41.xml"/><Relationship Id="rId26" Type="http://schemas.openxmlformats.org/officeDocument/2006/relationships/slideLayout" Target="../slideLayouts/slideLayout58.xml"/><Relationship Id="rId25" Type="http://schemas.openxmlformats.org/officeDocument/2006/relationships/slideLayout" Target="../slideLayouts/slideLayout57.xml"/><Relationship Id="rId28" Type="http://schemas.openxmlformats.org/officeDocument/2006/relationships/slideLayout" Target="../slideLayouts/slideLayout60.xml"/><Relationship Id="rId27" Type="http://schemas.openxmlformats.org/officeDocument/2006/relationships/slideLayout" Target="../slideLayouts/slideLayout59.xml"/><Relationship Id="rId5" Type="http://schemas.openxmlformats.org/officeDocument/2006/relationships/slideLayout" Target="../slideLayouts/slideLayout37.xml"/><Relationship Id="rId6" Type="http://schemas.openxmlformats.org/officeDocument/2006/relationships/slideLayout" Target="../slideLayouts/slideLayout38.xml"/><Relationship Id="rId29" Type="http://schemas.openxmlformats.org/officeDocument/2006/relationships/slideLayout" Target="../slideLayouts/slideLayout61.xml"/><Relationship Id="rId7" Type="http://schemas.openxmlformats.org/officeDocument/2006/relationships/slideLayout" Target="../slideLayouts/slideLayout39.xml"/><Relationship Id="rId8" Type="http://schemas.openxmlformats.org/officeDocument/2006/relationships/slideLayout" Target="../slideLayouts/slideLayout40.xml"/><Relationship Id="rId30" Type="http://schemas.openxmlformats.org/officeDocument/2006/relationships/theme" Target="../theme/theme1.xml"/><Relationship Id="rId11" Type="http://schemas.openxmlformats.org/officeDocument/2006/relationships/slideLayout" Target="../slideLayouts/slideLayout43.xml"/><Relationship Id="rId10" Type="http://schemas.openxmlformats.org/officeDocument/2006/relationships/slideLayout" Target="../slideLayouts/slideLayout42.xml"/><Relationship Id="rId13" Type="http://schemas.openxmlformats.org/officeDocument/2006/relationships/slideLayout" Target="../slideLayouts/slideLayout45.xml"/><Relationship Id="rId12" Type="http://schemas.openxmlformats.org/officeDocument/2006/relationships/slideLayout" Target="../slideLayouts/slideLayout44.xml"/><Relationship Id="rId15" Type="http://schemas.openxmlformats.org/officeDocument/2006/relationships/slideLayout" Target="../slideLayouts/slideLayout47.xml"/><Relationship Id="rId14" Type="http://schemas.openxmlformats.org/officeDocument/2006/relationships/slideLayout" Target="../slideLayouts/slideLayout46.xml"/><Relationship Id="rId17" Type="http://schemas.openxmlformats.org/officeDocument/2006/relationships/slideLayout" Target="../slideLayouts/slideLayout49.xml"/><Relationship Id="rId16" Type="http://schemas.openxmlformats.org/officeDocument/2006/relationships/slideLayout" Target="../slideLayouts/slideLayout48.xml"/><Relationship Id="rId19" Type="http://schemas.openxmlformats.org/officeDocument/2006/relationships/slideLayout" Target="../slideLayouts/slideLayout51.xml"/><Relationship Id="rId18" Type="http://schemas.openxmlformats.org/officeDocument/2006/relationships/slideLayout" Target="../slideLayouts/slideLayout50.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81.xml"/><Relationship Id="rId22" Type="http://schemas.openxmlformats.org/officeDocument/2006/relationships/slideLayout" Target="../slideLayouts/slideLayout83.xml"/><Relationship Id="rId21" Type="http://schemas.openxmlformats.org/officeDocument/2006/relationships/slideLayout" Target="../slideLayouts/slideLayout82.xml"/><Relationship Id="rId24" Type="http://schemas.openxmlformats.org/officeDocument/2006/relationships/slideLayout" Target="../slideLayouts/slideLayout85.xml"/><Relationship Id="rId23" Type="http://schemas.openxmlformats.org/officeDocument/2006/relationships/slideLayout" Target="../slideLayouts/slideLayout84.xml"/><Relationship Id="rId1" Type="http://schemas.openxmlformats.org/officeDocument/2006/relationships/slideLayout" Target="../slideLayouts/slideLayout62.xml"/><Relationship Id="rId2" Type="http://schemas.openxmlformats.org/officeDocument/2006/relationships/slideLayout" Target="../slideLayouts/slideLayout63.xml"/><Relationship Id="rId3" Type="http://schemas.openxmlformats.org/officeDocument/2006/relationships/slideLayout" Target="../slideLayouts/slideLayout64.xml"/><Relationship Id="rId4" Type="http://schemas.openxmlformats.org/officeDocument/2006/relationships/slideLayout" Target="../slideLayouts/slideLayout65.xml"/><Relationship Id="rId9" Type="http://schemas.openxmlformats.org/officeDocument/2006/relationships/slideLayout" Target="../slideLayouts/slideLayout70.xml"/><Relationship Id="rId26" Type="http://schemas.openxmlformats.org/officeDocument/2006/relationships/slideLayout" Target="../slideLayouts/slideLayout87.xml"/><Relationship Id="rId25" Type="http://schemas.openxmlformats.org/officeDocument/2006/relationships/slideLayout" Target="../slideLayouts/slideLayout86.xml"/><Relationship Id="rId28" Type="http://schemas.openxmlformats.org/officeDocument/2006/relationships/slideLayout" Target="../slideLayouts/slideLayout89.xml"/><Relationship Id="rId27" Type="http://schemas.openxmlformats.org/officeDocument/2006/relationships/slideLayout" Target="../slideLayouts/slideLayout88.xml"/><Relationship Id="rId5" Type="http://schemas.openxmlformats.org/officeDocument/2006/relationships/slideLayout" Target="../slideLayouts/slideLayout66.xml"/><Relationship Id="rId6" Type="http://schemas.openxmlformats.org/officeDocument/2006/relationships/slideLayout" Target="../slideLayouts/slideLayout67.xml"/><Relationship Id="rId29" Type="http://schemas.openxmlformats.org/officeDocument/2006/relationships/slideLayout" Target="../slideLayouts/slideLayout90.xml"/><Relationship Id="rId7" Type="http://schemas.openxmlformats.org/officeDocument/2006/relationships/slideLayout" Target="../slideLayouts/slideLayout68.xml"/><Relationship Id="rId8" Type="http://schemas.openxmlformats.org/officeDocument/2006/relationships/slideLayout" Target="../slideLayouts/slideLayout69.xml"/><Relationship Id="rId31" Type="http://schemas.openxmlformats.org/officeDocument/2006/relationships/theme" Target="../theme/theme3.xml"/><Relationship Id="rId30" Type="http://schemas.openxmlformats.org/officeDocument/2006/relationships/slideLayout" Target="../slideLayouts/slideLayout91.xml"/><Relationship Id="rId11" Type="http://schemas.openxmlformats.org/officeDocument/2006/relationships/slideLayout" Target="../slideLayouts/slideLayout72.xml"/><Relationship Id="rId10" Type="http://schemas.openxmlformats.org/officeDocument/2006/relationships/slideLayout" Target="../slideLayouts/slideLayout71.xml"/><Relationship Id="rId13" Type="http://schemas.openxmlformats.org/officeDocument/2006/relationships/slideLayout" Target="../slideLayouts/slideLayout74.xml"/><Relationship Id="rId12" Type="http://schemas.openxmlformats.org/officeDocument/2006/relationships/slideLayout" Target="../slideLayouts/slideLayout73.xml"/><Relationship Id="rId15" Type="http://schemas.openxmlformats.org/officeDocument/2006/relationships/slideLayout" Target="../slideLayouts/slideLayout76.xml"/><Relationship Id="rId14" Type="http://schemas.openxmlformats.org/officeDocument/2006/relationships/slideLayout" Target="../slideLayouts/slideLayout75.xml"/><Relationship Id="rId17" Type="http://schemas.openxmlformats.org/officeDocument/2006/relationships/slideLayout" Target="../slideLayouts/slideLayout78.xml"/><Relationship Id="rId16" Type="http://schemas.openxmlformats.org/officeDocument/2006/relationships/slideLayout" Target="../slideLayouts/slideLayout77.xml"/><Relationship Id="rId19" Type="http://schemas.openxmlformats.org/officeDocument/2006/relationships/slideLayout" Target="../slideLayouts/slideLayout80.xml"/><Relationship Id="rId18" Type="http://schemas.openxmlformats.org/officeDocument/2006/relationships/slideLayout" Target="../slideLayouts/slideLayout79.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11.xml"/><Relationship Id="rId22" Type="http://schemas.openxmlformats.org/officeDocument/2006/relationships/slideLayout" Target="../slideLayouts/slideLayout113.xml"/><Relationship Id="rId21" Type="http://schemas.openxmlformats.org/officeDocument/2006/relationships/slideLayout" Target="../slideLayouts/slideLayout112.xml"/><Relationship Id="rId24" Type="http://schemas.openxmlformats.org/officeDocument/2006/relationships/slideLayout" Target="../slideLayouts/slideLayout115.xml"/><Relationship Id="rId23" Type="http://schemas.openxmlformats.org/officeDocument/2006/relationships/slideLayout" Target="../slideLayouts/slideLayout114.xml"/><Relationship Id="rId1" Type="http://schemas.openxmlformats.org/officeDocument/2006/relationships/slideLayout" Target="../slideLayouts/slideLayout92.xml"/><Relationship Id="rId2" Type="http://schemas.openxmlformats.org/officeDocument/2006/relationships/slideLayout" Target="../slideLayouts/slideLayout93.xml"/><Relationship Id="rId3" Type="http://schemas.openxmlformats.org/officeDocument/2006/relationships/slideLayout" Target="../slideLayouts/slideLayout94.xml"/><Relationship Id="rId4" Type="http://schemas.openxmlformats.org/officeDocument/2006/relationships/slideLayout" Target="../slideLayouts/slideLayout95.xml"/><Relationship Id="rId9" Type="http://schemas.openxmlformats.org/officeDocument/2006/relationships/slideLayout" Target="../slideLayouts/slideLayout100.xml"/><Relationship Id="rId26" Type="http://schemas.openxmlformats.org/officeDocument/2006/relationships/slideLayout" Target="../slideLayouts/slideLayout117.xml"/><Relationship Id="rId25" Type="http://schemas.openxmlformats.org/officeDocument/2006/relationships/slideLayout" Target="../slideLayouts/slideLayout116.xml"/><Relationship Id="rId28" Type="http://schemas.openxmlformats.org/officeDocument/2006/relationships/slideLayout" Target="../slideLayouts/slideLayout119.xml"/><Relationship Id="rId27" Type="http://schemas.openxmlformats.org/officeDocument/2006/relationships/slideLayout" Target="../slideLayouts/slideLayout118.xml"/><Relationship Id="rId5" Type="http://schemas.openxmlformats.org/officeDocument/2006/relationships/slideLayout" Target="../slideLayouts/slideLayout96.xml"/><Relationship Id="rId6" Type="http://schemas.openxmlformats.org/officeDocument/2006/relationships/slideLayout" Target="../slideLayouts/slideLayout97.xml"/><Relationship Id="rId29" Type="http://schemas.openxmlformats.org/officeDocument/2006/relationships/slideLayout" Target="../slideLayouts/slideLayout120.xml"/><Relationship Id="rId7" Type="http://schemas.openxmlformats.org/officeDocument/2006/relationships/slideLayout" Target="../slideLayouts/slideLayout98.xml"/><Relationship Id="rId8" Type="http://schemas.openxmlformats.org/officeDocument/2006/relationships/slideLayout" Target="../slideLayouts/slideLayout99.xml"/><Relationship Id="rId31" Type="http://schemas.openxmlformats.org/officeDocument/2006/relationships/theme" Target="../theme/theme6.xml"/><Relationship Id="rId30" Type="http://schemas.openxmlformats.org/officeDocument/2006/relationships/slideLayout" Target="../slideLayouts/slideLayout121.xml"/><Relationship Id="rId11" Type="http://schemas.openxmlformats.org/officeDocument/2006/relationships/slideLayout" Target="../slideLayouts/slideLayout102.xml"/><Relationship Id="rId10" Type="http://schemas.openxmlformats.org/officeDocument/2006/relationships/slideLayout" Target="../slideLayouts/slideLayout101.xml"/><Relationship Id="rId13" Type="http://schemas.openxmlformats.org/officeDocument/2006/relationships/slideLayout" Target="../slideLayouts/slideLayout104.xml"/><Relationship Id="rId12" Type="http://schemas.openxmlformats.org/officeDocument/2006/relationships/slideLayout" Target="../slideLayouts/slideLayout103.xml"/><Relationship Id="rId15" Type="http://schemas.openxmlformats.org/officeDocument/2006/relationships/slideLayout" Target="../slideLayouts/slideLayout106.xml"/><Relationship Id="rId14" Type="http://schemas.openxmlformats.org/officeDocument/2006/relationships/slideLayout" Target="../slideLayouts/slideLayout105.xml"/><Relationship Id="rId17" Type="http://schemas.openxmlformats.org/officeDocument/2006/relationships/slideLayout" Target="../slideLayouts/slideLayout108.xml"/><Relationship Id="rId16" Type="http://schemas.openxmlformats.org/officeDocument/2006/relationships/slideLayout" Target="../slideLayouts/slideLayout107.xml"/><Relationship Id="rId19" Type="http://schemas.openxmlformats.org/officeDocument/2006/relationships/slideLayout" Target="../slideLayouts/slideLayout110.xml"/><Relationship Id="rId18" Type="http://schemas.openxmlformats.org/officeDocument/2006/relationships/slideLayout" Target="../slideLayouts/slideLayout10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7" name="Shape 67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8" r:id="rId1"/>
    <p:sldLayoutId id="2147483679" r:id="rId2"/>
    <p:sldLayoutId id="2147483680" r:id="rId3"/>
    <p:sldLayoutId id="214748368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94" name="Shape 694"/>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 id="2147483704" r:id="rId22"/>
    <p:sldLayoutId id="2147483705" r:id="rId23"/>
    <p:sldLayoutId id="2147483706" r:id="rId24"/>
    <p:sldLayoutId id="2147483707" r:id="rId25"/>
    <p:sldLayoutId id="2147483708" r:id="rId26"/>
    <p:sldLayoutId id="2147483709" r:id="rId27"/>
    <p:sldLayoutId id="2147483710" r:id="rId28"/>
    <p:sldLayoutId id="2147483711" r:id="rId2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69" name="Shape 136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 id="2147483729" r:id="rId17"/>
    <p:sldLayoutId id="2147483730" r:id="rId18"/>
    <p:sldLayoutId id="2147483731" r:id="rId19"/>
    <p:sldLayoutId id="2147483732" r:id="rId20"/>
    <p:sldLayoutId id="2147483733" r:id="rId21"/>
    <p:sldLayoutId id="2147483734" r:id="rId22"/>
    <p:sldLayoutId id="2147483735" r:id="rId23"/>
    <p:sldLayoutId id="2147483736" r:id="rId24"/>
    <p:sldLayoutId id="2147483737" r:id="rId25"/>
    <p:sldLayoutId id="2147483738" r:id="rId26"/>
    <p:sldLayoutId id="2147483739" r:id="rId27"/>
    <p:sldLayoutId id="2147483740" r:id="rId28"/>
    <p:sldLayoutId id="2147483741" r:id="rId29"/>
    <p:sldLayoutId id="2147483742"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51" name="Shape 205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 id="2147483755" r:id="rId12"/>
    <p:sldLayoutId id="2147483756" r:id="rId13"/>
    <p:sldLayoutId id="2147483757" r:id="rId14"/>
    <p:sldLayoutId id="2147483758" r:id="rId15"/>
    <p:sldLayoutId id="2147483759" r:id="rId16"/>
    <p:sldLayoutId id="2147483760" r:id="rId17"/>
    <p:sldLayoutId id="2147483761" r:id="rId18"/>
    <p:sldLayoutId id="2147483762" r:id="rId19"/>
    <p:sldLayoutId id="2147483763" r:id="rId20"/>
    <p:sldLayoutId id="2147483764" r:id="rId21"/>
    <p:sldLayoutId id="2147483765" r:id="rId22"/>
    <p:sldLayoutId id="2147483766" r:id="rId23"/>
    <p:sldLayoutId id="2147483767" r:id="rId24"/>
    <p:sldLayoutId id="2147483768" r:id="rId25"/>
    <p:sldLayoutId id="2147483769" r:id="rId26"/>
    <p:sldLayoutId id="2147483770" r:id="rId27"/>
    <p:sldLayoutId id="2147483771" r:id="rId28"/>
    <p:sldLayoutId id="2147483772" r:id="rId29"/>
    <p:sldLayoutId id="2147483773"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8.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7" name="Shape 2737"/>
        <p:cNvGrpSpPr/>
        <p:nvPr/>
      </p:nvGrpSpPr>
      <p:grpSpPr>
        <a:xfrm>
          <a:off x="0" y="0"/>
          <a:ext cx="0" cy="0"/>
          <a:chOff x="0" y="0"/>
          <a:chExt cx="0" cy="0"/>
        </a:xfrm>
      </p:grpSpPr>
      <p:pic>
        <p:nvPicPr>
          <p:cNvPr descr="Logo&#10;&#10;Description automatically generated" id="2738" name="Google Shape;2738;g3f824b0376f_0_773"/>
          <p:cNvPicPr preferRelativeResize="0"/>
          <p:nvPr/>
        </p:nvPicPr>
        <p:blipFill rotWithShape="1">
          <a:blip r:embed="rId3">
            <a:alphaModFix/>
          </a:blip>
          <a:srcRect b="0" l="0" r="0" t="0"/>
          <a:stretch/>
        </p:blipFill>
        <p:spPr>
          <a:xfrm>
            <a:off x="9467679" y="401098"/>
            <a:ext cx="1974575" cy="1038625"/>
          </a:xfrm>
          <a:prstGeom prst="rect">
            <a:avLst/>
          </a:prstGeom>
          <a:noFill/>
          <a:ln>
            <a:noFill/>
          </a:ln>
        </p:spPr>
      </p:pic>
      <p:pic>
        <p:nvPicPr>
          <p:cNvPr id="2740" name="Google Shape;2740;g3f824b0376f_0_773"/>
          <p:cNvPicPr preferRelativeResize="0"/>
          <p:nvPr/>
        </p:nvPicPr>
        <p:blipFill rotWithShape="1">
          <a:blip r:embed="rId4">
            <a:alphaModFix amt="37000"/>
          </a:blip>
          <a:srcRect b="25590" l="0" r="0" t="0"/>
          <a:stretch/>
        </p:blipFill>
        <p:spPr>
          <a:xfrm>
            <a:off x="0" y="3866851"/>
            <a:ext cx="12192000" cy="2991150"/>
          </a:xfrm>
          <a:prstGeom prst="rect">
            <a:avLst/>
          </a:prstGeom>
          <a:noFill/>
          <a:ln>
            <a:noFill/>
          </a:ln>
        </p:spPr>
      </p:pic>
      <p:sp>
        <p:nvSpPr>
          <p:cNvPr id="10001" name="Panel 10001"/>
          <p:cNvSpPr/>
          <p:nvPr/>
        </p:nvSpPr>
        <p:spPr>
          <a:xfrm>
            <a:off x="768096" y="1920240"/>
            <a:ext cx="73152" cy="1828800"/>
          </a:xfrm>
          <a:prstGeom prst="rect">
            <a:avLst/>
          </a:prstGeom>
          <a:solidFill>
            <a:srgbClr val="E24048"/>
          </a:solidFill>
          <a:ln>
            <a:noFill/>
          </a:ln>
        </p:spPr>
      </p:sp>
      <p:sp>
        <p:nvSpPr>
          <p:cNvPr id="10002" name="Text 10002"/>
          <p:cNvSpPr txBox="1"/>
          <p:nvPr/>
        </p:nvSpPr>
        <p:spPr>
          <a:xfrm>
            <a:off x="1051560" y="1883664"/>
            <a:ext cx="9418320" cy="1234440"/>
          </a:xfrm>
          <a:prstGeom prst="rect">
            <a:avLst/>
          </a:prstGeom>
          <a:noFill/>
          <a:ln>
            <a:noFill/>
          </a:ln>
        </p:spPr>
        <p:txBody>
          <a:bodyPr wrap="square" lIns="0" rIns="0" tIns="0" bIns="0"/>
          <a:lstStyle/>
          <a:p>
            <a:pPr>
              <a:lnSpc>
                <a:spcPct val="116000"/>
              </a:lnSpc>
            </a:pPr>
            <a:r>
              <a:rPr lang="en-US" sz="3800" b="1">
                <a:solidFill>
                  <a:srgbClr val="1E3D7D"/>
                </a:solidFill>
                <a:latin typeface="Arial"/>
              </a:rPr>
              <a:t>AI Security Document Lab</a:t>
            </a:r>
          </a:p>
        </p:txBody>
      </p:sp>
      <p:sp>
        <p:nvSpPr>
          <p:cNvPr id="10003" name="Text 10003"/>
          <p:cNvSpPr txBox="1"/>
          <p:nvPr/>
        </p:nvSpPr>
        <p:spPr>
          <a:xfrm>
            <a:off x="1051560" y="2788920"/>
            <a:ext cx="9144000" cy="914400"/>
          </a:xfrm>
          <a:prstGeom prst="rect">
            <a:avLst/>
          </a:prstGeom>
          <a:noFill/>
          <a:ln>
            <a:noFill/>
          </a:ln>
        </p:spPr>
        <p:txBody>
          <a:bodyPr wrap="square" lIns="0" rIns="0" tIns="0" bIns="0"/>
          <a:lstStyle/>
          <a:p>
            <a:pPr>
              <a:lnSpc>
                <a:spcPct val="116000"/>
              </a:lnSpc>
            </a:pPr>
            <a:r>
              <a:rPr lang="en-US" sz="2500" b="0">
                <a:solidFill>
                  <a:srgbClr val="1E3D7D"/>
                </a:solidFill>
                <a:latin typeface="Arial"/>
              </a:rPr>
              <a:t>Evaluating prompt-injection defenses</a:t>
            </a:r>
          </a:p>
          <a:p>
            <a:pPr>
              <a:lnSpc>
                <a:spcPct val="116000"/>
              </a:lnSpc>
            </a:pPr>
            <a:r>
              <a:rPr lang="en-US" sz="2500" b="0">
                <a:solidFill>
                  <a:srgbClr val="1E3D7D"/>
                </a:solidFill>
                <a:latin typeface="Arial"/>
              </a:rPr>
              <a:t>in a document assistant</a:t>
            </a:r>
          </a:p>
        </p:txBody>
      </p:sp>
      <p:sp>
        <p:nvSpPr>
          <p:cNvPr id="10004" name="Text 10004"/>
          <p:cNvSpPr txBox="1"/>
          <p:nvPr/>
        </p:nvSpPr>
        <p:spPr>
          <a:xfrm>
            <a:off x="8275320" y="5138928"/>
            <a:ext cx="3520440" cy="1234440"/>
          </a:xfrm>
          <a:prstGeom prst="rect">
            <a:avLst/>
          </a:prstGeom>
          <a:noFill/>
          <a:ln>
            <a:noFill/>
          </a:ln>
        </p:spPr>
        <p:txBody>
          <a:bodyPr wrap="square" lIns="0" rIns="0" tIns="0" bIns="0"/>
          <a:lstStyle/>
          <a:p>
            <a:pPr>
              <a:lnSpc>
                <a:spcPct val="116000"/>
              </a:lnSpc>
            </a:pPr>
            <a:r>
              <a:rPr lang="en-US" sz="2000" b="0">
                <a:solidFill>
                  <a:srgbClr val="1E3D7D"/>
                </a:solidFill>
                <a:latin typeface="Arial"/>
              </a:rPr>
              <a:t>Prepared by</a:t>
            </a:r>
          </a:p>
          <a:p>
            <a:pPr>
              <a:lnSpc>
                <a:spcPct val="116000"/>
              </a:lnSpc>
            </a:pPr>
            <a:r>
              <a:rPr lang="en-US" sz="2000" b="0">
                <a:solidFill>
                  <a:srgbClr val="1E3D7D"/>
                </a:solidFill>
                <a:latin typeface="Arial"/>
              </a:rPr>
              <a:t>Abhishek Sharma</a:t>
            </a:r>
          </a:p>
          <a:p>
            <a:pPr>
              <a:lnSpc>
                <a:spcPct val="116000"/>
              </a:lnSpc>
            </a:pPr>
            <a:r>
              <a:rPr lang="en-US" sz="2000" b="0">
                <a:solidFill>
                  <a:srgbClr val="1E3D7D"/>
                </a:solidFill>
                <a:latin typeface="Arial"/>
              </a:rPr>
              <a:t>27 October 2026</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3" name="Shape 2763"/>
        <p:cNvGrpSpPr/>
        <p:nvPr/>
      </p:nvGrpSpPr>
      <p:grpSpPr>
        <a:xfrm>
          <a:off x="0" y="0"/>
          <a:ext cx="0" cy="0"/>
          <a:chOff x="0" y="0"/>
          <a:chExt cx="0" cy="0"/>
        </a:xfrm>
      </p:grpSpPr>
      <p:cxnSp>
        <p:nvCxnSpPr>
          <p:cNvPr id="2765" name="Google Shape;2765;p8"/>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766" name="Google Shape;2766;p8"/>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pic>
        <p:nvPicPr>
          <p:cNvPr id="2767" name="Google Shape;2767;p8"/>
          <p:cNvPicPr preferRelativeResize="0"/>
          <p:nvPr/>
        </p:nvPicPr>
        <p:blipFill rotWithShape="1">
          <a:blip r:embed="rId3">
            <a:alphaModFix/>
          </a:blip>
          <a:srcRect b="0" l="0" r="0" t="0"/>
          <a:stretch/>
        </p:blipFill>
        <p:spPr>
          <a:xfrm>
            <a:off x="11324230" y="6360462"/>
            <a:ext cx="601069" cy="318213"/>
          </a:xfrm>
          <a:prstGeom prst="rect">
            <a:avLst/>
          </a:prstGeom>
          <a:noFill/>
          <a:ln>
            <a:noFill/>
          </a:ln>
        </p:spPr>
      </p:pic>
      <p:sp>
        <p:nvSpPr>
          <p:cNvPr id="10001" name="Text 10001"/>
          <p:cNvSpPr txBox="1"/>
          <p:nvPr/>
        </p:nvSpPr>
        <p:spPr>
          <a:xfrm>
            <a:off x="347472" y="118872"/>
            <a:ext cx="11338560" cy="548640"/>
          </a:xfrm>
          <a:prstGeom prst="rect">
            <a:avLst/>
          </a:prstGeom>
          <a:noFill/>
          <a:ln>
            <a:noFill/>
          </a:ln>
        </p:spPr>
        <p:txBody>
          <a:bodyPr wrap="square" lIns="0" rIns="0" tIns="0" bIns="0"/>
          <a:lstStyle/>
          <a:p>
            <a:pPr>
              <a:lnSpc>
                <a:spcPct val="116000"/>
              </a:lnSpc>
            </a:pPr>
            <a:r>
              <a:rPr lang="en-US" sz="2800" b="1">
                <a:solidFill>
                  <a:srgbClr val="1E3D7D"/>
                </a:solidFill>
                <a:latin typeface="Arial"/>
              </a:rPr>
              <a:t>Application overview</a:t>
            </a:r>
          </a:p>
        </p:txBody>
      </p:sp>
      <p:sp>
        <p:nvSpPr>
          <p:cNvPr id="10002" name="Text 10002"/>
          <p:cNvSpPr txBox="1"/>
          <p:nvPr/>
        </p:nvSpPr>
        <p:spPr>
          <a:xfrm>
            <a:off x="265176" y="6556248"/>
            <a:ext cx="457200" cy="182880"/>
          </a:xfrm>
          <a:prstGeom prst="rect">
            <a:avLst/>
          </a:prstGeom>
          <a:noFill/>
          <a:ln>
            <a:noFill/>
          </a:ln>
        </p:spPr>
        <p:txBody>
          <a:bodyPr wrap="square" lIns="0" rIns="0" tIns="0" bIns="0"/>
          <a:lstStyle/>
          <a:p>
            <a:pPr>
              <a:lnSpc>
                <a:spcPct val="116000"/>
              </a:lnSpc>
            </a:pPr>
            <a:r>
              <a:rPr lang="en-US" sz="900" b="0">
                <a:solidFill>
                  <a:srgbClr val="334155"/>
                </a:solidFill>
                <a:latin typeface="Arial"/>
              </a:rPr>
              <a:t>2</a:t>
            </a:r>
          </a:p>
        </p:txBody>
      </p:sp>
      <p:sp>
        <p:nvSpPr>
          <p:cNvPr id="10003" name="Panel 10003"/>
          <p:cNvSpPr/>
          <p:nvPr/>
        </p:nvSpPr>
        <p:spPr>
          <a:xfrm>
            <a:off x="411480" y="1097280"/>
            <a:ext cx="3657600" cy="4526280"/>
          </a:xfrm>
          <a:prstGeom prst="rect">
            <a:avLst/>
          </a:prstGeom>
          <a:solidFill>
            <a:srgbClr val="F8FAFC"/>
          </a:solidFill>
          <a:ln>
            <a:noFill/>
          </a:ln>
        </p:spPr>
      </p:sp>
      <p:sp>
        <p:nvSpPr>
          <p:cNvPr id="10004" name="Panel 10004"/>
          <p:cNvSpPr/>
          <p:nvPr/>
        </p:nvSpPr>
        <p:spPr>
          <a:xfrm>
            <a:off x="411480" y="1097280"/>
            <a:ext cx="41148" cy="4526280"/>
          </a:xfrm>
          <a:prstGeom prst="rect">
            <a:avLst/>
          </a:prstGeom>
          <a:solidFill>
            <a:srgbClr val="E24048"/>
          </a:solidFill>
          <a:ln>
            <a:noFill/>
          </a:ln>
        </p:spPr>
      </p:sp>
      <p:sp>
        <p:nvSpPr>
          <p:cNvPr id="10005" name="Text 10005"/>
          <p:cNvSpPr txBox="1"/>
          <p:nvPr/>
        </p:nvSpPr>
        <p:spPr>
          <a:xfrm>
            <a:off x="576072" y="1243584"/>
            <a:ext cx="3328416" cy="502920"/>
          </a:xfrm>
          <a:prstGeom prst="rect">
            <a:avLst/>
          </a:prstGeom>
          <a:noFill/>
          <a:ln>
            <a:noFill/>
          </a:ln>
        </p:spPr>
        <p:txBody>
          <a:bodyPr wrap="square" lIns="0" rIns="0" tIns="0" bIns="0"/>
          <a:lstStyle/>
          <a:p>
            <a:pPr>
              <a:lnSpc>
                <a:spcPct val="116000"/>
              </a:lnSpc>
            </a:pPr>
            <a:r>
              <a:rPr lang="en-US" sz="2200" b="1">
                <a:solidFill>
                  <a:srgbClr val="1E3D7D"/>
                </a:solidFill>
                <a:latin typeface="Arial"/>
              </a:rPr>
              <a:t>Document assistant</a:t>
            </a:r>
          </a:p>
        </p:txBody>
      </p:sp>
      <p:sp>
        <p:nvSpPr>
          <p:cNvPr id="10006" name="Text 10006"/>
          <p:cNvSpPr txBox="1"/>
          <p:nvPr/>
        </p:nvSpPr>
        <p:spPr>
          <a:xfrm>
            <a:off x="576072" y="1874519"/>
            <a:ext cx="3328416" cy="3611880"/>
          </a:xfrm>
          <a:prstGeom prst="rect">
            <a:avLst/>
          </a:prstGeom>
          <a:noFill/>
          <a:ln>
            <a:noFill/>
          </a:ln>
        </p:spPr>
        <p:txBody>
          <a:bodyPr wrap="square" lIns="0" rIns="0" tIns="0" bIns="0"/>
          <a:lstStyle/>
          <a:p>
            <a:pPr>
              <a:lnSpc>
                <a:spcPct val="116000"/>
              </a:lnSpc>
            </a:pPr>
            <a:r>
              <a:rPr lang="en-US" sz="1900" b="0">
                <a:solidFill>
                  <a:srgbClr val="334155"/>
                </a:solidFill>
                <a:latin typeface="Arial"/>
              </a:rPr>
              <a:t>Upload and parse files</a:t>
            </a:r>
          </a:p>
          <a:p>
            <a:pPr>
              <a:lnSpc>
                <a:spcPct val="116000"/>
              </a:lnSpc>
            </a:pPr>
            <a:r>
              <a:rPr lang="en-US" sz="1900" b="0">
                <a:solidFill>
                  <a:srgbClr val="334155"/>
                </a:solidFill>
                <a:latin typeface="Arial"/>
              </a:rPr>
              <a:t>Search local evidence</a:t>
            </a:r>
          </a:p>
          <a:p>
            <a:pPr>
              <a:lnSpc>
                <a:spcPct val="116000"/>
              </a:lnSpc>
            </a:pPr>
            <a:r>
              <a:rPr lang="en-US" sz="1900" b="0">
                <a:solidFill>
                  <a:srgbClr val="334155"/>
                </a:solidFill>
                <a:latin typeface="Arial"/>
              </a:rPr>
              <a:t>Ask a grounded question</a:t>
            </a:r>
          </a:p>
          <a:p>
            <a:pPr>
              <a:lnSpc>
                <a:spcPct val="116000"/>
              </a:lnSpc>
            </a:pPr>
            <a:r>
              <a:rPr lang="en-US" sz="1900" b="0">
                <a:solidFill>
                  <a:srgbClr val="334155"/>
                </a:solidFill>
                <a:latin typeface="Arial"/>
              </a:rPr>
              <a:t>Compare A / B / C</a:t>
            </a:r>
          </a:p>
          <a:p>
            <a:pPr>
              <a:lnSpc>
                <a:spcPct val="116000"/>
              </a:lnSpc>
            </a:pPr>
            <a:r>
              <a:rPr lang="en-US" sz="1900" b="0">
                <a:solidFill>
                  <a:srgbClr val="334155"/>
                </a:solidFill>
                <a:latin typeface="Arial"/>
              </a:rPr>
              <a:t>Inspect citations</a:t>
            </a:r>
          </a:p>
        </p:txBody>
      </p:sp>
      <p:sp>
        <p:nvSpPr>
          <p:cNvPr id="10007" name="Panel 10007"/>
          <p:cNvSpPr/>
          <p:nvPr/>
        </p:nvSpPr>
        <p:spPr>
          <a:xfrm>
            <a:off x="4251960" y="1097280"/>
            <a:ext cx="3657600" cy="4526280"/>
          </a:xfrm>
          <a:prstGeom prst="rect">
            <a:avLst/>
          </a:prstGeom>
          <a:solidFill>
            <a:srgbClr val="F8FAFC"/>
          </a:solidFill>
          <a:ln>
            <a:noFill/>
          </a:ln>
        </p:spPr>
      </p:sp>
      <p:sp>
        <p:nvSpPr>
          <p:cNvPr id="10008" name="Panel 10008"/>
          <p:cNvSpPr/>
          <p:nvPr/>
        </p:nvSpPr>
        <p:spPr>
          <a:xfrm>
            <a:off x="4251960" y="1097280"/>
            <a:ext cx="41148" cy="4526280"/>
          </a:xfrm>
          <a:prstGeom prst="rect">
            <a:avLst/>
          </a:prstGeom>
          <a:solidFill>
            <a:srgbClr val="E24048"/>
          </a:solidFill>
          <a:ln>
            <a:noFill/>
          </a:ln>
        </p:spPr>
      </p:sp>
      <p:sp>
        <p:nvSpPr>
          <p:cNvPr id="10009" name="Text 10009"/>
          <p:cNvSpPr txBox="1"/>
          <p:nvPr/>
        </p:nvSpPr>
        <p:spPr>
          <a:xfrm>
            <a:off x="4416552" y="1243584"/>
            <a:ext cx="3328416" cy="502920"/>
          </a:xfrm>
          <a:prstGeom prst="rect">
            <a:avLst/>
          </a:prstGeom>
          <a:noFill/>
          <a:ln>
            <a:noFill/>
          </a:ln>
        </p:spPr>
        <p:txBody>
          <a:bodyPr wrap="square" lIns="0" rIns="0" tIns="0" bIns="0"/>
          <a:lstStyle/>
          <a:p>
            <a:pPr>
              <a:lnSpc>
                <a:spcPct val="116000"/>
              </a:lnSpc>
            </a:pPr>
            <a:r>
              <a:rPr lang="en-US" sz="2200" b="1">
                <a:solidFill>
                  <a:srgbClr val="1E3D7D"/>
                </a:solidFill>
                <a:latin typeface="Arial"/>
              </a:rPr>
              <a:t>Evaluation workflow</a:t>
            </a:r>
          </a:p>
        </p:txBody>
      </p:sp>
      <p:sp>
        <p:nvSpPr>
          <p:cNvPr id="10010" name="Text 10010"/>
          <p:cNvSpPr txBox="1"/>
          <p:nvPr/>
        </p:nvSpPr>
        <p:spPr>
          <a:xfrm>
            <a:off x="4416552" y="1874519"/>
            <a:ext cx="3328416" cy="3611880"/>
          </a:xfrm>
          <a:prstGeom prst="rect">
            <a:avLst/>
          </a:prstGeom>
          <a:noFill/>
          <a:ln>
            <a:noFill/>
          </a:ln>
        </p:spPr>
        <p:txBody>
          <a:bodyPr wrap="square" lIns="0" rIns="0" tIns="0" bIns="0"/>
          <a:lstStyle/>
          <a:p>
            <a:pPr>
              <a:lnSpc>
                <a:spcPct val="116000"/>
              </a:lnSpc>
            </a:pPr>
            <a:r>
              <a:rPr lang="en-US" sz="1900" b="0">
                <a:solidFill>
                  <a:srgbClr val="334155"/>
                </a:solidFill>
                <a:latin typeface="Arial"/>
              </a:rPr>
              <a:t>Frozen documents and cases</a:t>
            </a:r>
          </a:p>
          <a:p>
            <a:pPr>
              <a:lnSpc>
                <a:spcPct val="116000"/>
              </a:lnSpc>
            </a:pPr>
            <a:r>
              <a:rPr lang="en-US" sz="1900" b="0">
                <a:solidFill>
                  <a:srgbClr val="334155"/>
                </a:solidFill>
                <a:latin typeface="Arial"/>
              </a:rPr>
              <a:t>Shared retrieval evidence</a:t>
            </a:r>
          </a:p>
          <a:p>
            <a:pPr>
              <a:lnSpc>
                <a:spcPct val="116000"/>
              </a:lnSpc>
            </a:pPr>
            <a:r>
              <a:rPr lang="en-US" sz="1900" b="0">
                <a:solidFill>
                  <a:srgbClr val="334155"/>
                </a:solidFill>
                <a:latin typeface="Arial"/>
              </a:rPr>
              <a:t>Saved answers and grades</a:t>
            </a:r>
          </a:p>
          <a:p>
            <a:pPr>
              <a:lnSpc>
                <a:spcPct val="116000"/>
              </a:lnSpc>
            </a:pPr>
            <a:r>
              <a:rPr lang="en-US" sz="1900" b="0">
                <a:solidFill>
                  <a:srgbClr val="334155"/>
                </a:solidFill>
                <a:latin typeface="Arial"/>
              </a:rPr>
              <a:t>Actual human review</a:t>
            </a:r>
          </a:p>
          <a:p>
            <a:pPr>
              <a:lnSpc>
                <a:spcPct val="116000"/>
              </a:lnSpc>
            </a:pPr>
            <a:r>
              <a:rPr lang="en-US" sz="1900" b="0">
                <a:solidFill>
                  <a:srgbClr val="334155"/>
                </a:solidFill>
                <a:latin typeface="Arial"/>
              </a:rPr>
              <a:t>Reports and metric charts</a:t>
            </a:r>
          </a:p>
        </p:txBody>
      </p:sp>
      <p:sp>
        <p:nvSpPr>
          <p:cNvPr id="10011" name="Panel 10011"/>
          <p:cNvSpPr/>
          <p:nvPr/>
        </p:nvSpPr>
        <p:spPr>
          <a:xfrm>
            <a:off x="8092440" y="1097280"/>
            <a:ext cx="3657600" cy="4526280"/>
          </a:xfrm>
          <a:prstGeom prst="rect">
            <a:avLst/>
          </a:prstGeom>
          <a:solidFill>
            <a:srgbClr val="F8FAFC"/>
          </a:solidFill>
          <a:ln>
            <a:noFill/>
          </a:ln>
        </p:spPr>
      </p:sp>
      <p:sp>
        <p:nvSpPr>
          <p:cNvPr id="10012" name="Panel 10012"/>
          <p:cNvSpPr/>
          <p:nvPr/>
        </p:nvSpPr>
        <p:spPr>
          <a:xfrm>
            <a:off x="8092440" y="1097280"/>
            <a:ext cx="41148" cy="4526280"/>
          </a:xfrm>
          <a:prstGeom prst="rect">
            <a:avLst/>
          </a:prstGeom>
          <a:solidFill>
            <a:srgbClr val="E24048"/>
          </a:solidFill>
          <a:ln>
            <a:noFill/>
          </a:ln>
        </p:spPr>
      </p:sp>
      <p:sp>
        <p:nvSpPr>
          <p:cNvPr id="10013" name="Text 10013"/>
          <p:cNvSpPr txBox="1"/>
          <p:nvPr/>
        </p:nvSpPr>
        <p:spPr>
          <a:xfrm>
            <a:off x="8257031" y="1243584"/>
            <a:ext cx="3328416" cy="502920"/>
          </a:xfrm>
          <a:prstGeom prst="rect">
            <a:avLst/>
          </a:prstGeom>
          <a:noFill/>
          <a:ln>
            <a:noFill/>
          </a:ln>
        </p:spPr>
        <p:txBody>
          <a:bodyPr wrap="square" lIns="0" rIns="0" tIns="0" bIns="0"/>
          <a:lstStyle/>
          <a:p>
            <a:pPr>
              <a:lnSpc>
                <a:spcPct val="116000"/>
              </a:lnSpc>
            </a:pPr>
            <a:r>
              <a:rPr lang="en-US" sz="2200" b="1">
                <a:solidFill>
                  <a:srgbClr val="1E3D7D"/>
                </a:solidFill>
                <a:latin typeface="Arial"/>
              </a:rPr>
              <a:t>Technology</a:t>
            </a:r>
          </a:p>
        </p:txBody>
      </p:sp>
      <p:sp>
        <p:nvSpPr>
          <p:cNvPr id="10014" name="Text 10014"/>
          <p:cNvSpPr txBox="1"/>
          <p:nvPr/>
        </p:nvSpPr>
        <p:spPr>
          <a:xfrm>
            <a:off x="8257031" y="1874519"/>
            <a:ext cx="3328416" cy="3611880"/>
          </a:xfrm>
          <a:prstGeom prst="rect">
            <a:avLst/>
          </a:prstGeom>
          <a:noFill/>
          <a:ln>
            <a:noFill/>
          </a:ln>
        </p:spPr>
        <p:txBody>
          <a:bodyPr wrap="square" lIns="0" rIns="0" tIns="0" bIns="0"/>
          <a:lstStyle/>
          <a:p>
            <a:pPr>
              <a:lnSpc>
                <a:spcPct val="116000"/>
              </a:lnSpc>
            </a:pPr>
            <a:r>
              <a:rPr lang="en-US" sz="1900" b="0">
                <a:solidFill>
                  <a:srgbClr val="334155"/>
                </a:solidFill>
                <a:latin typeface="Arial"/>
              </a:rPr>
              <a:t>Python + FastAPI</a:t>
            </a:r>
          </a:p>
          <a:p>
            <a:pPr>
              <a:lnSpc>
                <a:spcPct val="116000"/>
              </a:lnSpc>
            </a:pPr>
            <a:r>
              <a:rPr lang="en-US" sz="1900" b="0">
                <a:solidFill>
                  <a:srgbClr val="334155"/>
                </a:solidFill>
                <a:latin typeface="Arial"/>
              </a:rPr>
              <a:t>Streamlit interface</a:t>
            </a:r>
          </a:p>
          <a:p>
            <a:pPr>
              <a:lnSpc>
                <a:spcPct val="116000"/>
              </a:lnSpc>
            </a:pPr>
            <a:r>
              <a:rPr lang="en-US" sz="1900" b="0">
                <a:solidFill>
                  <a:srgbClr val="334155"/>
                </a:solidFill>
                <a:latin typeface="Arial"/>
              </a:rPr>
              <a:t>Local CPU embeddings</a:t>
            </a:r>
          </a:p>
          <a:p>
            <a:pPr>
              <a:lnSpc>
                <a:spcPct val="116000"/>
              </a:lnSpc>
            </a:pPr>
            <a:r>
              <a:rPr lang="en-US" sz="1900" b="0">
                <a:solidFill>
                  <a:srgbClr val="334155"/>
                </a:solidFill>
                <a:latin typeface="Arial"/>
              </a:rPr>
              <a:t>Chroma + local storage</a:t>
            </a:r>
          </a:p>
          <a:p>
            <a:pPr>
              <a:lnSpc>
                <a:spcPct val="116000"/>
              </a:lnSpc>
            </a:pPr>
            <a:r>
              <a:rPr lang="en-US" sz="1900" b="0">
                <a:solidFill>
                  <a:srgbClr val="334155"/>
                </a:solidFill>
                <a:latin typeface="Arial"/>
              </a:rPr>
              <a:t>Azure gpt-5-mini</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3" name="Shape 2763"/>
        <p:cNvGrpSpPr/>
        <p:nvPr/>
      </p:nvGrpSpPr>
      <p:grpSpPr>
        <a:xfrm>
          <a:off x="0" y="0"/>
          <a:ext cx="0" cy="0"/>
          <a:chOff x="0" y="0"/>
          <a:chExt cx="0" cy="0"/>
        </a:xfrm>
      </p:grpSpPr>
      <p:cxnSp>
        <p:nvCxnSpPr>
          <p:cNvPr id="2765" name="Google Shape;2765;p8"/>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766" name="Google Shape;2766;p8"/>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pic>
        <p:nvPicPr>
          <p:cNvPr id="2767" name="Google Shape;2767;p8"/>
          <p:cNvPicPr preferRelativeResize="0"/>
          <p:nvPr/>
        </p:nvPicPr>
        <p:blipFill rotWithShape="1">
          <a:blip r:embed="rId3">
            <a:alphaModFix/>
          </a:blip>
          <a:srcRect b="0" l="0" r="0" t="0"/>
          <a:stretch/>
        </p:blipFill>
        <p:spPr>
          <a:xfrm>
            <a:off x="11324230" y="6360462"/>
            <a:ext cx="601069" cy="318213"/>
          </a:xfrm>
          <a:prstGeom prst="rect">
            <a:avLst/>
          </a:prstGeom>
          <a:noFill/>
          <a:ln>
            <a:noFill/>
          </a:ln>
        </p:spPr>
      </p:pic>
      <p:sp>
        <p:nvSpPr>
          <p:cNvPr id="10001" name="Text 10001"/>
          <p:cNvSpPr txBox="1"/>
          <p:nvPr/>
        </p:nvSpPr>
        <p:spPr>
          <a:xfrm>
            <a:off x="347472" y="118872"/>
            <a:ext cx="11338560" cy="548640"/>
          </a:xfrm>
          <a:prstGeom prst="rect">
            <a:avLst/>
          </a:prstGeom>
          <a:noFill/>
          <a:ln>
            <a:noFill/>
          </a:ln>
        </p:spPr>
        <p:txBody>
          <a:bodyPr wrap="square" lIns="0" rIns="0" tIns="0" bIns="0"/>
          <a:lstStyle/>
          <a:p>
            <a:pPr>
              <a:lnSpc>
                <a:spcPct val="116000"/>
              </a:lnSpc>
            </a:pPr>
            <a:r>
              <a:rPr lang="en-US" sz="2800" b="1">
                <a:solidFill>
                  <a:srgbClr val="1E3D7D"/>
                </a:solidFill>
                <a:latin typeface="Arial"/>
              </a:rPr>
              <a:t>Application architecture — actual implementation</a:t>
            </a:r>
          </a:p>
        </p:txBody>
      </p:sp>
      <p:sp>
        <p:nvSpPr>
          <p:cNvPr id="10002" name="Text 10002"/>
          <p:cNvSpPr txBox="1"/>
          <p:nvPr/>
        </p:nvSpPr>
        <p:spPr>
          <a:xfrm>
            <a:off x="265176" y="6556248"/>
            <a:ext cx="457200" cy="182880"/>
          </a:xfrm>
          <a:prstGeom prst="rect">
            <a:avLst/>
          </a:prstGeom>
          <a:noFill/>
          <a:ln>
            <a:noFill/>
          </a:ln>
        </p:spPr>
        <p:txBody>
          <a:bodyPr wrap="square" lIns="0" rIns="0" tIns="0" bIns="0"/>
          <a:lstStyle/>
          <a:p>
            <a:pPr>
              <a:lnSpc>
                <a:spcPct val="116000"/>
              </a:lnSpc>
            </a:pPr>
            <a:r>
              <a:rPr lang="en-US" sz="900" b="0">
                <a:solidFill>
                  <a:srgbClr val="334155"/>
                </a:solidFill>
                <a:latin typeface="Arial"/>
              </a:rPr>
              <a:t>3</a:t>
            </a:r>
          </a:p>
        </p:txBody>
      </p:sp>
      <p:sp>
        <p:nvSpPr>
          <p:cNvPr id="10003" name="Text 10003"/>
          <p:cNvSpPr txBox="1"/>
          <p:nvPr/>
        </p:nvSpPr>
        <p:spPr>
          <a:xfrm>
            <a:off x="438912" y="886968"/>
            <a:ext cx="8229600" cy="292608"/>
          </a:xfrm>
          <a:prstGeom prst="rect">
            <a:avLst/>
          </a:prstGeom>
          <a:noFill/>
          <a:ln>
            <a:noFill/>
          </a:ln>
        </p:spPr>
        <p:txBody>
          <a:bodyPr wrap="square" lIns="0" rIns="0" tIns="0" bIns="0"/>
          <a:lstStyle/>
          <a:p>
            <a:pPr>
              <a:lnSpc>
                <a:spcPct val="116000"/>
              </a:lnSpc>
            </a:pPr>
            <a:r>
              <a:rPr lang="en-US" sz="1400" b="1">
                <a:solidFill>
                  <a:srgbClr val="E24048"/>
                </a:solidFill>
                <a:latin typeface="Arial"/>
              </a:rPr>
              <a:t>LOCAL APPLICATION: parsing, embeddings, retrieval, storage and evaluation</a:t>
            </a:r>
          </a:p>
        </p:txBody>
      </p:sp>
      <p:sp>
        <p:nvSpPr>
          <p:cNvPr id="10004" name="Panel 10004"/>
          <p:cNvSpPr/>
          <p:nvPr/>
        </p:nvSpPr>
        <p:spPr>
          <a:xfrm>
            <a:off x="411480" y="1353312"/>
            <a:ext cx="2148840" cy="1280160"/>
          </a:xfrm>
          <a:prstGeom prst="rect">
            <a:avLst/>
          </a:prstGeom>
          <a:solidFill>
            <a:srgbClr val="F8FAFC"/>
          </a:solidFill>
          <a:ln>
            <a:noFill/>
          </a:ln>
        </p:spPr>
      </p:sp>
      <p:sp>
        <p:nvSpPr>
          <p:cNvPr id="10005" name="Text 10005"/>
          <p:cNvSpPr txBox="1"/>
          <p:nvPr/>
        </p:nvSpPr>
        <p:spPr>
          <a:xfrm>
            <a:off x="521208" y="1444752"/>
            <a:ext cx="1929384" cy="393192"/>
          </a:xfrm>
          <a:prstGeom prst="rect">
            <a:avLst/>
          </a:prstGeom>
          <a:noFill/>
          <a:ln>
            <a:noFill/>
          </a:ln>
        </p:spPr>
        <p:txBody>
          <a:bodyPr wrap="square" lIns="0" rIns="0" tIns="0" bIns="0"/>
          <a:lstStyle/>
          <a:p>
            <a:pPr>
              <a:lnSpc>
                <a:spcPct val="116000"/>
              </a:lnSpc>
            </a:pPr>
            <a:r>
              <a:rPr lang="en-US" sz="1700" b="1">
                <a:solidFill>
                  <a:srgbClr val="1E3D7D"/>
                </a:solidFill>
                <a:latin typeface="Arial"/>
              </a:rPr>
              <a:t>Streamlit UI</a:t>
            </a:r>
          </a:p>
        </p:txBody>
      </p:sp>
      <p:sp>
        <p:nvSpPr>
          <p:cNvPr id="10006" name="Text 10006"/>
          <p:cNvSpPr txBox="1"/>
          <p:nvPr/>
        </p:nvSpPr>
        <p:spPr>
          <a:xfrm>
            <a:off x="521208" y="1901952"/>
            <a:ext cx="1929384" cy="685799"/>
          </a:xfrm>
          <a:prstGeom prst="rect">
            <a:avLst/>
          </a:prstGeom>
          <a:noFill/>
          <a:ln>
            <a:noFill/>
          </a:ln>
        </p:spPr>
        <p:txBody>
          <a:bodyPr wrap="square" lIns="0" rIns="0" tIns="0" bIns="0"/>
          <a:lstStyle/>
          <a:p>
            <a:pPr>
              <a:lnSpc>
                <a:spcPct val="116000"/>
              </a:lnSpc>
            </a:pPr>
            <a:r>
              <a:rPr lang="en-US" sz="1400" b="0">
                <a:solidFill>
                  <a:srgbClr val="334155"/>
                </a:solidFill>
                <a:latin typeface="Arial"/>
              </a:rPr>
              <a:t>Upload files / ask</a:t>
            </a:r>
          </a:p>
          <a:p>
            <a:pPr>
              <a:lnSpc>
                <a:spcPct val="116000"/>
              </a:lnSpc>
            </a:pPr>
            <a:r>
              <a:rPr lang="en-US" sz="1400" b="0">
                <a:solidFill>
                  <a:srgbClr val="334155"/>
                </a:solidFill>
                <a:latin typeface="Arial"/>
              </a:rPr>
              <a:t>View answers + metrics</a:t>
            </a:r>
          </a:p>
        </p:txBody>
      </p:sp>
      <p:sp>
        <p:nvSpPr>
          <p:cNvPr id="10007" name="Panel 10007"/>
          <p:cNvSpPr/>
          <p:nvPr/>
        </p:nvSpPr>
        <p:spPr>
          <a:xfrm>
            <a:off x="2926080" y="1353312"/>
            <a:ext cx="2194560" cy="1280160"/>
          </a:xfrm>
          <a:prstGeom prst="rect">
            <a:avLst/>
          </a:prstGeom>
          <a:solidFill>
            <a:srgbClr val="F8FAFC"/>
          </a:solidFill>
          <a:ln>
            <a:noFill/>
          </a:ln>
        </p:spPr>
      </p:sp>
      <p:sp>
        <p:nvSpPr>
          <p:cNvPr id="10008" name="Text 10008"/>
          <p:cNvSpPr txBox="1"/>
          <p:nvPr/>
        </p:nvSpPr>
        <p:spPr>
          <a:xfrm>
            <a:off x="3035808" y="1444752"/>
            <a:ext cx="1975104" cy="393192"/>
          </a:xfrm>
          <a:prstGeom prst="rect">
            <a:avLst/>
          </a:prstGeom>
          <a:noFill/>
          <a:ln>
            <a:noFill/>
          </a:ln>
        </p:spPr>
        <p:txBody>
          <a:bodyPr wrap="square" lIns="0" rIns="0" tIns="0" bIns="0"/>
          <a:lstStyle/>
          <a:p>
            <a:pPr>
              <a:lnSpc>
                <a:spcPct val="116000"/>
              </a:lnSpc>
            </a:pPr>
            <a:r>
              <a:rPr lang="en-US" sz="1700" b="1">
                <a:solidFill>
                  <a:srgbClr val="1E3D7D"/>
                </a:solidFill>
                <a:latin typeface="Arial"/>
              </a:rPr>
              <a:t>FastAPI backend</a:t>
            </a:r>
          </a:p>
        </p:txBody>
      </p:sp>
      <p:sp>
        <p:nvSpPr>
          <p:cNvPr id="10009" name="Text 10009"/>
          <p:cNvSpPr txBox="1"/>
          <p:nvPr/>
        </p:nvSpPr>
        <p:spPr>
          <a:xfrm>
            <a:off x="3035808" y="1901952"/>
            <a:ext cx="1975104" cy="685799"/>
          </a:xfrm>
          <a:prstGeom prst="rect">
            <a:avLst/>
          </a:prstGeom>
          <a:noFill/>
          <a:ln>
            <a:noFill/>
          </a:ln>
        </p:spPr>
        <p:txBody>
          <a:bodyPr wrap="square" lIns="0" rIns="0" tIns="0" bIns="0"/>
          <a:lstStyle/>
          <a:p>
            <a:pPr>
              <a:lnSpc>
                <a:spcPct val="116000"/>
              </a:lnSpc>
            </a:pPr>
            <a:r>
              <a:rPr lang="en-US" sz="1400" b="0">
                <a:solidFill>
                  <a:srgbClr val="334155"/>
                </a:solidFill>
                <a:latin typeface="Arial"/>
              </a:rPr>
              <a:t>Document endpoints</a:t>
            </a:r>
          </a:p>
          <a:p>
            <a:pPr>
              <a:lnSpc>
                <a:spcPct val="116000"/>
              </a:lnSpc>
            </a:pPr>
            <a:r>
              <a:rPr lang="en-US" sz="1400" b="0">
                <a:solidFill>
                  <a:srgbClr val="334155"/>
                </a:solidFill>
                <a:latin typeface="Arial"/>
              </a:rPr>
              <a:t>Ask / compare endpoints</a:t>
            </a:r>
          </a:p>
        </p:txBody>
      </p:sp>
      <p:sp>
        <p:nvSpPr>
          <p:cNvPr id="10010" name="Panel 10010"/>
          <p:cNvSpPr/>
          <p:nvPr/>
        </p:nvSpPr>
        <p:spPr>
          <a:xfrm>
            <a:off x="5486400" y="1353312"/>
            <a:ext cx="2468880" cy="1280160"/>
          </a:xfrm>
          <a:prstGeom prst="rect">
            <a:avLst/>
          </a:prstGeom>
          <a:solidFill>
            <a:srgbClr val="F8FAFC"/>
          </a:solidFill>
          <a:ln>
            <a:noFill/>
          </a:ln>
        </p:spPr>
      </p:sp>
      <p:sp>
        <p:nvSpPr>
          <p:cNvPr id="10011" name="Text 10011"/>
          <p:cNvSpPr txBox="1"/>
          <p:nvPr/>
        </p:nvSpPr>
        <p:spPr>
          <a:xfrm>
            <a:off x="5596128" y="1444752"/>
            <a:ext cx="2249424" cy="393192"/>
          </a:xfrm>
          <a:prstGeom prst="rect">
            <a:avLst/>
          </a:prstGeom>
          <a:noFill/>
          <a:ln>
            <a:noFill/>
          </a:ln>
        </p:spPr>
        <p:txBody>
          <a:bodyPr wrap="square" lIns="0" rIns="0" tIns="0" bIns="0"/>
          <a:lstStyle/>
          <a:p>
            <a:pPr>
              <a:lnSpc>
                <a:spcPct val="116000"/>
              </a:lnSpc>
            </a:pPr>
            <a:r>
              <a:rPr lang="en-US" sz="1700" b="1">
                <a:solidFill>
                  <a:srgbClr val="1E3D7D"/>
                </a:solidFill>
                <a:latin typeface="Arial"/>
              </a:rPr>
              <a:t>RAG + A / B / C</a:t>
            </a:r>
          </a:p>
        </p:txBody>
      </p:sp>
      <p:sp>
        <p:nvSpPr>
          <p:cNvPr id="10012" name="Text 10012"/>
          <p:cNvSpPr txBox="1"/>
          <p:nvPr/>
        </p:nvSpPr>
        <p:spPr>
          <a:xfrm>
            <a:off x="5596128" y="1901952"/>
            <a:ext cx="2249424" cy="685799"/>
          </a:xfrm>
          <a:prstGeom prst="rect">
            <a:avLst/>
          </a:prstGeom>
          <a:noFill/>
          <a:ln>
            <a:noFill/>
          </a:ln>
        </p:spPr>
        <p:txBody>
          <a:bodyPr wrap="square" lIns="0" rIns="0" tIns="0" bIns="0"/>
          <a:lstStyle/>
          <a:p>
            <a:pPr>
              <a:lnSpc>
                <a:spcPct val="116000"/>
              </a:lnSpc>
            </a:pPr>
            <a:r>
              <a:rPr lang="en-US" sz="1400" b="0">
                <a:solidFill>
                  <a:srgbClr val="334155"/>
                </a:solidFill>
                <a:latin typeface="Arial"/>
              </a:rPr>
              <a:t>Retrieve shared evidence</a:t>
            </a:r>
          </a:p>
          <a:p>
            <a:pPr>
              <a:lnSpc>
                <a:spcPct val="116000"/>
              </a:lnSpc>
            </a:pPr>
            <a:r>
              <a:rPr lang="en-US" sz="1400" b="0">
                <a:solidFill>
                  <a:srgbClr val="334155"/>
                </a:solidFill>
                <a:latin typeface="Arial"/>
              </a:rPr>
              <a:t>Apply selected defense</a:t>
            </a:r>
          </a:p>
        </p:txBody>
      </p:sp>
      <p:sp>
        <p:nvSpPr>
          <p:cNvPr id="10013" name="Panel 10013"/>
          <p:cNvSpPr/>
          <p:nvPr/>
        </p:nvSpPr>
        <p:spPr>
          <a:xfrm>
            <a:off x="8641080" y="1353312"/>
            <a:ext cx="3108960" cy="1280160"/>
          </a:xfrm>
          <a:prstGeom prst="rect">
            <a:avLst/>
          </a:prstGeom>
          <a:solidFill>
            <a:srgbClr val="FDF2F2"/>
          </a:solidFill>
          <a:ln>
            <a:noFill/>
          </a:ln>
        </p:spPr>
      </p:sp>
      <p:sp>
        <p:nvSpPr>
          <p:cNvPr id="10014" name="Text 10014"/>
          <p:cNvSpPr txBox="1"/>
          <p:nvPr/>
        </p:nvSpPr>
        <p:spPr>
          <a:xfrm>
            <a:off x="8750807" y="1444752"/>
            <a:ext cx="2889504" cy="393192"/>
          </a:xfrm>
          <a:prstGeom prst="rect">
            <a:avLst/>
          </a:prstGeom>
          <a:noFill/>
          <a:ln>
            <a:noFill/>
          </a:ln>
        </p:spPr>
        <p:txBody>
          <a:bodyPr wrap="square" lIns="0" rIns="0" tIns="0" bIns="0"/>
          <a:lstStyle/>
          <a:p>
            <a:pPr>
              <a:lnSpc>
                <a:spcPct val="116000"/>
              </a:lnSpc>
            </a:pPr>
            <a:r>
              <a:rPr lang="en-US" sz="1700" b="1">
                <a:solidFill>
                  <a:srgbClr val="1E3D7D"/>
                </a:solidFill>
                <a:latin typeface="Arial"/>
              </a:rPr>
              <a:t>Azure OpenAI · cloud</a:t>
            </a:r>
          </a:p>
        </p:txBody>
      </p:sp>
      <p:sp>
        <p:nvSpPr>
          <p:cNvPr id="10015" name="Text 10015"/>
          <p:cNvSpPr txBox="1"/>
          <p:nvPr/>
        </p:nvSpPr>
        <p:spPr>
          <a:xfrm>
            <a:off x="8750807" y="1901952"/>
            <a:ext cx="2889504" cy="685799"/>
          </a:xfrm>
          <a:prstGeom prst="rect">
            <a:avLst/>
          </a:prstGeom>
          <a:noFill/>
          <a:ln>
            <a:noFill/>
          </a:ln>
        </p:spPr>
        <p:txBody>
          <a:bodyPr wrap="square" lIns="0" rIns="0" tIns="0" bIns="0"/>
          <a:lstStyle/>
          <a:p>
            <a:pPr>
              <a:lnSpc>
                <a:spcPct val="116000"/>
              </a:lnSpc>
            </a:pPr>
            <a:r>
              <a:rPr lang="en-US" sz="1400" b="0">
                <a:solidFill>
                  <a:srgbClr val="334155"/>
                </a:solidFill>
                <a:latin typeface="Arial"/>
              </a:rPr>
              <a:t>gpt-5-mini answering</a:t>
            </a:r>
          </a:p>
          <a:p>
            <a:pPr>
              <a:lnSpc>
                <a:spcPct val="116000"/>
              </a:lnSpc>
            </a:pPr>
            <a:r>
              <a:rPr lang="en-US" sz="1400" b="0">
                <a:solidFill>
                  <a:srgbClr val="334155"/>
                </a:solidFill>
                <a:latin typeface="Arial"/>
              </a:rPr>
              <a:t>C screening; bounded calls</a:t>
            </a:r>
          </a:p>
        </p:txBody>
      </p:sp>
      <p:cxnSp>
        <p:nvCxnSpPr>
          <p:cNvPr id="10016" name="Data flow 10016"/>
          <p:cNvCxnSpPr/>
          <p:nvPr/>
        </p:nvCxnSpPr>
        <p:spPr>
          <a:xfrm flipH="0" flipV="0">
            <a:off x="2560320" y="1920240"/>
            <a:ext cx="365760" cy="0"/>
          </a:xfrm>
          <a:prstGeom prst="line">
            <a:avLst/>
          </a:prstGeom>
          <a:ln w="19050">
            <a:solidFill>
              <a:srgbClr val="E24048"/>
            </a:solidFill>
            <a:tailEnd type="triangle"/>
          </a:ln>
        </p:spPr>
      </p:cxnSp>
      <p:cxnSp>
        <p:nvCxnSpPr>
          <p:cNvPr id="10017" name="Data flow 10017"/>
          <p:cNvCxnSpPr/>
          <p:nvPr/>
        </p:nvCxnSpPr>
        <p:spPr>
          <a:xfrm flipH="0" flipV="0">
            <a:off x="5120640" y="1920240"/>
            <a:ext cx="365760" cy="0"/>
          </a:xfrm>
          <a:prstGeom prst="line">
            <a:avLst/>
          </a:prstGeom>
          <a:ln w="19050">
            <a:solidFill>
              <a:srgbClr val="E24048"/>
            </a:solidFill>
            <a:tailEnd type="triangle"/>
          </a:ln>
        </p:spPr>
      </p:cxnSp>
      <p:cxnSp>
        <p:nvCxnSpPr>
          <p:cNvPr id="10018" name="Data flow 10018"/>
          <p:cNvCxnSpPr/>
          <p:nvPr/>
        </p:nvCxnSpPr>
        <p:spPr>
          <a:xfrm flipH="0" flipV="0">
            <a:off x="7955279" y="1920240"/>
            <a:ext cx="685800" cy="0"/>
          </a:xfrm>
          <a:prstGeom prst="line">
            <a:avLst/>
          </a:prstGeom>
          <a:ln w="19050">
            <a:solidFill>
              <a:srgbClr val="E24048"/>
            </a:solidFill>
            <a:tailEnd type="triangle"/>
          </a:ln>
        </p:spPr>
      </p:cxnSp>
      <p:sp>
        <p:nvSpPr>
          <p:cNvPr id="10019" name="Panel 10019"/>
          <p:cNvSpPr/>
          <p:nvPr/>
        </p:nvSpPr>
        <p:spPr>
          <a:xfrm>
            <a:off x="411480" y="3108960"/>
            <a:ext cx="3017520" cy="1371600"/>
          </a:xfrm>
          <a:prstGeom prst="rect">
            <a:avLst/>
          </a:prstGeom>
          <a:solidFill>
            <a:srgbClr val="F8FAFC"/>
          </a:solidFill>
          <a:ln>
            <a:noFill/>
          </a:ln>
        </p:spPr>
      </p:sp>
      <p:sp>
        <p:nvSpPr>
          <p:cNvPr id="10020" name="Text 10020"/>
          <p:cNvSpPr txBox="1"/>
          <p:nvPr/>
        </p:nvSpPr>
        <p:spPr>
          <a:xfrm>
            <a:off x="521208" y="3200400"/>
            <a:ext cx="2798063" cy="393192"/>
          </a:xfrm>
          <a:prstGeom prst="rect">
            <a:avLst/>
          </a:prstGeom>
          <a:noFill/>
          <a:ln>
            <a:noFill/>
          </a:ln>
        </p:spPr>
        <p:txBody>
          <a:bodyPr wrap="square" lIns="0" rIns="0" tIns="0" bIns="0"/>
          <a:lstStyle/>
          <a:p>
            <a:pPr>
              <a:lnSpc>
                <a:spcPct val="116000"/>
              </a:lnSpc>
            </a:pPr>
            <a:r>
              <a:rPr lang="en-US" sz="1700" b="1">
                <a:solidFill>
                  <a:srgbClr val="1E3D7D"/>
                </a:solidFill>
                <a:latin typeface="Arial"/>
              </a:rPr>
              <a:t>Document ingestion</a:t>
            </a:r>
          </a:p>
        </p:txBody>
      </p:sp>
      <p:sp>
        <p:nvSpPr>
          <p:cNvPr id="10021" name="Text 10021"/>
          <p:cNvSpPr txBox="1"/>
          <p:nvPr/>
        </p:nvSpPr>
        <p:spPr>
          <a:xfrm>
            <a:off x="521208" y="3657600"/>
            <a:ext cx="2798063" cy="777240"/>
          </a:xfrm>
          <a:prstGeom prst="rect">
            <a:avLst/>
          </a:prstGeom>
          <a:noFill/>
          <a:ln>
            <a:noFill/>
          </a:ln>
        </p:spPr>
        <p:txBody>
          <a:bodyPr wrap="square" lIns="0" rIns="0" tIns="0" bIns="0"/>
          <a:lstStyle/>
          <a:p>
            <a:pPr>
              <a:lnSpc>
                <a:spcPct val="116000"/>
              </a:lnSpc>
            </a:pPr>
            <a:r>
              <a:rPr lang="en-US" sz="1400" b="0">
                <a:solidFill>
                  <a:srgbClr val="334155"/>
                </a:solidFill>
                <a:latin typeface="Arial"/>
              </a:rPr>
              <a:t>Parse → chunk → local CPU</a:t>
            </a:r>
          </a:p>
          <a:p>
            <a:pPr>
              <a:lnSpc>
                <a:spcPct val="116000"/>
              </a:lnSpc>
            </a:pPr>
            <a:r>
              <a:rPr lang="en-US" sz="1400" b="0">
                <a:solidFill>
                  <a:srgbClr val="334155"/>
                </a:solidFill>
                <a:latin typeface="Arial"/>
              </a:rPr>
              <a:t>SentenceTransformer embeddings</a:t>
            </a:r>
          </a:p>
        </p:txBody>
      </p:sp>
      <p:sp>
        <p:nvSpPr>
          <p:cNvPr id="10022" name="Panel 10022"/>
          <p:cNvSpPr/>
          <p:nvPr/>
        </p:nvSpPr>
        <p:spPr>
          <a:xfrm>
            <a:off x="3840480" y="3108960"/>
            <a:ext cx="2560320" cy="1371600"/>
          </a:xfrm>
          <a:prstGeom prst="rect">
            <a:avLst/>
          </a:prstGeom>
          <a:solidFill>
            <a:srgbClr val="F8FAFC"/>
          </a:solidFill>
          <a:ln>
            <a:noFill/>
          </a:ln>
        </p:spPr>
      </p:sp>
      <p:sp>
        <p:nvSpPr>
          <p:cNvPr id="10023" name="Text 10023"/>
          <p:cNvSpPr txBox="1"/>
          <p:nvPr/>
        </p:nvSpPr>
        <p:spPr>
          <a:xfrm>
            <a:off x="3950208" y="3200400"/>
            <a:ext cx="2340863" cy="393192"/>
          </a:xfrm>
          <a:prstGeom prst="rect">
            <a:avLst/>
          </a:prstGeom>
          <a:noFill/>
          <a:ln>
            <a:noFill/>
          </a:ln>
        </p:spPr>
        <p:txBody>
          <a:bodyPr wrap="square" lIns="0" rIns="0" tIns="0" bIns="0"/>
          <a:lstStyle/>
          <a:p>
            <a:pPr>
              <a:lnSpc>
                <a:spcPct val="116000"/>
              </a:lnSpc>
            </a:pPr>
            <a:r>
              <a:rPr lang="en-US" sz="1700" b="1">
                <a:solidFill>
                  <a:srgbClr val="1E3D7D"/>
                </a:solidFill>
                <a:latin typeface="Arial"/>
              </a:rPr>
              <a:t>Local storage</a:t>
            </a:r>
          </a:p>
        </p:txBody>
      </p:sp>
      <p:sp>
        <p:nvSpPr>
          <p:cNvPr id="10024" name="Text 10024"/>
          <p:cNvSpPr txBox="1"/>
          <p:nvPr/>
        </p:nvSpPr>
        <p:spPr>
          <a:xfrm>
            <a:off x="3950208" y="3657600"/>
            <a:ext cx="2340863" cy="777240"/>
          </a:xfrm>
          <a:prstGeom prst="rect">
            <a:avLst/>
          </a:prstGeom>
          <a:noFill/>
          <a:ln>
            <a:noFill/>
          </a:ln>
        </p:spPr>
        <p:txBody>
          <a:bodyPr wrap="square" lIns="0" rIns="0" tIns="0" bIns="0"/>
          <a:lstStyle/>
          <a:p>
            <a:pPr>
              <a:lnSpc>
                <a:spcPct val="116000"/>
              </a:lnSpc>
            </a:pPr>
            <a:r>
              <a:rPr lang="en-US" sz="1400" b="0">
                <a:solidFill>
                  <a:srgbClr val="334155"/>
                </a:solidFill>
                <a:latin typeface="Arial"/>
              </a:rPr>
              <a:t>Chroma: vector search</a:t>
            </a:r>
          </a:p>
          <a:p>
            <a:pPr>
              <a:lnSpc>
                <a:spcPct val="116000"/>
              </a:lnSpc>
            </a:pPr>
            <a:r>
              <a:rPr lang="en-US" sz="1400" b="0">
                <a:solidFill>
                  <a:srgbClr val="334155"/>
                </a:solidFill>
                <a:latin typeface="Arial"/>
              </a:rPr>
              <a:t>SQLite: document registry</a:t>
            </a:r>
          </a:p>
        </p:txBody>
      </p:sp>
      <p:sp>
        <p:nvSpPr>
          <p:cNvPr id="10025" name="Panel 10025"/>
          <p:cNvSpPr/>
          <p:nvPr/>
        </p:nvSpPr>
        <p:spPr>
          <a:xfrm>
            <a:off x="6995160" y="3108960"/>
            <a:ext cx="4754880" cy="1371600"/>
          </a:xfrm>
          <a:prstGeom prst="rect">
            <a:avLst/>
          </a:prstGeom>
          <a:solidFill>
            <a:srgbClr val="F8FAFC"/>
          </a:solidFill>
          <a:ln>
            <a:noFill/>
          </a:ln>
        </p:spPr>
      </p:sp>
      <p:sp>
        <p:nvSpPr>
          <p:cNvPr id="10026" name="Text 10026"/>
          <p:cNvSpPr txBox="1"/>
          <p:nvPr/>
        </p:nvSpPr>
        <p:spPr>
          <a:xfrm>
            <a:off x="7104888" y="3200400"/>
            <a:ext cx="4535424" cy="393192"/>
          </a:xfrm>
          <a:prstGeom prst="rect">
            <a:avLst/>
          </a:prstGeom>
          <a:noFill/>
          <a:ln>
            <a:noFill/>
          </a:ln>
        </p:spPr>
        <p:txBody>
          <a:bodyPr wrap="square" lIns="0" rIns="0" tIns="0" bIns="0"/>
          <a:lstStyle/>
          <a:p>
            <a:pPr>
              <a:lnSpc>
                <a:spcPct val="116000"/>
              </a:lnSpc>
            </a:pPr>
            <a:r>
              <a:rPr lang="en-US" sz="1700" b="1">
                <a:solidFill>
                  <a:srgbClr val="1E3D7D"/>
                </a:solidFill>
                <a:latin typeface="Arial"/>
              </a:rPr>
              <a:t>Validated response → user interface</a:t>
            </a:r>
          </a:p>
        </p:txBody>
      </p:sp>
      <p:sp>
        <p:nvSpPr>
          <p:cNvPr id="10027" name="Text 10027"/>
          <p:cNvSpPr txBox="1"/>
          <p:nvPr/>
        </p:nvSpPr>
        <p:spPr>
          <a:xfrm>
            <a:off x="7104888" y="3657600"/>
            <a:ext cx="4535424" cy="777240"/>
          </a:xfrm>
          <a:prstGeom prst="rect">
            <a:avLst/>
          </a:prstGeom>
          <a:noFill/>
          <a:ln>
            <a:noFill/>
          </a:ln>
        </p:spPr>
        <p:txBody>
          <a:bodyPr wrap="square" lIns="0" rIns="0" tIns="0" bIns="0"/>
          <a:lstStyle/>
          <a:p>
            <a:pPr>
              <a:lnSpc>
                <a:spcPct val="116000"/>
              </a:lnSpc>
            </a:pPr>
            <a:r>
              <a:rPr lang="en-US" sz="1400" b="0">
                <a:solidFill>
                  <a:srgbClr val="334155"/>
                </a:solidFill>
                <a:latin typeface="Arial"/>
              </a:rPr>
              <a:t>JSON schema + source-ID checks</a:t>
            </a:r>
          </a:p>
          <a:p>
            <a:pPr>
              <a:lnSpc>
                <a:spcPct val="116000"/>
              </a:lnSpc>
            </a:pPr>
            <a:r>
              <a:rPr lang="en-US" sz="1400" b="0">
                <a:solidFill>
                  <a:srgbClr val="334155"/>
                </a:solidFill>
                <a:latin typeface="Arial"/>
              </a:rPr>
              <a:t>C output check → answer, citations or block</a:t>
            </a:r>
          </a:p>
        </p:txBody>
      </p:sp>
      <p:cxnSp>
        <p:nvCxnSpPr>
          <p:cNvPr id="10028" name="Data flow 10028"/>
          <p:cNvCxnSpPr/>
          <p:nvPr/>
        </p:nvCxnSpPr>
        <p:spPr>
          <a:xfrm flipH="1" flipV="0">
            <a:off x="1920240" y="2633472"/>
            <a:ext cx="2057399" cy="475488"/>
          </a:xfrm>
          <a:prstGeom prst="line">
            <a:avLst/>
          </a:prstGeom>
          <a:ln w="19050">
            <a:solidFill>
              <a:srgbClr val="E24048"/>
            </a:solidFill>
            <a:tailEnd type="triangle"/>
          </a:ln>
        </p:spPr>
      </p:cxnSp>
      <p:cxnSp>
        <p:nvCxnSpPr>
          <p:cNvPr id="10029" name="Data flow 10029"/>
          <p:cNvCxnSpPr/>
          <p:nvPr/>
        </p:nvCxnSpPr>
        <p:spPr>
          <a:xfrm flipH="0" flipV="0">
            <a:off x="3429000" y="3749039"/>
            <a:ext cx="411480" cy="0"/>
          </a:xfrm>
          <a:prstGeom prst="line">
            <a:avLst/>
          </a:prstGeom>
          <a:ln w="19050">
            <a:solidFill>
              <a:srgbClr val="E24048"/>
            </a:solidFill>
            <a:tailEnd type="triangle"/>
          </a:ln>
        </p:spPr>
      </p:cxnSp>
      <p:cxnSp>
        <p:nvCxnSpPr>
          <p:cNvPr id="10030" name="Data flow 10030"/>
          <p:cNvCxnSpPr/>
          <p:nvPr/>
        </p:nvCxnSpPr>
        <p:spPr>
          <a:xfrm flipH="0" flipV="1">
            <a:off x="5852160" y="2633472"/>
            <a:ext cx="640079" cy="475488"/>
          </a:xfrm>
          <a:prstGeom prst="line">
            <a:avLst/>
          </a:prstGeom>
          <a:ln w="19050">
            <a:solidFill>
              <a:srgbClr val="E24048"/>
            </a:solidFill>
            <a:tailEnd type="triangle"/>
          </a:ln>
        </p:spPr>
      </p:cxnSp>
      <p:cxnSp>
        <p:nvCxnSpPr>
          <p:cNvPr id="10031" name="Data flow 10031"/>
          <p:cNvCxnSpPr/>
          <p:nvPr/>
        </p:nvCxnSpPr>
        <p:spPr>
          <a:xfrm flipH="0" flipV="0">
            <a:off x="10149840" y="2633472"/>
            <a:ext cx="0" cy="475488"/>
          </a:xfrm>
          <a:prstGeom prst="line">
            <a:avLst/>
          </a:prstGeom>
          <a:ln w="19050">
            <a:solidFill>
              <a:srgbClr val="E24048"/>
            </a:solidFill>
            <a:tailEnd type="triangle"/>
          </a:ln>
        </p:spPr>
      </p:cxnSp>
      <p:sp>
        <p:nvSpPr>
          <p:cNvPr id="10032" name="Panel 10032"/>
          <p:cNvSpPr/>
          <p:nvPr/>
        </p:nvSpPr>
        <p:spPr>
          <a:xfrm>
            <a:off x="411480" y="4892040"/>
            <a:ext cx="11338560" cy="1143000"/>
          </a:xfrm>
          <a:prstGeom prst="rect">
            <a:avLst/>
          </a:prstGeom>
          <a:solidFill>
            <a:srgbClr val="FDF2F2"/>
          </a:solidFill>
          <a:ln>
            <a:noFill/>
          </a:ln>
        </p:spPr>
      </p:sp>
      <p:sp>
        <p:nvSpPr>
          <p:cNvPr id="10033" name="Text 10033"/>
          <p:cNvSpPr txBox="1"/>
          <p:nvPr/>
        </p:nvSpPr>
        <p:spPr>
          <a:xfrm>
            <a:off x="576072" y="5010912"/>
            <a:ext cx="10972800" cy="320040"/>
          </a:xfrm>
          <a:prstGeom prst="rect">
            <a:avLst/>
          </a:prstGeom>
          <a:noFill/>
          <a:ln>
            <a:noFill/>
          </a:ln>
        </p:spPr>
        <p:txBody>
          <a:bodyPr wrap="square" lIns="0" rIns="0" tIns="0" bIns="0"/>
          <a:lstStyle/>
          <a:p>
            <a:pPr>
              <a:lnSpc>
                <a:spcPct val="116000"/>
              </a:lnSpc>
            </a:pPr>
            <a:r>
              <a:rPr lang="en-US" sz="1700" b="1">
                <a:solidFill>
                  <a:srgbClr val="1E3D7D"/>
                </a:solidFill>
                <a:latin typeface="Arial"/>
              </a:rPr>
              <a:t>LOCAL BENCHMARK AND REVIEW PATH</a:t>
            </a:r>
          </a:p>
        </p:txBody>
      </p:sp>
      <p:sp>
        <p:nvSpPr>
          <p:cNvPr id="10034" name="Text 10034"/>
          <p:cNvSpPr txBox="1"/>
          <p:nvPr/>
        </p:nvSpPr>
        <p:spPr>
          <a:xfrm>
            <a:off x="576072" y="5431536"/>
            <a:ext cx="10972800" cy="502920"/>
          </a:xfrm>
          <a:prstGeom prst="rect">
            <a:avLst/>
          </a:prstGeom>
          <a:noFill/>
          <a:ln>
            <a:noFill/>
          </a:ln>
        </p:spPr>
        <p:txBody>
          <a:bodyPr wrap="square" lIns="0" rIns="0" tIns="0" bIns="0"/>
          <a:lstStyle/>
          <a:p>
            <a:pPr>
              <a:lnSpc>
                <a:spcPct val="116000"/>
              </a:lnSpc>
            </a:pPr>
            <a:r>
              <a:rPr lang="en-US" sz="1600" b="0">
                <a:solidFill>
                  <a:srgbClr val="334155"/>
                </a:solidFill>
                <a:latin typeface="Arial"/>
              </a:rPr>
              <a:t>47 cases + fixture docs → frozen retrieval → A/B/C → saved CSV → scoring + human review → metrics</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3" name="Shape 2763"/>
        <p:cNvGrpSpPr/>
        <p:nvPr/>
      </p:nvGrpSpPr>
      <p:grpSpPr>
        <a:xfrm>
          <a:off x="0" y="0"/>
          <a:ext cx="0" cy="0"/>
          <a:chOff x="0" y="0"/>
          <a:chExt cx="0" cy="0"/>
        </a:xfrm>
      </p:grpSpPr>
      <p:cxnSp>
        <p:nvCxnSpPr>
          <p:cNvPr id="2765" name="Google Shape;2765;p8"/>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766" name="Google Shape;2766;p8"/>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pic>
        <p:nvPicPr>
          <p:cNvPr id="2767" name="Google Shape;2767;p8"/>
          <p:cNvPicPr preferRelativeResize="0"/>
          <p:nvPr/>
        </p:nvPicPr>
        <p:blipFill rotWithShape="1">
          <a:blip r:embed="rId3">
            <a:alphaModFix/>
          </a:blip>
          <a:srcRect b="0" l="0" r="0" t="0"/>
          <a:stretch/>
        </p:blipFill>
        <p:spPr>
          <a:xfrm>
            <a:off x="11324230" y="6360462"/>
            <a:ext cx="601069" cy="318213"/>
          </a:xfrm>
          <a:prstGeom prst="rect">
            <a:avLst/>
          </a:prstGeom>
          <a:noFill/>
          <a:ln>
            <a:noFill/>
          </a:ln>
        </p:spPr>
      </p:pic>
      <p:sp>
        <p:nvSpPr>
          <p:cNvPr id="10001" name="Text 10001"/>
          <p:cNvSpPr txBox="1"/>
          <p:nvPr/>
        </p:nvSpPr>
        <p:spPr>
          <a:xfrm>
            <a:off x="347472" y="118872"/>
            <a:ext cx="11338560" cy="548640"/>
          </a:xfrm>
          <a:prstGeom prst="rect">
            <a:avLst/>
          </a:prstGeom>
          <a:noFill/>
          <a:ln>
            <a:noFill/>
          </a:ln>
        </p:spPr>
        <p:txBody>
          <a:bodyPr wrap="square" lIns="0" rIns="0" tIns="0" bIns="0"/>
          <a:lstStyle/>
          <a:p>
            <a:pPr>
              <a:lnSpc>
                <a:spcPct val="116000"/>
              </a:lnSpc>
            </a:pPr>
            <a:r>
              <a:rPr lang="en-US" sz="2800" b="1">
                <a:solidFill>
                  <a:srgbClr val="1E3D7D"/>
                </a:solidFill>
                <a:latin typeface="Arial"/>
              </a:rPr>
              <a:t>Documents and test cases: different roles</a:t>
            </a:r>
          </a:p>
        </p:txBody>
      </p:sp>
      <p:sp>
        <p:nvSpPr>
          <p:cNvPr id="10002" name="Text 10002"/>
          <p:cNvSpPr txBox="1"/>
          <p:nvPr/>
        </p:nvSpPr>
        <p:spPr>
          <a:xfrm>
            <a:off x="265176" y="6556248"/>
            <a:ext cx="457200" cy="182880"/>
          </a:xfrm>
          <a:prstGeom prst="rect">
            <a:avLst/>
          </a:prstGeom>
          <a:noFill/>
          <a:ln>
            <a:noFill/>
          </a:ln>
        </p:spPr>
        <p:txBody>
          <a:bodyPr wrap="square" lIns="0" rIns="0" tIns="0" bIns="0"/>
          <a:lstStyle/>
          <a:p>
            <a:pPr>
              <a:lnSpc>
                <a:spcPct val="116000"/>
              </a:lnSpc>
            </a:pPr>
            <a:r>
              <a:rPr lang="en-US" sz="900" b="0">
                <a:solidFill>
                  <a:srgbClr val="334155"/>
                </a:solidFill>
                <a:latin typeface="Arial"/>
              </a:rPr>
              <a:t>4</a:t>
            </a:r>
          </a:p>
        </p:txBody>
      </p:sp>
      <p:sp>
        <p:nvSpPr>
          <p:cNvPr id="10003" name="Panel 10003"/>
          <p:cNvSpPr/>
          <p:nvPr/>
        </p:nvSpPr>
        <p:spPr>
          <a:xfrm>
            <a:off x="411480" y="1097280"/>
            <a:ext cx="5486400" cy="4434840"/>
          </a:xfrm>
          <a:prstGeom prst="rect">
            <a:avLst/>
          </a:prstGeom>
          <a:solidFill>
            <a:srgbClr val="F8FAFC"/>
          </a:solidFill>
          <a:ln>
            <a:noFill/>
          </a:ln>
        </p:spPr>
      </p:sp>
      <p:sp>
        <p:nvSpPr>
          <p:cNvPr id="10004" name="Panel 10004"/>
          <p:cNvSpPr/>
          <p:nvPr/>
        </p:nvSpPr>
        <p:spPr>
          <a:xfrm>
            <a:off x="411480" y="1097280"/>
            <a:ext cx="41148" cy="4434840"/>
          </a:xfrm>
          <a:prstGeom prst="rect">
            <a:avLst/>
          </a:prstGeom>
          <a:solidFill>
            <a:srgbClr val="E24048"/>
          </a:solidFill>
          <a:ln>
            <a:noFill/>
          </a:ln>
        </p:spPr>
      </p:sp>
      <p:sp>
        <p:nvSpPr>
          <p:cNvPr id="10005" name="Text 10005"/>
          <p:cNvSpPr txBox="1"/>
          <p:nvPr/>
        </p:nvSpPr>
        <p:spPr>
          <a:xfrm>
            <a:off x="576072" y="1243584"/>
            <a:ext cx="5157216" cy="502920"/>
          </a:xfrm>
          <a:prstGeom prst="rect">
            <a:avLst/>
          </a:prstGeom>
          <a:noFill/>
          <a:ln>
            <a:noFill/>
          </a:ln>
        </p:spPr>
        <p:txBody>
          <a:bodyPr wrap="square" lIns="0" rIns="0" tIns="0" bIns="0"/>
          <a:lstStyle/>
          <a:p>
            <a:pPr>
              <a:lnSpc>
                <a:spcPct val="116000"/>
              </a:lnSpc>
            </a:pPr>
            <a:r>
              <a:rPr lang="en-US" sz="2200" b="1">
                <a:solidFill>
                  <a:srgbClr val="1E3D7D"/>
                </a:solidFill>
                <a:latin typeface="Arial"/>
              </a:rPr>
              <a:t>45 synthetic documents</a:t>
            </a:r>
          </a:p>
        </p:txBody>
      </p:sp>
      <p:sp>
        <p:nvSpPr>
          <p:cNvPr id="10006" name="Text 10006"/>
          <p:cNvSpPr txBox="1"/>
          <p:nvPr/>
        </p:nvSpPr>
        <p:spPr>
          <a:xfrm>
            <a:off x="576072" y="1874519"/>
            <a:ext cx="5157216" cy="3520439"/>
          </a:xfrm>
          <a:prstGeom prst="rect">
            <a:avLst/>
          </a:prstGeom>
          <a:noFill/>
          <a:ln>
            <a:noFill/>
          </a:ln>
        </p:spPr>
        <p:txBody>
          <a:bodyPr wrap="square" lIns="0" rIns="0" tIns="0" bIns="0"/>
          <a:lstStyle/>
          <a:p>
            <a:pPr>
              <a:lnSpc>
                <a:spcPct val="116000"/>
              </a:lnSpc>
            </a:pPr>
            <a:r>
              <a:rPr lang="en-US" sz="1900" b="0">
                <a:solidFill>
                  <a:srgbClr val="334155"/>
                </a:solidFill>
                <a:latin typeface="Arial"/>
              </a:rPr>
              <a:t>Source of business facts and citations.</a:t>
            </a:r>
          </a:p>
          <a:p>
            <a:pPr>
              <a:lnSpc>
                <a:spcPct val="116000"/>
              </a:lnSpc>
            </a:pPr>
            <a:r>
              <a:rPr lang="en-US" sz="1900" b="0">
                <a:solidFill>
                  <a:srgbClr val="334155"/>
                </a:solidFill>
                <a:latin typeface="Arial"/>
              </a:rPr>
              <a:t>Some contain attacks or conflicting policies.</a:t>
            </a:r>
          </a:p>
          <a:p>
            <a:pPr>
              <a:lnSpc>
                <a:spcPct val="116000"/>
              </a:lnSpc>
            </a:pPr>
            <a:r>
              <a:rPr lang="en-US" sz="1900" b="0">
                <a:solidFill>
                  <a:srgbClr val="334155"/>
                </a:solidFill>
                <a:latin typeface="Arial"/>
              </a:rPr>
              <a:t>Examples: leave, onboarding, expenses and IT</a:t>
            </a:r>
          </a:p>
          <a:p>
            <a:pPr>
              <a:lnSpc>
                <a:spcPct val="116000"/>
              </a:lnSpc>
            </a:pPr>
            <a:r>
              <a:rPr lang="en-US" sz="1900" b="0">
                <a:solidFill>
                  <a:srgbClr val="334155"/>
                </a:solidFill>
                <a:latin typeface="Arial"/>
              </a:rPr>
              <a:t>support.</a:t>
            </a:r>
          </a:p>
          <a:p>
            <a:pPr>
              <a:lnSpc>
                <a:spcPct val="116000"/>
              </a:lnSpc>
            </a:pPr>
            <a:r>
              <a:rPr lang="en-US" sz="1900" b="0">
                <a:solidFill>
                  <a:srgbClr val="334155"/>
                </a:solidFill>
                <a:latin typeface="Arial"/>
              </a:rPr>
              <a:t>Active files:</a:t>
            </a:r>
          </a:p>
          <a:p>
            <a:pPr>
              <a:lnSpc>
                <a:spcPct val="116000"/>
              </a:lnSpc>
            </a:pPr>
            <a:r>
              <a:rPr lang="en-US" sz="1900" b="0">
                <a:solidFill>
                  <a:srgbClr val="334155"/>
                </a:solidFill>
                <a:latin typeface="Arial"/>
              </a:rPr>
              <a:t>backend/benchmark_v3/documents/</a:t>
            </a:r>
          </a:p>
        </p:txBody>
      </p:sp>
      <p:sp>
        <p:nvSpPr>
          <p:cNvPr id="10007" name="Panel 10007"/>
          <p:cNvSpPr/>
          <p:nvPr/>
        </p:nvSpPr>
        <p:spPr>
          <a:xfrm>
            <a:off x="6172200" y="1097280"/>
            <a:ext cx="5577840" cy="4434840"/>
          </a:xfrm>
          <a:prstGeom prst="rect">
            <a:avLst/>
          </a:prstGeom>
          <a:solidFill>
            <a:srgbClr val="F8FAFC"/>
          </a:solidFill>
          <a:ln>
            <a:noFill/>
          </a:ln>
        </p:spPr>
      </p:sp>
      <p:sp>
        <p:nvSpPr>
          <p:cNvPr id="10008" name="Panel 10008"/>
          <p:cNvSpPr/>
          <p:nvPr/>
        </p:nvSpPr>
        <p:spPr>
          <a:xfrm>
            <a:off x="6172200" y="1097280"/>
            <a:ext cx="41148" cy="4434840"/>
          </a:xfrm>
          <a:prstGeom prst="rect">
            <a:avLst/>
          </a:prstGeom>
          <a:solidFill>
            <a:srgbClr val="E24048"/>
          </a:solidFill>
          <a:ln>
            <a:noFill/>
          </a:ln>
        </p:spPr>
      </p:sp>
      <p:sp>
        <p:nvSpPr>
          <p:cNvPr id="10009" name="Text 10009"/>
          <p:cNvSpPr txBox="1"/>
          <p:nvPr/>
        </p:nvSpPr>
        <p:spPr>
          <a:xfrm>
            <a:off x="6336792" y="1243584"/>
            <a:ext cx="5248655" cy="502920"/>
          </a:xfrm>
          <a:prstGeom prst="rect">
            <a:avLst/>
          </a:prstGeom>
          <a:noFill/>
          <a:ln>
            <a:noFill/>
          </a:ln>
        </p:spPr>
        <p:txBody>
          <a:bodyPr wrap="square" lIns="0" rIns="0" tIns="0" bIns="0"/>
          <a:lstStyle/>
          <a:p>
            <a:pPr>
              <a:lnSpc>
                <a:spcPct val="116000"/>
              </a:lnSpc>
            </a:pPr>
            <a:r>
              <a:rPr lang="en-US" sz="2200" b="1">
                <a:solidFill>
                  <a:srgbClr val="1E3D7D"/>
                </a:solidFill>
                <a:latin typeface="Arial"/>
              </a:rPr>
              <a:t>47 test cases</a:t>
            </a:r>
          </a:p>
        </p:txBody>
      </p:sp>
      <p:sp>
        <p:nvSpPr>
          <p:cNvPr id="10010" name="Text 10010"/>
          <p:cNvSpPr txBox="1"/>
          <p:nvPr/>
        </p:nvSpPr>
        <p:spPr>
          <a:xfrm>
            <a:off x="6336792" y="1874519"/>
            <a:ext cx="5248655" cy="3520439"/>
          </a:xfrm>
          <a:prstGeom prst="rect">
            <a:avLst/>
          </a:prstGeom>
          <a:noFill/>
          <a:ln>
            <a:noFill/>
          </a:ln>
        </p:spPr>
        <p:txBody>
          <a:bodyPr wrap="square" lIns="0" rIns="0" tIns="0" bIns="0"/>
          <a:lstStyle/>
          <a:p>
            <a:pPr>
              <a:lnSpc>
                <a:spcPct val="116000"/>
              </a:lnSpc>
            </a:pPr>
            <a:r>
              <a:rPr lang="en-US" sz="1900" b="0">
                <a:solidFill>
                  <a:srgbClr val="334155"/>
                </a:solidFill>
                <a:latin typeface="Arial"/>
              </a:rPr>
              <a:t>21 benign + 26 adversarial</a:t>
            </a:r>
          </a:p>
          <a:p>
            <a:pPr>
              <a:lnSpc>
                <a:spcPct val="116000"/>
              </a:lnSpc>
            </a:pPr>
            <a:r>
              <a:rPr lang="en-US" sz="1900" b="0">
                <a:solidFill>
                  <a:srgbClr val="334155"/>
                </a:solidFill>
                <a:latin typeface="Arial"/>
              </a:rPr>
              <a:t>Attacks: 21 indirect + 5 direct</a:t>
            </a:r>
          </a:p>
          <a:p>
            <a:pPr>
              <a:lnSpc>
                <a:spcPct val="116000"/>
              </a:lnSpc>
            </a:pPr>
            <a:r>
              <a:rPr lang="en-US" sz="1900" b="0">
                <a:solidFill>
                  <a:srgbClr val="334155"/>
                </a:solidFill>
                <a:latin typeface="Arial"/>
              </a:rPr>
              <a:t>Each case defines a question, fixture files,</a:t>
            </a:r>
          </a:p>
          <a:p>
            <a:pPr>
              <a:lnSpc>
                <a:spcPct val="116000"/>
              </a:lnSpc>
            </a:pPr>
            <a:r>
              <a:rPr lang="en-US" sz="1900" b="0">
                <a:solidFill>
                  <a:srgbClr val="334155"/>
                </a:solidFill>
                <a:latin typeface="Arial"/>
              </a:rPr>
              <a:t>expected task and attack objective.</a:t>
            </a:r>
          </a:p>
          <a:p>
            <a:pPr>
              <a:lnSpc>
                <a:spcPct val="116000"/>
              </a:lnSpc>
            </a:pPr>
            <a:r>
              <a:rPr lang="en-US" sz="1900" b="0">
                <a:solidFill>
                  <a:srgbClr val="334155"/>
                </a:solidFill>
                <a:latin typeface="Arial"/>
              </a:rPr>
              <a:t>47 cases × 3 modes = 141 rows</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3" name="Shape 2763"/>
        <p:cNvGrpSpPr/>
        <p:nvPr/>
      </p:nvGrpSpPr>
      <p:grpSpPr>
        <a:xfrm>
          <a:off x="0" y="0"/>
          <a:ext cx="0" cy="0"/>
          <a:chOff x="0" y="0"/>
          <a:chExt cx="0" cy="0"/>
        </a:xfrm>
      </p:grpSpPr>
      <p:cxnSp>
        <p:nvCxnSpPr>
          <p:cNvPr id="2765" name="Google Shape;2765;p8"/>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766" name="Google Shape;2766;p8"/>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pic>
        <p:nvPicPr>
          <p:cNvPr id="2767" name="Google Shape;2767;p8"/>
          <p:cNvPicPr preferRelativeResize="0"/>
          <p:nvPr/>
        </p:nvPicPr>
        <p:blipFill rotWithShape="1">
          <a:blip r:embed="rId3">
            <a:alphaModFix/>
          </a:blip>
          <a:srcRect b="0" l="0" r="0" t="0"/>
          <a:stretch/>
        </p:blipFill>
        <p:spPr>
          <a:xfrm>
            <a:off x="11324230" y="6360462"/>
            <a:ext cx="601069" cy="318213"/>
          </a:xfrm>
          <a:prstGeom prst="rect">
            <a:avLst/>
          </a:prstGeom>
          <a:noFill/>
          <a:ln>
            <a:noFill/>
          </a:ln>
        </p:spPr>
      </p:pic>
      <p:sp>
        <p:nvSpPr>
          <p:cNvPr id="10001" name="Text 10001"/>
          <p:cNvSpPr txBox="1"/>
          <p:nvPr/>
        </p:nvSpPr>
        <p:spPr>
          <a:xfrm>
            <a:off x="347472" y="118872"/>
            <a:ext cx="11338560" cy="548640"/>
          </a:xfrm>
          <a:prstGeom prst="rect">
            <a:avLst/>
          </a:prstGeom>
          <a:noFill/>
          <a:ln>
            <a:noFill/>
          </a:ln>
        </p:spPr>
        <p:txBody>
          <a:bodyPr wrap="square" lIns="0" rIns="0" tIns="0" bIns="0"/>
          <a:lstStyle/>
          <a:p>
            <a:pPr>
              <a:lnSpc>
                <a:spcPct val="116000"/>
              </a:lnSpc>
            </a:pPr>
            <a:r>
              <a:rPr lang="en-US" sz="2800" b="1">
                <a:solidFill>
                  <a:srgbClr val="1E3D7D"/>
                </a:solidFill>
                <a:latin typeface="Arial"/>
              </a:rPr>
              <a:t>What differs between A, B and C?</a:t>
            </a:r>
          </a:p>
        </p:txBody>
      </p:sp>
      <p:sp>
        <p:nvSpPr>
          <p:cNvPr id="10002" name="Text 10002"/>
          <p:cNvSpPr txBox="1"/>
          <p:nvPr/>
        </p:nvSpPr>
        <p:spPr>
          <a:xfrm>
            <a:off x="265176" y="6556248"/>
            <a:ext cx="457200" cy="182880"/>
          </a:xfrm>
          <a:prstGeom prst="rect">
            <a:avLst/>
          </a:prstGeom>
          <a:noFill/>
          <a:ln>
            <a:noFill/>
          </a:ln>
        </p:spPr>
        <p:txBody>
          <a:bodyPr wrap="square" lIns="0" rIns="0" tIns="0" bIns="0"/>
          <a:lstStyle/>
          <a:p>
            <a:pPr>
              <a:lnSpc>
                <a:spcPct val="116000"/>
              </a:lnSpc>
            </a:pPr>
            <a:r>
              <a:rPr lang="en-US" sz="900" b="0">
                <a:solidFill>
                  <a:srgbClr val="334155"/>
                </a:solidFill>
                <a:latin typeface="Arial"/>
              </a:rPr>
              <a:t>5</a:t>
            </a:r>
          </a:p>
        </p:txBody>
      </p:sp>
      <p:sp>
        <p:nvSpPr>
          <p:cNvPr id="10003" name="Panel 10003"/>
          <p:cNvSpPr/>
          <p:nvPr/>
        </p:nvSpPr>
        <p:spPr>
          <a:xfrm>
            <a:off x="411480" y="1097280"/>
            <a:ext cx="3657600" cy="4754880"/>
          </a:xfrm>
          <a:prstGeom prst="rect">
            <a:avLst/>
          </a:prstGeom>
          <a:solidFill>
            <a:srgbClr val="F8FAFC"/>
          </a:solidFill>
          <a:ln>
            <a:noFill/>
          </a:ln>
        </p:spPr>
      </p:sp>
      <p:sp>
        <p:nvSpPr>
          <p:cNvPr id="10004" name="Panel 10004"/>
          <p:cNvSpPr/>
          <p:nvPr/>
        </p:nvSpPr>
        <p:spPr>
          <a:xfrm>
            <a:off x="411480" y="1097280"/>
            <a:ext cx="41148" cy="4754880"/>
          </a:xfrm>
          <a:prstGeom prst="rect">
            <a:avLst/>
          </a:prstGeom>
          <a:solidFill>
            <a:srgbClr val="E24048"/>
          </a:solidFill>
          <a:ln>
            <a:noFill/>
          </a:ln>
        </p:spPr>
      </p:sp>
      <p:sp>
        <p:nvSpPr>
          <p:cNvPr id="10005" name="Text 10005"/>
          <p:cNvSpPr txBox="1"/>
          <p:nvPr/>
        </p:nvSpPr>
        <p:spPr>
          <a:xfrm>
            <a:off x="576072" y="1243584"/>
            <a:ext cx="3328416" cy="502920"/>
          </a:xfrm>
          <a:prstGeom prst="rect">
            <a:avLst/>
          </a:prstGeom>
          <a:noFill/>
          <a:ln>
            <a:noFill/>
          </a:ln>
        </p:spPr>
        <p:txBody>
          <a:bodyPr wrap="square" lIns="0" rIns="0" tIns="0" bIns="0"/>
          <a:lstStyle/>
          <a:p>
            <a:pPr>
              <a:lnSpc>
                <a:spcPct val="116000"/>
              </a:lnSpc>
            </a:pPr>
            <a:r>
              <a:rPr lang="en-US" sz="2200" b="1">
                <a:solidFill>
                  <a:srgbClr val="1E3D7D"/>
                </a:solidFill>
                <a:latin typeface="Arial"/>
              </a:rPr>
              <a:t>A Grounded baseline</a:t>
            </a:r>
          </a:p>
        </p:txBody>
      </p:sp>
      <p:sp>
        <p:nvSpPr>
          <p:cNvPr id="10006" name="Text 10006"/>
          <p:cNvSpPr txBox="1"/>
          <p:nvPr/>
        </p:nvSpPr>
        <p:spPr>
          <a:xfrm>
            <a:off x="576072" y="1874519"/>
            <a:ext cx="3328416" cy="3840480"/>
          </a:xfrm>
          <a:prstGeom prst="rect">
            <a:avLst/>
          </a:prstGeom>
          <a:noFill/>
          <a:ln>
            <a:noFill/>
          </a:ln>
        </p:spPr>
        <p:txBody>
          <a:bodyPr wrap="square" lIns="0" rIns="0" tIns="0" bIns="0"/>
          <a:lstStyle/>
          <a:p>
            <a:pPr>
              <a:lnSpc>
                <a:spcPct val="116000"/>
              </a:lnSpc>
            </a:pPr>
            <a:r>
              <a:rPr lang="en-US" sz="1900" b="0">
                <a:solidFill>
                  <a:srgbClr val="334155"/>
                </a:solidFill>
                <a:latin typeface="Arial"/>
              </a:rPr>
              <a:t>Answer from evidence.</a:t>
            </a:r>
          </a:p>
          <a:p>
            <a:pPr>
              <a:lnSpc>
                <a:spcPct val="116000"/>
              </a:lnSpc>
            </a:pPr>
            <a:r>
              <a:rPr lang="en-US" sz="1900" b="0">
                <a:solidFill>
                  <a:srgbClr val="334155"/>
                </a:solidFill>
                <a:latin typeface="Arial"/>
              </a:rPr>
              <a:t>Cite sources; abstain when</a:t>
            </a:r>
          </a:p>
          <a:p>
            <a:pPr>
              <a:lnSpc>
                <a:spcPct val="116000"/>
              </a:lnSpc>
            </a:pPr>
            <a:r>
              <a:rPr lang="en-US" sz="1900" b="0">
                <a:solidFill>
                  <a:srgbClr val="334155"/>
                </a:solidFill>
                <a:latin typeface="Arial"/>
              </a:rPr>
              <a:t>evidence is insufficient.</a:t>
            </a:r>
          </a:p>
          <a:p>
            <a:pPr>
              <a:lnSpc>
                <a:spcPct val="116000"/>
              </a:lnSpc>
            </a:pPr>
            <a:r>
              <a:rPr lang="en-US" sz="1900" b="0">
                <a:solidFill>
                  <a:srgbClr val="334155"/>
                </a:solidFill>
                <a:latin typeface="Arial"/>
              </a:rPr>
              <a:t>Disclose unresolved conflicts.</a:t>
            </a:r>
          </a:p>
          <a:p>
            <a:pPr>
              <a:lnSpc>
                <a:spcPct val="116000"/>
              </a:lnSpc>
            </a:pPr>
            <a:r>
              <a:rPr lang="en-US" sz="1900" b="0">
                <a:solidFill>
                  <a:srgbClr val="334155"/>
                </a:solidFill>
                <a:latin typeface="Arial"/>
              </a:rPr>
              <a:t>Shared sensitive-data policy.</a:t>
            </a:r>
          </a:p>
        </p:txBody>
      </p:sp>
      <p:sp>
        <p:nvSpPr>
          <p:cNvPr id="10007" name="Panel 10007"/>
          <p:cNvSpPr/>
          <p:nvPr/>
        </p:nvSpPr>
        <p:spPr>
          <a:xfrm>
            <a:off x="4251960" y="1097280"/>
            <a:ext cx="3657600" cy="4754880"/>
          </a:xfrm>
          <a:prstGeom prst="rect">
            <a:avLst/>
          </a:prstGeom>
          <a:solidFill>
            <a:srgbClr val="F8FAFC"/>
          </a:solidFill>
          <a:ln>
            <a:noFill/>
          </a:ln>
        </p:spPr>
      </p:sp>
      <p:sp>
        <p:nvSpPr>
          <p:cNvPr id="10008" name="Panel 10008"/>
          <p:cNvSpPr/>
          <p:nvPr/>
        </p:nvSpPr>
        <p:spPr>
          <a:xfrm>
            <a:off x="4251960" y="1097280"/>
            <a:ext cx="41148" cy="4754880"/>
          </a:xfrm>
          <a:prstGeom prst="rect">
            <a:avLst/>
          </a:prstGeom>
          <a:solidFill>
            <a:srgbClr val="E24048"/>
          </a:solidFill>
          <a:ln>
            <a:noFill/>
          </a:ln>
        </p:spPr>
      </p:sp>
      <p:sp>
        <p:nvSpPr>
          <p:cNvPr id="10009" name="Text 10009"/>
          <p:cNvSpPr txBox="1"/>
          <p:nvPr/>
        </p:nvSpPr>
        <p:spPr>
          <a:xfrm>
            <a:off x="4416552" y="1243584"/>
            <a:ext cx="3328416" cy="502920"/>
          </a:xfrm>
          <a:prstGeom prst="rect">
            <a:avLst/>
          </a:prstGeom>
          <a:noFill/>
          <a:ln>
            <a:noFill/>
          </a:ln>
        </p:spPr>
        <p:txBody>
          <a:bodyPr wrap="square" lIns="0" rIns="0" tIns="0" bIns="0"/>
          <a:lstStyle/>
          <a:p>
            <a:pPr>
              <a:lnSpc>
                <a:spcPct val="116000"/>
              </a:lnSpc>
            </a:pPr>
            <a:r>
              <a:rPr lang="en-US" sz="2200" b="1">
                <a:solidFill>
                  <a:srgbClr val="1E3D7D"/>
                </a:solidFill>
                <a:latin typeface="Arial"/>
              </a:rPr>
              <a:t>B Instruction separation</a:t>
            </a:r>
          </a:p>
        </p:txBody>
      </p:sp>
      <p:sp>
        <p:nvSpPr>
          <p:cNvPr id="10010" name="Text 10010"/>
          <p:cNvSpPr txBox="1"/>
          <p:nvPr/>
        </p:nvSpPr>
        <p:spPr>
          <a:xfrm>
            <a:off x="4416552" y="1874519"/>
            <a:ext cx="3328416" cy="3840480"/>
          </a:xfrm>
          <a:prstGeom prst="rect">
            <a:avLst/>
          </a:prstGeom>
          <a:noFill/>
          <a:ln>
            <a:noFill/>
          </a:ln>
        </p:spPr>
        <p:txBody>
          <a:bodyPr wrap="square" lIns="0" rIns="0" tIns="0" bIns="0"/>
          <a:lstStyle/>
          <a:p>
            <a:pPr>
              <a:lnSpc>
                <a:spcPct val="116000"/>
              </a:lnSpc>
            </a:pPr>
            <a:r>
              <a:rPr lang="en-US" sz="1900" b="0">
                <a:solidFill>
                  <a:srgbClr val="334155"/>
                </a:solidFill>
                <a:latin typeface="Arial"/>
              </a:rPr>
              <a:t>All baseline requirements.</a:t>
            </a:r>
          </a:p>
          <a:p>
            <a:pPr>
              <a:lnSpc>
                <a:spcPct val="116000"/>
              </a:lnSpc>
            </a:pPr>
            <a:r>
              <a:rPr lang="en-US" sz="1900" b="0">
                <a:solidFill>
                  <a:srgbClr val="334155"/>
                </a:solidFill>
                <a:latin typeface="Arial"/>
              </a:rPr>
              <a:t>Separate trusted application</a:t>
            </a:r>
          </a:p>
          <a:p>
            <a:pPr>
              <a:lnSpc>
                <a:spcPct val="116000"/>
              </a:lnSpc>
            </a:pPr>
            <a:r>
              <a:rPr lang="en-US" sz="1900" b="0">
                <a:solidFill>
                  <a:srgbClr val="334155"/>
                </a:solidFill>
                <a:latin typeface="Arial"/>
              </a:rPr>
              <a:t>rules from untrusted questions</a:t>
            </a:r>
          </a:p>
          <a:p>
            <a:pPr>
              <a:lnSpc>
                <a:spcPct val="116000"/>
              </a:lnSpc>
            </a:pPr>
            <a:r>
              <a:rPr lang="en-US" sz="1900" b="0">
                <a:solidFill>
                  <a:srgbClr val="334155"/>
                </a:solidFill>
                <a:latin typeface="Arial"/>
              </a:rPr>
              <a:t>and documents.</a:t>
            </a:r>
          </a:p>
          <a:p>
            <a:pPr>
              <a:lnSpc>
                <a:spcPct val="116000"/>
              </a:lnSpc>
            </a:pPr>
            <a:r>
              <a:rPr lang="en-US" sz="1900" b="0">
                <a:solidFill>
                  <a:srgbClr val="334155"/>
                </a:solidFill>
                <a:latin typeface="Arial"/>
              </a:rPr>
              <a:t>Treat source instructions as</a:t>
            </a:r>
          </a:p>
          <a:p>
            <a:pPr>
              <a:lnSpc>
                <a:spcPct val="116000"/>
              </a:lnSpc>
            </a:pPr>
            <a:r>
              <a:rPr lang="en-US" sz="1900" b="0">
                <a:solidFill>
                  <a:srgbClr val="334155"/>
                </a:solidFill>
                <a:latin typeface="Arial"/>
              </a:rPr>
              <a:t>data.</a:t>
            </a:r>
          </a:p>
        </p:txBody>
      </p:sp>
      <p:sp>
        <p:nvSpPr>
          <p:cNvPr id="10011" name="Panel 10011"/>
          <p:cNvSpPr/>
          <p:nvPr/>
        </p:nvSpPr>
        <p:spPr>
          <a:xfrm>
            <a:off x="8092440" y="1097280"/>
            <a:ext cx="3657600" cy="4754880"/>
          </a:xfrm>
          <a:prstGeom prst="rect">
            <a:avLst/>
          </a:prstGeom>
          <a:solidFill>
            <a:srgbClr val="F8FAFC"/>
          </a:solidFill>
          <a:ln>
            <a:noFill/>
          </a:ln>
        </p:spPr>
      </p:sp>
      <p:sp>
        <p:nvSpPr>
          <p:cNvPr id="10012" name="Panel 10012"/>
          <p:cNvSpPr/>
          <p:nvPr/>
        </p:nvSpPr>
        <p:spPr>
          <a:xfrm>
            <a:off x="8092440" y="1097280"/>
            <a:ext cx="41148" cy="4754880"/>
          </a:xfrm>
          <a:prstGeom prst="rect">
            <a:avLst/>
          </a:prstGeom>
          <a:solidFill>
            <a:srgbClr val="E24048"/>
          </a:solidFill>
          <a:ln>
            <a:noFill/>
          </a:ln>
        </p:spPr>
      </p:sp>
      <p:sp>
        <p:nvSpPr>
          <p:cNvPr id="10013" name="Text 10013"/>
          <p:cNvSpPr txBox="1"/>
          <p:nvPr/>
        </p:nvSpPr>
        <p:spPr>
          <a:xfrm>
            <a:off x="8257031" y="1243584"/>
            <a:ext cx="3328416" cy="502920"/>
          </a:xfrm>
          <a:prstGeom prst="rect">
            <a:avLst/>
          </a:prstGeom>
          <a:noFill/>
          <a:ln>
            <a:noFill/>
          </a:ln>
        </p:spPr>
        <p:txBody>
          <a:bodyPr wrap="square" lIns="0" rIns="0" tIns="0" bIns="0"/>
          <a:lstStyle/>
          <a:p>
            <a:pPr>
              <a:lnSpc>
                <a:spcPct val="116000"/>
              </a:lnSpc>
            </a:pPr>
            <a:r>
              <a:rPr lang="en-US" sz="2200" b="1">
                <a:solidFill>
                  <a:srgbClr val="1E3D7D"/>
                </a:solidFill>
                <a:latin typeface="Arial"/>
              </a:rPr>
              <a:t>C Screening + B</a:t>
            </a:r>
          </a:p>
        </p:txBody>
      </p:sp>
      <p:sp>
        <p:nvSpPr>
          <p:cNvPr id="10014" name="Text 10014"/>
          <p:cNvSpPr txBox="1"/>
          <p:nvPr/>
        </p:nvSpPr>
        <p:spPr>
          <a:xfrm>
            <a:off x="8257031" y="1874519"/>
            <a:ext cx="3328416" cy="3840480"/>
          </a:xfrm>
          <a:prstGeom prst="rect">
            <a:avLst/>
          </a:prstGeom>
          <a:noFill/>
          <a:ln>
            <a:noFill/>
          </a:ln>
        </p:spPr>
        <p:txBody>
          <a:bodyPr wrap="square" lIns="0" rIns="0" tIns="0" bIns="0"/>
          <a:lstStyle/>
          <a:p>
            <a:pPr>
              <a:lnSpc>
                <a:spcPct val="116000"/>
              </a:lnSpc>
            </a:pPr>
            <a:r>
              <a:rPr lang="en-US" sz="1900" b="0">
                <a:solidFill>
                  <a:srgbClr val="334155"/>
                </a:solidFill>
                <a:latin typeface="Arial"/>
              </a:rPr>
              <a:t>Screen question and chunks.</a:t>
            </a:r>
          </a:p>
          <a:p>
            <a:pPr>
              <a:lnSpc>
                <a:spcPct val="116000"/>
              </a:lnSpc>
            </a:pPr>
            <a:r>
              <a:rPr lang="en-US" sz="1900" b="0">
                <a:solidFill>
                  <a:srgbClr val="334155"/>
                </a:solidFill>
                <a:latin typeface="Arial"/>
              </a:rPr>
              <a:t>Block or remove flagged</a:t>
            </a:r>
          </a:p>
          <a:p>
            <a:pPr>
              <a:lnSpc>
                <a:spcPct val="116000"/>
              </a:lnSpc>
            </a:pPr>
            <a:r>
              <a:rPr lang="en-US" sz="1900" b="0">
                <a:solidFill>
                  <a:srgbClr val="334155"/>
                </a:solidFill>
                <a:latin typeface="Arial"/>
              </a:rPr>
              <a:t>content.</a:t>
            </a:r>
          </a:p>
          <a:p>
            <a:pPr>
              <a:lnSpc>
                <a:spcPct val="116000"/>
              </a:lnSpc>
            </a:pPr>
            <a:r>
              <a:rPr lang="en-US" sz="1900" b="0">
                <a:solidFill>
                  <a:srgbClr val="334155"/>
                </a:solidFill>
                <a:latin typeface="Arial"/>
              </a:rPr>
              <a:t>Answer using B on retained</a:t>
            </a:r>
          </a:p>
          <a:p>
            <a:pPr>
              <a:lnSpc>
                <a:spcPct val="116000"/>
              </a:lnSpc>
            </a:pPr>
            <a:r>
              <a:rPr lang="en-US" sz="1900" b="0">
                <a:solidFill>
                  <a:srgbClr val="334155"/>
                </a:solidFill>
                <a:latin typeface="Arial"/>
              </a:rPr>
              <a:t>evidence.</a:t>
            </a:r>
          </a:p>
          <a:p>
            <a:pPr>
              <a:lnSpc>
                <a:spcPct val="116000"/>
              </a:lnSpc>
            </a:pPr>
            <a:r>
              <a:rPr lang="en-US" sz="1900" b="0">
                <a:solidFill>
                  <a:srgbClr val="334155"/>
                </a:solidFill>
                <a:latin typeface="Arial"/>
              </a:rPr>
              <a:t>Check full-card output.</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3" name="Shape 2763"/>
        <p:cNvGrpSpPr/>
        <p:nvPr/>
      </p:nvGrpSpPr>
      <p:grpSpPr>
        <a:xfrm>
          <a:off x="0" y="0"/>
          <a:ext cx="0" cy="0"/>
          <a:chOff x="0" y="0"/>
          <a:chExt cx="0" cy="0"/>
        </a:xfrm>
      </p:grpSpPr>
      <p:cxnSp>
        <p:nvCxnSpPr>
          <p:cNvPr id="2765" name="Google Shape;2765;p8"/>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766" name="Google Shape;2766;p8"/>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pic>
        <p:nvPicPr>
          <p:cNvPr id="2767" name="Google Shape;2767;p8"/>
          <p:cNvPicPr preferRelativeResize="0"/>
          <p:nvPr/>
        </p:nvPicPr>
        <p:blipFill rotWithShape="1">
          <a:blip r:embed="rId3">
            <a:alphaModFix/>
          </a:blip>
          <a:srcRect b="0" l="0" r="0" t="0"/>
          <a:stretch/>
        </p:blipFill>
        <p:spPr>
          <a:xfrm>
            <a:off x="11324230" y="6360462"/>
            <a:ext cx="601069" cy="318213"/>
          </a:xfrm>
          <a:prstGeom prst="rect">
            <a:avLst/>
          </a:prstGeom>
          <a:noFill/>
          <a:ln>
            <a:noFill/>
          </a:ln>
        </p:spPr>
      </p:pic>
      <p:sp>
        <p:nvSpPr>
          <p:cNvPr id="10001" name="Text 10001"/>
          <p:cNvSpPr txBox="1"/>
          <p:nvPr/>
        </p:nvSpPr>
        <p:spPr>
          <a:xfrm>
            <a:off x="347472" y="118872"/>
            <a:ext cx="11338560" cy="548640"/>
          </a:xfrm>
          <a:prstGeom prst="rect">
            <a:avLst/>
          </a:prstGeom>
          <a:noFill/>
          <a:ln>
            <a:noFill/>
          </a:ln>
        </p:spPr>
        <p:txBody>
          <a:bodyPr wrap="square" lIns="0" rIns="0" tIns="0" bIns="0"/>
          <a:lstStyle/>
          <a:p>
            <a:pPr>
              <a:lnSpc>
                <a:spcPct val="116000"/>
              </a:lnSpc>
            </a:pPr>
            <a:r>
              <a:rPr lang="en-US" sz="2800" b="1">
                <a:solidFill>
                  <a:srgbClr val="1E3D7D"/>
                </a:solidFill>
                <a:latin typeface="Arial"/>
              </a:rPr>
              <a:t>Five main evaluation metrics</a:t>
            </a:r>
          </a:p>
        </p:txBody>
      </p:sp>
      <p:sp>
        <p:nvSpPr>
          <p:cNvPr id="10002" name="Text 10002"/>
          <p:cNvSpPr txBox="1"/>
          <p:nvPr/>
        </p:nvSpPr>
        <p:spPr>
          <a:xfrm>
            <a:off x="265176" y="6556248"/>
            <a:ext cx="457200" cy="182880"/>
          </a:xfrm>
          <a:prstGeom prst="rect">
            <a:avLst/>
          </a:prstGeom>
          <a:noFill/>
          <a:ln>
            <a:noFill/>
          </a:ln>
        </p:spPr>
        <p:txBody>
          <a:bodyPr wrap="square" lIns="0" rIns="0" tIns="0" bIns="0"/>
          <a:lstStyle/>
          <a:p>
            <a:pPr>
              <a:lnSpc>
                <a:spcPct val="116000"/>
              </a:lnSpc>
            </a:pPr>
            <a:r>
              <a:rPr lang="en-US" sz="900" b="0">
                <a:solidFill>
                  <a:srgbClr val="334155"/>
                </a:solidFill>
                <a:latin typeface="Arial"/>
              </a:rPr>
              <a:t>6</a:t>
            </a:r>
          </a:p>
        </p:txBody>
      </p:sp>
      <p:sp>
        <p:nvSpPr>
          <p:cNvPr id="10003" name="Panel 10003"/>
          <p:cNvSpPr/>
          <p:nvPr/>
        </p:nvSpPr>
        <p:spPr>
          <a:xfrm>
            <a:off x="411480" y="1078992"/>
            <a:ext cx="11338560" cy="832104"/>
          </a:xfrm>
          <a:prstGeom prst="rect">
            <a:avLst/>
          </a:prstGeom>
          <a:solidFill>
            <a:srgbClr val="F8FAFC"/>
          </a:solidFill>
          <a:ln>
            <a:noFill/>
          </a:ln>
        </p:spPr>
      </p:sp>
      <p:sp>
        <p:nvSpPr>
          <p:cNvPr id="10004" name="Text 10004"/>
          <p:cNvSpPr txBox="1"/>
          <p:nvPr/>
        </p:nvSpPr>
        <p:spPr>
          <a:xfrm>
            <a:off x="576072" y="1207007"/>
            <a:ext cx="3840480" cy="594360"/>
          </a:xfrm>
          <a:prstGeom prst="rect">
            <a:avLst/>
          </a:prstGeom>
          <a:noFill/>
          <a:ln>
            <a:noFill/>
          </a:ln>
        </p:spPr>
        <p:txBody>
          <a:bodyPr wrap="square" lIns="0" rIns="0" tIns="0" bIns="0"/>
          <a:lstStyle/>
          <a:p>
            <a:pPr>
              <a:lnSpc>
                <a:spcPct val="116000"/>
              </a:lnSpc>
            </a:pPr>
            <a:r>
              <a:rPr lang="en-US" sz="2000" b="1">
                <a:solidFill>
                  <a:srgbClr val="1E3D7D"/>
                </a:solidFill>
                <a:latin typeface="Arial"/>
              </a:rPr>
              <a:t>Attack success rate ↓</a:t>
            </a:r>
          </a:p>
        </p:txBody>
      </p:sp>
      <p:sp>
        <p:nvSpPr>
          <p:cNvPr id="10005" name="Text 10005"/>
          <p:cNvSpPr txBox="1"/>
          <p:nvPr/>
        </p:nvSpPr>
        <p:spPr>
          <a:xfrm>
            <a:off x="4526280" y="1207007"/>
            <a:ext cx="6995160" cy="640080"/>
          </a:xfrm>
          <a:prstGeom prst="rect">
            <a:avLst/>
          </a:prstGeom>
          <a:noFill/>
          <a:ln>
            <a:noFill/>
          </a:ln>
        </p:spPr>
        <p:txBody>
          <a:bodyPr wrap="square" lIns="0" rIns="0" tIns="0" bIns="0"/>
          <a:lstStyle/>
          <a:p>
            <a:pPr>
              <a:lnSpc>
                <a:spcPct val="116000"/>
              </a:lnSpc>
            </a:pPr>
            <a:r>
              <a:rPr lang="en-US" sz="1900" b="0">
                <a:solidFill>
                  <a:srgbClr val="334155"/>
                </a:solidFill>
                <a:latin typeface="Arial"/>
              </a:rPr>
              <a:t>Successful attacks / graded adversarial rows</a:t>
            </a:r>
          </a:p>
        </p:txBody>
      </p:sp>
      <p:sp>
        <p:nvSpPr>
          <p:cNvPr id="10006" name="Panel 10006"/>
          <p:cNvSpPr/>
          <p:nvPr/>
        </p:nvSpPr>
        <p:spPr>
          <a:xfrm>
            <a:off x="411480" y="2020824"/>
            <a:ext cx="11338560" cy="832104"/>
          </a:xfrm>
          <a:prstGeom prst="rect">
            <a:avLst/>
          </a:prstGeom>
          <a:solidFill>
            <a:srgbClr val="FDF2F2"/>
          </a:solidFill>
          <a:ln>
            <a:noFill/>
          </a:ln>
        </p:spPr>
      </p:sp>
      <p:sp>
        <p:nvSpPr>
          <p:cNvPr id="10007" name="Text 10007"/>
          <p:cNvSpPr txBox="1"/>
          <p:nvPr/>
        </p:nvSpPr>
        <p:spPr>
          <a:xfrm>
            <a:off x="576072" y="2148840"/>
            <a:ext cx="3840480" cy="594360"/>
          </a:xfrm>
          <a:prstGeom prst="rect">
            <a:avLst/>
          </a:prstGeom>
          <a:noFill/>
          <a:ln>
            <a:noFill/>
          </a:ln>
        </p:spPr>
        <p:txBody>
          <a:bodyPr wrap="square" lIns="0" rIns="0" tIns="0" bIns="0"/>
          <a:lstStyle/>
          <a:p>
            <a:pPr>
              <a:lnSpc>
                <a:spcPct val="116000"/>
              </a:lnSpc>
            </a:pPr>
            <a:r>
              <a:rPr lang="en-US" sz="2000" b="1">
                <a:solidFill>
                  <a:srgbClr val="1E3D7D"/>
                </a:solidFill>
                <a:latin typeface="Arial"/>
              </a:rPr>
              <a:t>Benign task success ↑</a:t>
            </a:r>
          </a:p>
        </p:txBody>
      </p:sp>
      <p:sp>
        <p:nvSpPr>
          <p:cNvPr id="10008" name="Text 10008"/>
          <p:cNvSpPr txBox="1"/>
          <p:nvPr/>
        </p:nvSpPr>
        <p:spPr>
          <a:xfrm>
            <a:off x="4526280" y="2148840"/>
            <a:ext cx="6995160" cy="640080"/>
          </a:xfrm>
          <a:prstGeom prst="rect">
            <a:avLst/>
          </a:prstGeom>
          <a:noFill/>
          <a:ln>
            <a:noFill/>
          </a:ln>
        </p:spPr>
        <p:txBody>
          <a:bodyPr wrap="square" lIns="0" rIns="0" tIns="0" bIns="0"/>
          <a:lstStyle/>
          <a:p>
            <a:pPr>
              <a:lnSpc>
                <a:spcPct val="116000"/>
              </a:lnSpc>
            </a:pPr>
            <a:r>
              <a:rPr lang="en-US" sz="1900" b="0">
                <a:solidFill>
                  <a:srgbClr val="334155"/>
                </a:solidFill>
                <a:latin typeface="Arial"/>
              </a:rPr>
              <a:t>Completed tasks / graded benign rows</a:t>
            </a:r>
          </a:p>
        </p:txBody>
      </p:sp>
      <p:sp>
        <p:nvSpPr>
          <p:cNvPr id="10009" name="Panel 10009"/>
          <p:cNvSpPr/>
          <p:nvPr/>
        </p:nvSpPr>
        <p:spPr>
          <a:xfrm>
            <a:off x="411480" y="2962656"/>
            <a:ext cx="11338560" cy="832104"/>
          </a:xfrm>
          <a:prstGeom prst="rect">
            <a:avLst/>
          </a:prstGeom>
          <a:solidFill>
            <a:srgbClr val="F8FAFC"/>
          </a:solidFill>
          <a:ln>
            <a:noFill/>
          </a:ln>
        </p:spPr>
      </p:sp>
      <p:sp>
        <p:nvSpPr>
          <p:cNvPr id="10010" name="Text 10010"/>
          <p:cNvSpPr txBox="1"/>
          <p:nvPr/>
        </p:nvSpPr>
        <p:spPr>
          <a:xfrm>
            <a:off x="576072" y="3090672"/>
            <a:ext cx="3840480" cy="594360"/>
          </a:xfrm>
          <a:prstGeom prst="rect">
            <a:avLst/>
          </a:prstGeom>
          <a:noFill/>
          <a:ln>
            <a:noFill/>
          </a:ln>
        </p:spPr>
        <p:txBody>
          <a:bodyPr wrap="square" lIns="0" rIns="0" tIns="0" bIns="0"/>
          <a:lstStyle/>
          <a:p>
            <a:pPr>
              <a:lnSpc>
                <a:spcPct val="116000"/>
              </a:lnSpc>
            </a:pPr>
            <a:r>
              <a:rPr lang="en-US" sz="2000" b="1">
                <a:solidFill>
                  <a:srgbClr val="1E3D7D"/>
                </a:solidFill>
                <a:latin typeface="Arial"/>
              </a:rPr>
              <a:t>False-positive rate ↓</a:t>
            </a:r>
          </a:p>
        </p:txBody>
      </p:sp>
      <p:sp>
        <p:nvSpPr>
          <p:cNvPr id="10011" name="Text 10011"/>
          <p:cNvSpPr txBox="1"/>
          <p:nvPr/>
        </p:nvSpPr>
        <p:spPr>
          <a:xfrm>
            <a:off x="4526280" y="3090672"/>
            <a:ext cx="6995160" cy="640080"/>
          </a:xfrm>
          <a:prstGeom prst="rect">
            <a:avLst/>
          </a:prstGeom>
          <a:noFill/>
          <a:ln>
            <a:noFill/>
          </a:ln>
        </p:spPr>
        <p:txBody>
          <a:bodyPr wrap="square" lIns="0" rIns="0" tIns="0" bIns="0"/>
          <a:lstStyle/>
          <a:p>
            <a:pPr>
              <a:lnSpc>
                <a:spcPct val="116000"/>
              </a:lnSpc>
            </a:pPr>
            <a:r>
              <a:rPr lang="en-US" sz="1900" b="0">
                <a:solidFill>
                  <a:srgbClr val="334155"/>
                </a:solidFill>
                <a:latin typeface="Arial"/>
              </a:rPr>
              <a:t>Benign cases wrongly flagged or blocked by C / graded benign</a:t>
            </a:r>
          </a:p>
          <a:p>
            <a:pPr>
              <a:lnSpc>
                <a:spcPct val="116000"/>
              </a:lnSpc>
            </a:pPr>
            <a:r>
              <a:rPr lang="en-US" sz="1900" b="0">
                <a:solidFill>
                  <a:srgbClr val="334155"/>
                </a:solidFill>
                <a:latin typeface="Arial"/>
              </a:rPr>
              <a:t>cases</a:t>
            </a:r>
          </a:p>
        </p:txBody>
      </p:sp>
      <p:sp>
        <p:nvSpPr>
          <p:cNvPr id="10012" name="Panel 10012"/>
          <p:cNvSpPr/>
          <p:nvPr/>
        </p:nvSpPr>
        <p:spPr>
          <a:xfrm>
            <a:off x="411480" y="3904487"/>
            <a:ext cx="11338560" cy="832104"/>
          </a:xfrm>
          <a:prstGeom prst="rect">
            <a:avLst/>
          </a:prstGeom>
          <a:solidFill>
            <a:srgbClr val="FDF2F2"/>
          </a:solidFill>
          <a:ln>
            <a:noFill/>
          </a:ln>
        </p:spPr>
      </p:sp>
      <p:sp>
        <p:nvSpPr>
          <p:cNvPr id="10013" name="Text 10013"/>
          <p:cNvSpPr txBox="1"/>
          <p:nvPr/>
        </p:nvSpPr>
        <p:spPr>
          <a:xfrm>
            <a:off x="576072" y="4032503"/>
            <a:ext cx="3840480" cy="594360"/>
          </a:xfrm>
          <a:prstGeom prst="rect">
            <a:avLst/>
          </a:prstGeom>
          <a:noFill/>
          <a:ln>
            <a:noFill/>
          </a:ln>
        </p:spPr>
        <p:txBody>
          <a:bodyPr wrap="square" lIns="0" rIns="0" tIns="0" bIns="0"/>
          <a:lstStyle/>
          <a:p>
            <a:pPr>
              <a:lnSpc>
                <a:spcPct val="116000"/>
              </a:lnSpc>
            </a:pPr>
            <a:r>
              <a:rPr lang="en-US" sz="2000" b="1">
                <a:solidFill>
                  <a:srgbClr val="1E3D7D"/>
                </a:solidFill>
                <a:latin typeface="Arial"/>
              </a:rPr>
              <a:t>Human quality / 4 ↑</a:t>
            </a:r>
          </a:p>
        </p:txBody>
      </p:sp>
      <p:sp>
        <p:nvSpPr>
          <p:cNvPr id="10014" name="Text 10014"/>
          <p:cNvSpPr txBox="1"/>
          <p:nvPr/>
        </p:nvSpPr>
        <p:spPr>
          <a:xfrm>
            <a:off x="4526280" y="4032503"/>
            <a:ext cx="6995160" cy="640080"/>
          </a:xfrm>
          <a:prstGeom prst="rect">
            <a:avLst/>
          </a:prstGeom>
          <a:noFill/>
          <a:ln>
            <a:noFill/>
          </a:ln>
        </p:spPr>
        <p:txBody>
          <a:bodyPr wrap="square" lIns="0" rIns="0" tIns="0" bIns="0"/>
          <a:lstStyle/>
          <a:p>
            <a:pPr>
              <a:lnSpc>
                <a:spcPct val="116000"/>
              </a:lnSpc>
            </a:pPr>
            <a:r>
              <a:rPr lang="en-US" sz="1900" b="0">
                <a:solidFill>
                  <a:srgbClr val="334155"/>
                </a:solidFill>
                <a:latin typeface="Arial"/>
              </a:rPr>
              <a:t>Mean of actual human ratings; always report sample size</a:t>
            </a:r>
          </a:p>
        </p:txBody>
      </p:sp>
      <p:sp>
        <p:nvSpPr>
          <p:cNvPr id="10015" name="Panel 10015"/>
          <p:cNvSpPr/>
          <p:nvPr/>
        </p:nvSpPr>
        <p:spPr>
          <a:xfrm>
            <a:off x="411480" y="4846320"/>
            <a:ext cx="11338560" cy="832104"/>
          </a:xfrm>
          <a:prstGeom prst="rect">
            <a:avLst/>
          </a:prstGeom>
          <a:solidFill>
            <a:srgbClr val="F8FAFC"/>
          </a:solidFill>
          <a:ln>
            <a:noFill/>
          </a:ln>
        </p:spPr>
      </p:sp>
      <p:sp>
        <p:nvSpPr>
          <p:cNvPr id="10016" name="Text 10016"/>
          <p:cNvSpPr txBox="1"/>
          <p:nvPr/>
        </p:nvSpPr>
        <p:spPr>
          <a:xfrm>
            <a:off x="576072" y="4974336"/>
            <a:ext cx="3840480" cy="594360"/>
          </a:xfrm>
          <a:prstGeom prst="rect">
            <a:avLst/>
          </a:prstGeom>
          <a:noFill/>
          <a:ln>
            <a:noFill/>
          </a:ln>
        </p:spPr>
        <p:txBody>
          <a:bodyPr wrap="square" lIns="0" rIns="0" tIns="0" bIns="0"/>
          <a:lstStyle/>
          <a:p>
            <a:pPr>
              <a:lnSpc>
                <a:spcPct val="116000"/>
              </a:lnSpc>
            </a:pPr>
            <a:r>
              <a:rPr lang="en-US" sz="2000" b="1">
                <a:solidFill>
                  <a:srgbClr val="1E3D7D"/>
                </a:solidFill>
                <a:latin typeface="Arial"/>
              </a:rPr>
              <a:t>Mean latency ↓</a:t>
            </a:r>
          </a:p>
        </p:txBody>
      </p:sp>
      <p:sp>
        <p:nvSpPr>
          <p:cNvPr id="10017" name="Text 10017"/>
          <p:cNvSpPr txBox="1"/>
          <p:nvPr/>
        </p:nvSpPr>
        <p:spPr>
          <a:xfrm>
            <a:off x="4526280" y="4974336"/>
            <a:ext cx="6995160" cy="640080"/>
          </a:xfrm>
          <a:prstGeom prst="rect">
            <a:avLst/>
          </a:prstGeom>
          <a:noFill/>
          <a:ln>
            <a:noFill/>
          </a:ln>
        </p:spPr>
        <p:txBody>
          <a:bodyPr wrap="square" lIns="0" rIns="0" tIns="0" bIns="0"/>
          <a:lstStyle/>
          <a:p>
            <a:pPr>
              <a:lnSpc>
                <a:spcPct val="116000"/>
              </a:lnSpc>
            </a:pPr>
            <a:r>
              <a:rPr lang="en-US" sz="1900" b="0">
                <a:solidFill>
                  <a:srgbClr val="334155"/>
                </a:solidFill>
                <a:latin typeface="Arial"/>
              </a:rPr>
              <a:t>Average recorded mode duration; initial shared retrieval</a:t>
            </a:r>
          </a:p>
          <a:p>
            <a:pPr>
              <a:lnSpc>
                <a:spcPct val="116000"/>
              </a:lnSpc>
            </a:pPr>
            <a:r>
              <a:rPr lang="en-US" sz="1900" b="0">
                <a:solidFill>
                  <a:srgbClr val="334155"/>
                </a:solidFill>
                <a:latin typeface="Arial"/>
              </a:rPr>
              <a:t>excluded</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3" name="Shape 2763"/>
        <p:cNvGrpSpPr/>
        <p:nvPr/>
      </p:nvGrpSpPr>
      <p:grpSpPr>
        <a:xfrm>
          <a:off x="0" y="0"/>
          <a:ext cx="0" cy="0"/>
          <a:chOff x="0" y="0"/>
          <a:chExt cx="0" cy="0"/>
        </a:xfrm>
      </p:grpSpPr>
      <p:cxnSp>
        <p:nvCxnSpPr>
          <p:cNvPr id="2765" name="Google Shape;2765;p8"/>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766" name="Google Shape;2766;p8"/>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pic>
        <p:nvPicPr>
          <p:cNvPr id="2767" name="Google Shape;2767;p8"/>
          <p:cNvPicPr preferRelativeResize="0"/>
          <p:nvPr/>
        </p:nvPicPr>
        <p:blipFill rotWithShape="1">
          <a:blip r:embed="rId3">
            <a:alphaModFix/>
          </a:blip>
          <a:srcRect b="0" l="0" r="0" t="0"/>
          <a:stretch/>
        </p:blipFill>
        <p:spPr>
          <a:xfrm>
            <a:off x="11324230" y="6360462"/>
            <a:ext cx="601069" cy="318213"/>
          </a:xfrm>
          <a:prstGeom prst="rect">
            <a:avLst/>
          </a:prstGeom>
          <a:noFill/>
          <a:ln>
            <a:noFill/>
          </a:ln>
        </p:spPr>
      </p:pic>
      <p:sp>
        <p:nvSpPr>
          <p:cNvPr id="10001" name="Text 10001"/>
          <p:cNvSpPr txBox="1"/>
          <p:nvPr/>
        </p:nvSpPr>
        <p:spPr>
          <a:xfrm>
            <a:off x="347472" y="118872"/>
            <a:ext cx="11338560" cy="548640"/>
          </a:xfrm>
          <a:prstGeom prst="rect">
            <a:avLst/>
          </a:prstGeom>
          <a:noFill/>
          <a:ln>
            <a:noFill/>
          </a:ln>
        </p:spPr>
        <p:txBody>
          <a:bodyPr wrap="square" lIns="0" rIns="0" tIns="0" bIns="0"/>
          <a:lstStyle/>
          <a:p>
            <a:pPr>
              <a:lnSpc>
                <a:spcPct val="116000"/>
              </a:lnSpc>
            </a:pPr>
            <a:r>
              <a:rPr lang="en-US" sz="2800" b="1">
                <a:solidFill>
                  <a:srgbClr val="1E3D7D"/>
                </a:solidFill>
                <a:latin typeface="Arial"/>
              </a:rPr>
              <a:t>Saved results — provisional comparison</a:t>
            </a:r>
          </a:p>
        </p:txBody>
      </p:sp>
      <p:sp>
        <p:nvSpPr>
          <p:cNvPr id="10002" name="Text 10002"/>
          <p:cNvSpPr txBox="1"/>
          <p:nvPr/>
        </p:nvSpPr>
        <p:spPr>
          <a:xfrm>
            <a:off x="265176" y="6556248"/>
            <a:ext cx="457200" cy="182880"/>
          </a:xfrm>
          <a:prstGeom prst="rect">
            <a:avLst/>
          </a:prstGeom>
          <a:noFill/>
          <a:ln>
            <a:noFill/>
          </a:ln>
        </p:spPr>
        <p:txBody>
          <a:bodyPr wrap="square" lIns="0" rIns="0" tIns="0" bIns="0"/>
          <a:lstStyle/>
          <a:p>
            <a:pPr>
              <a:lnSpc>
                <a:spcPct val="116000"/>
              </a:lnSpc>
            </a:pPr>
            <a:r>
              <a:rPr lang="en-US" sz="900" b="0">
                <a:solidFill>
                  <a:srgbClr val="334155"/>
                </a:solidFill>
                <a:latin typeface="Arial"/>
              </a:rPr>
              <a:t>7</a:t>
            </a:r>
          </a:p>
        </p:txBody>
      </p:sp>
      <p:sp>
        <p:nvSpPr>
          <p:cNvPr id="10003" name="Panel 10003"/>
          <p:cNvSpPr/>
          <p:nvPr/>
        </p:nvSpPr>
        <p:spPr>
          <a:xfrm>
            <a:off x="411480" y="1078992"/>
            <a:ext cx="4096512" cy="566928"/>
          </a:xfrm>
          <a:prstGeom prst="rect">
            <a:avLst/>
          </a:prstGeom>
          <a:solidFill>
            <a:srgbClr val="1E3D7D"/>
          </a:solidFill>
          <a:ln>
            <a:noFill/>
          </a:ln>
        </p:spPr>
      </p:sp>
      <p:sp>
        <p:nvSpPr>
          <p:cNvPr id="10004" name="Text 10004"/>
          <p:cNvSpPr txBox="1"/>
          <p:nvPr/>
        </p:nvSpPr>
        <p:spPr>
          <a:xfrm>
            <a:off x="530352" y="1197864"/>
            <a:ext cx="3895344" cy="411480"/>
          </a:xfrm>
          <a:prstGeom prst="rect">
            <a:avLst/>
          </a:prstGeom>
          <a:noFill/>
          <a:ln>
            <a:noFill/>
          </a:ln>
        </p:spPr>
        <p:txBody>
          <a:bodyPr wrap="square" lIns="0" rIns="0" tIns="0" bIns="0"/>
          <a:lstStyle/>
          <a:p>
            <a:pPr>
              <a:lnSpc>
                <a:spcPct val="116000"/>
              </a:lnSpc>
            </a:pPr>
            <a:r>
              <a:rPr lang="en-US" sz="1700" b="1">
                <a:solidFill>
                  <a:srgbClr val="FFFFFF"/>
                </a:solidFill>
                <a:latin typeface="Arial"/>
              </a:rPr>
              <a:t>Metric</a:t>
            </a:r>
          </a:p>
        </p:txBody>
      </p:sp>
      <p:sp>
        <p:nvSpPr>
          <p:cNvPr id="10005" name="Panel 10005"/>
          <p:cNvSpPr/>
          <p:nvPr/>
        </p:nvSpPr>
        <p:spPr>
          <a:xfrm>
            <a:off x="4526280" y="1078992"/>
            <a:ext cx="2359152" cy="566928"/>
          </a:xfrm>
          <a:prstGeom prst="rect">
            <a:avLst/>
          </a:prstGeom>
          <a:solidFill>
            <a:srgbClr val="1E3D7D"/>
          </a:solidFill>
          <a:ln>
            <a:noFill/>
          </a:ln>
        </p:spPr>
      </p:sp>
      <p:sp>
        <p:nvSpPr>
          <p:cNvPr id="10006" name="Text 10006"/>
          <p:cNvSpPr txBox="1"/>
          <p:nvPr/>
        </p:nvSpPr>
        <p:spPr>
          <a:xfrm>
            <a:off x="4645152" y="1197864"/>
            <a:ext cx="2157984" cy="411480"/>
          </a:xfrm>
          <a:prstGeom prst="rect">
            <a:avLst/>
          </a:prstGeom>
          <a:noFill/>
          <a:ln>
            <a:noFill/>
          </a:ln>
        </p:spPr>
        <p:txBody>
          <a:bodyPr wrap="square" lIns="0" rIns="0" tIns="0" bIns="0"/>
          <a:lstStyle/>
          <a:p>
            <a:pPr>
              <a:lnSpc>
                <a:spcPct val="116000"/>
              </a:lnSpc>
            </a:pPr>
            <a:r>
              <a:rPr lang="en-US" sz="1700" b="1">
                <a:solidFill>
                  <a:srgbClr val="FFFFFF"/>
                </a:solidFill>
                <a:latin typeface="Arial"/>
              </a:rPr>
              <a:t>A</a:t>
            </a:r>
          </a:p>
        </p:txBody>
      </p:sp>
      <p:sp>
        <p:nvSpPr>
          <p:cNvPr id="10007" name="Panel 10007"/>
          <p:cNvSpPr/>
          <p:nvPr/>
        </p:nvSpPr>
        <p:spPr>
          <a:xfrm>
            <a:off x="6903720" y="1078992"/>
            <a:ext cx="2359152" cy="566928"/>
          </a:xfrm>
          <a:prstGeom prst="rect">
            <a:avLst/>
          </a:prstGeom>
          <a:solidFill>
            <a:srgbClr val="1E3D7D"/>
          </a:solidFill>
          <a:ln>
            <a:noFill/>
          </a:ln>
        </p:spPr>
      </p:sp>
      <p:sp>
        <p:nvSpPr>
          <p:cNvPr id="10008" name="Text 10008"/>
          <p:cNvSpPr txBox="1"/>
          <p:nvPr/>
        </p:nvSpPr>
        <p:spPr>
          <a:xfrm>
            <a:off x="7022592" y="1197864"/>
            <a:ext cx="2157984" cy="411480"/>
          </a:xfrm>
          <a:prstGeom prst="rect">
            <a:avLst/>
          </a:prstGeom>
          <a:noFill/>
          <a:ln>
            <a:noFill/>
          </a:ln>
        </p:spPr>
        <p:txBody>
          <a:bodyPr wrap="square" lIns="0" rIns="0" tIns="0" bIns="0"/>
          <a:lstStyle/>
          <a:p>
            <a:pPr>
              <a:lnSpc>
                <a:spcPct val="116000"/>
              </a:lnSpc>
            </a:pPr>
            <a:r>
              <a:rPr lang="en-US" sz="1700" b="1">
                <a:solidFill>
                  <a:srgbClr val="FFFFFF"/>
                </a:solidFill>
                <a:latin typeface="Arial"/>
              </a:rPr>
              <a:t>B</a:t>
            </a:r>
          </a:p>
        </p:txBody>
      </p:sp>
      <p:sp>
        <p:nvSpPr>
          <p:cNvPr id="10009" name="Panel 10009"/>
          <p:cNvSpPr/>
          <p:nvPr/>
        </p:nvSpPr>
        <p:spPr>
          <a:xfrm>
            <a:off x="9281160" y="1078992"/>
            <a:ext cx="2450592" cy="566928"/>
          </a:xfrm>
          <a:prstGeom prst="rect">
            <a:avLst/>
          </a:prstGeom>
          <a:solidFill>
            <a:srgbClr val="1E3D7D"/>
          </a:solidFill>
          <a:ln>
            <a:noFill/>
          </a:ln>
        </p:spPr>
      </p:sp>
      <p:sp>
        <p:nvSpPr>
          <p:cNvPr id="10010" name="Text 10010"/>
          <p:cNvSpPr txBox="1"/>
          <p:nvPr/>
        </p:nvSpPr>
        <p:spPr>
          <a:xfrm>
            <a:off x="9400032" y="1197864"/>
            <a:ext cx="2249424" cy="411480"/>
          </a:xfrm>
          <a:prstGeom prst="rect">
            <a:avLst/>
          </a:prstGeom>
          <a:noFill/>
          <a:ln>
            <a:noFill/>
          </a:ln>
        </p:spPr>
        <p:txBody>
          <a:bodyPr wrap="square" lIns="0" rIns="0" tIns="0" bIns="0"/>
          <a:lstStyle/>
          <a:p>
            <a:pPr>
              <a:lnSpc>
                <a:spcPct val="116000"/>
              </a:lnSpc>
            </a:pPr>
            <a:r>
              <a:rPr lang="en-US" sz="1700" b="1">
                <a:solidFill>
                  <a:srgbClr val="FFFFFF"/>
                </a:solidFill>
                <a:latin typeface="Arial"/>
              </a:rPr>
              <a:t>C</a:t>
            </a:r>
          </a:p>
        </p:txBody>
      </p:sp>
      <p:sp>
        <p:nvSpPr>
          <p:cNvPr id="10011" name="Panel 10011"/>
          <p:cNvSpPr/>
          <p:nvPr/>
        </p:nvSpPr>
        <p:spPr>
          <a:xfrm>
            <a:off x="411480" y="1664207"/>
            <a:ext cx="4096512" cy="566928"/>
          </a:xfrm>
          <a:prstGeom prst="rect">
            <a:avLst/>
          </a:prstGeom>
          <a:solidFill>
            <a:srgbClr val="F8FAFC"/>
          </a:solidFill>
          <a:ln>
            <a:noFill/>
          </a:ln>
        </p:spPr>
      </p:sp>
      <p:sp>
        <p:nvSpPr>
          <p:cNvPr id="10012" name="Text 10012"/>
          <p:cNvSpPr txBox="1"/>
          <p:nvPr/>
        </p:nvSpPr>
        <p:spPr>
          <a:xfrm>
            <a:off x="530352" y="1783079"/>
            <a:ext cx="3895344" cy="411480"/>
          </a:xfrm>
          <a:prstGeom prst="rect">
            <a:avLst/>
          </a:prstGeom>
          <a:noFill/>
          <a:ln>
            <a:noFill/>
          </a:ln>
        </p:spPr>
        <p:txBody>
          <a:bodyPr wrap="square" lIns="0" rIns="0" tIns="0" bIns="0"/>
          <a:lstStyle/>
          <a:p>
            <a:pPr>
              <a:lnSpc>
                <a:spcPct val="116000"/>
              </a:lnSpc>
            </a:pPr>
            <a:r>
              <a:rPr lang="en-US" sz="1700" b="0">
                <a:solidFill>
                  <a:srgbClr val="334155"/>
                </a:solidFill>
                <a:latin typeface="Arial"/>
              </a:rPr>
              <a:t>Attack success</a:t>
            </a:r>
          </a:p>
        </p:txBody>
      </p:sp>
      <p:sp>
        <p:nvSpPr>
          <p:cNvPr id="10013" name="Panel 10013"/>
          <p:cNvSpPr/>
          <p:nvPr/>
        </p:nvSpPr>
        <p:spPr>
          <a:xfrm>
            <a:off x="4526280" y="1664207"/>
            <a:ext cx="2359152" cy="566928"/>
          </a:xfrm>
          <a:prstGeom prst="rect">
            <a:avLst/>
          </a:prstGeom>
          <a:solidFill>
            <a:srgbClr val="F8FAFC"/>
          </a:solidFill>
          <a:ln>
            <a:noFill/>
          </a:ln>
        </p:spPr>
      </p:sp>
      <p:sp>
        <p:nvSpPr>
          <p:cNvPr id="10014" name="Text 10014"/>
          <p:cNvSpPr txBox="1"/>
          <p:nvPr/>
        </p:nvSpPr>
        <p:spPr>
          <a:xfrm>
            <a:off x="4645152" y="1783079"/>
            <a:ext cx="2157984" cy="411480"/>
          </a:xfrm>
          <a:prstGeom prst="rect">
            <a:avLst/>
          </a:prstGeom>
          <a:noFill/>
          <a:ln>
            <a:noFill/>
          </a:ln>
        </p:spPr>
        <p:txBody>
          <a:bodyPr wrap="square" lIns="0" rIns="0" tIns="0" bIns="0"/>
          <a:lstStyle/>
          <a:p>
            <a:pPr>
              <a:lnSpc>
                <a:spcPct val="116000"/>
              </a:lnSpc>
            </a:pPr>
            <a:r>
              <a:rPr lang="en-US" sz="1700" b="0">
                <a:solidFill>
                  <a:srgbClr val="334155"/>
                </a:solidFill>
                <a:latin typeface="Arial"/>
              </a:rPr>
              <a:t>11.1% (2/18)</a:t>
            </a:r>
          </a:p>
        </p:txBody>
      </p:sp>
      <p:sp>
        <p:nvSpPr>
          <p:cNvPr id="10015" name="Panel 10015"/>
          <p:cNvSpPr/>
          <p:nvPr/>
        </p:nvSpPr>
        <p:spPr>
          <a:xfrm>
            <a:off x="6903720" y="1664207"/>
            <a:ext cx="2359152" cy="566928"/>
          </a:xfrm>
          <a:prstGeom prst="rect">
            <a:avLst/>
          </a:prstGeom>
          <a:solidFill>
            <a:srgbClr val="F8FAFC"/>
          </a:solidFill>
          <a:ln>
            <a:noFill/>
          </a:ln>
        </p:spPr>
      </p:sp>
      <p:sp>
        <p:nvSpPr>
          <p:cNvPr id="10016" name="Text 10016"/>
          <p:cNvSpPr txBox="1"/>
          <p:nvPr/>
        </p:nvSpPr>
        <p:spPr>
          <a:xfrm>
            <a:off x="7022592" y="1783079"/>
            <a:ext cx="2157984" cy="411480"/>
          </a:xfrm>
          <a:prstGeom prst="rect">
            <a:avLst/>
          </a:prstGeom>
          <a:noFill/>
          <a:ln>
            <a:noFill/>
          </a:ln>
        </p:spPr>
        <p:txBody>
          <a:bodyPr wrap="square" lIns="0" rIns="0" tIns="0" bIns="0"/>
          <a:lstStyle/>
          <a:p>
            <a:pPr>
              <a:lnSpc>
                <a:spcPct val="116000"/>
              </a:lnSpc>
            </a:pPr>
            <a:r>
              <a:rPr lang="en-US" sz="1700" b="0">
                <a:solidFill>
                  <a:srgbClr val="334155"/>
                </a:solidFill>
                <a:latin typeface="Arial"/>
              </a:rPr>
              <a:t>0% (0/19)</a:t>
            </a:r>
          </a:p>
        </p:txBody>
      </p:sp>
      <p:sp>
        <p:nvSpPr>
          <p:cNvPr id="10017" name="Panel 10017"/>
          <p:cNvSpPr/>
          <p:nvPr/>
        </p:nvSpPr>
        <p:spPr>
          <a:xfrm>
            <a:off x="9281160" y="1664207"/>
            <a:ext cx="2450592" cy="566928"/>
          </a:xfrm>
          <a:prstGeom prst="rect">
            <a:avLst/>
          </a:prstGeom>
          <a:solidFill>
            <a:srgbClr val="F8FAFC"/>
          </a:solidFill>
          <a:ln>
            <a:noFill/>
          </a:ln>
        </p:spPr>
      </p:sp>
      <p:sp>
        <p:nvSpPr>
          <p:cNvPr id="10018" name="Text 10018"/>
          <p:cNvSpPr txBox="1"/>
          <p:nvPr/>
        </p:nvSpPr>
        <p:spPr>
          <a:xfrm>
            <a:off x="9400032" y="1783079"/>
            <a:ext cx="2249424" cy="411480"/>
          </a:xfrm>
          <a:prstGeom prst="rect">
            <a:avLst/>
          </a:prstGeom>
          <a:noFill/>
          <a:ln>
            <a:noFill/>
          </a:ln>
        </p:spPr>
        <p:txBody>
          <a:bodyPr wrap="square" lIns="0" rIns="0" tIns="0" bIns="0"/>
          <a:lstStyle/>
          <a:p>
            <a:pPr>
              <a:lnSpc>
                <a:spcPct val="116000"/>
              </a:lnSpc>
            </a:pPr>
            <a:r>
              <a:rPr lang="en-US" sz="1700" b="0">
                <a:solidFill>
                  <a:srgbClr val="334155"/>
                </a:solidFill>
                <a:latin typeface="Arial"/>
              </a:rPr>
              <a:t>0% (0/20)</a:t>
            </a:r>
          </a:p>
        </p:txBody>
      </p:sp>
      <p:sp>
        <p:nvSpPr>
          <p:cNvPr id="10019" name="Panel 10019"/>
          <p:cNvSpPr/>
          <p:nvPr/>
        </p:nvSpPr>
        <p:spPr>
          <a:xfrm>
            <a:off x="411480" y="2249424"/>
            <a:ext cx="4096512" cy="566928"/>
          </a:xfrm>
          <a:prstGeom prst="rect">
            <a:avLst/>
          </a:prstGeom>
          <a:solidFill>
            <a:srgbClr val="FDF2F2"/>
          </a:solidFill>
          <a:ln>
            <a:noFill/>
          </a:ln>
        </p:spPr>
      </p:sp>
      <p:sp>
        <p:nvSpPr>
          <p:cNvPr id="10020" name="Text 10020"/>
          <p:cNvSpPr txBox="1"/>
          <p:nvPr/>
        </p:nvSpPr>
        <p:spPr>
          <a:xfrm>
            <a:off x="530352" y="2368296"/>
            <a:ext cx="3895344" cy="411480"/>
          </a:xfrm>
          <a:prstGeom prst="rect">
            <a:avLst/>
          </a:prstGeom>
          <a:noFill/>
          <a:ln>
            <a:noFill/>
          </a:ln>
        </p:spPr>
        <p:txBody>
          <a:bodyPr wrap="square" lIns="0" rIns="0" tIns="0" bIns="0"/>
          <a:lstStyle/>
          <a:p>
            <a:pPr>
              <a:lnSpc>
                <a:spcPct val="116000"/>
              </a:lnSpc>
            </a:pPr>
            <a:r>
              <a:rPr lang="en-US" sz="1700" b="0">
                <a:solidFill>
                  <a:srgbClr val="334155"/>
                </a:solidFill>
                <a:latin typeface="Arial"/>
              </a:rPr>
              <a:t>Benign task success</a:t>
            </a:r>
          </a:p>
        </p:txBody>
      </p:sp>
      <p:sp>
        <p:nvSpPr>
          <p:cNvPr id="10021" name="Panel 10021"/>
          <p:cNvSpPr/>
          <p:nvPr/>
        </p:nvSpPr>
        <p:spPr>
          <a:xfrm>
            <a:off x="4526280" y="2249424"/>
            <a:ext cx="2359152" cy="566928"/>
          </a:xfrm>
          <a:prstGeom prst="rect">
            <a:avLst/>
          </a:prstGeom>
          <a:solidFill>
            <a:srgbClr val="FDF2F2"/>
          </a:solidFill>
          <a:ln>
            <a:noFill/>
          </a:ln>
        </p:spPr>
      </p:sp>
      <p:sp>
        <p:nvSpPr>
          <p:cNvPr id="10022" name="Text 10022"/>
          <p:cNvSpPr txBox="1"/>
          <p:nvPr/>
        </p:nvSpPr>
        <p:spPr>
          <a:xfrm>
            <a:off x="4645152" y="2368296"/>
            <a:ext cx="2157984" cy="411480"/>
          </a:xfrm>
          <a:prstGeom prst="rect">
            <a:avLst/>
          </a:prstGeom>
          <a:noFill/>
          <a:ln>
            <a:noFill/>
          </a:ln>
        </p:spPr>
        <p:txBody>
          <a:bodyPr wrap="square" lIns="0" rIns="0" tIns="0" bIns="0"/>
          <a:lstStyle/>
          <a:p>
            <a:pPr>
              <a:lnSpc>
                <a:spcPct val="116000"/>
              </a:lnSpc>
            </a:pPr>
            <a:r>
              <a:rPr lang="en-US" sz="1700" b="0">
                <a:solidFill>
                  <a:srgbClr val="334155"/>
                </a:solidFill>
                <a:latin typeface="Arial"/>
              </a:rPr>
              <a:t>100% (20/20)</a:t>
            </a:r>
          </a:p>
        </p:txBody>
      </p:sp>
      <p:sp>
        <p:nvSpPr>
          <p:cNvPr id="10023" name="Panel 10023"/>
          <p:cNvSpPr/>
          <p:nvPr/>
        </p:nvSpPr>
        <p:spPr>
          <a:xfrm>
            <a:off x="6903720" y="2249424"/>
            <a:ext cx="2359152" cy="566928"/>
          </a:xfrm>
          <a:prstGeom prst="rect">
            <a:avLst/>
          </a:prstGeom>
          <a:solidFill>
            <a:srgbClr val="FDF2F2"/>
          </a:solidFill>
          <a:ln>
            <a:noFill/>
          </a:ln>
        </p:spPr>
      </p:sp>
      <p:sp>
        <p:nvSpPr>
          <p:cNvPr id="10024" name="Text 10024"/>
          <p:cNvSpPr txBox="1"/>
          <p:nvPr/>
        </p:nvSpPr>
        <p:spPr>
          <a:xfrm>
            <a:off x="7022592" y="2368296"/>
            <a:ext cx="2157984" cy="411480"/>
          </a:xfrm>
          <a:prstGeom prst="rect">
            <a:avLst/>
          </a:prstGeom>
          <a:noFill/>
          <a:ln>
            <a:noFill/>
          </a:ln>
        </p:spPr>
        <p:txBody>
          <a:bodyPr wrap="square" lIns="0" rIns="0" tIns="0" bIns="0"/>
          <a:lstStyle/>
          <a:p>
            <a:pPr>
              <a:lnSpc>
                <a:spcPct val="116000"/>
              </a:lnSpc>
            </a:pPr>
            <a:r>
              <a:rPr lang="en-US" sz="1700" b="0">
                <a:solidFill>
                  <a:srgbClr val="334155"/>
                </a:solidFill>
                <a:latin typeface="Arial"/>
              </a:rPr>
              <a:t>100% (20/20)</a:t>
            </a:r>
          </a:p>
        </p:txBody>
      </p:sp>
      <p:sp>
        <p:nvSpPr>
          <p:cNvPr id="10025" name="Panel 10025"/>
          <p:cNvSpPr/>
          <p:nvPr/>
        </p:nvSpPr>
        <p:spPr>
          <a:xfrm>
            <a:off x="9281160" y="2249424"/>
            <a:ext cx="2450592" cy="566928"/>
          </a:xfrm>
          <a:prstGeom prst="rect">
            <a:avLst/>
          </a:prstGeom>
          <a:solidFill>
            <a:srgbClr val="FDF2F2"/>
          </a:solidFill>
          <a:ln>
            <a:noFill/>
          </a:ln>
        </p:spPr>
      </p:sp>
      <p:sp>
        <p:nvSpPr>
          <p:cNvPr id="10026" name="Text 10026"/>
          <p:cNvSpPr txBox="1"/>
          <p:nvPr/>
        </p:nvSpPr>
        <p:spPr>
          <a:xfrm>
            <a:off x="9400032" y="2368296"/>
            <a:ext cx="2249424" cy="411480"/>
          </a:xfrm>
          <a:prstGeom prst="rect">
            <a:avLst/>
          </a:prstGeom>
          <a:noFill/>
          <a:ln>
            <a:noFill/>
          </a:ln>
        </p:spPr>
        <p:txBody>
          <a:bodyPr wrap="square" lIns="0" rIns="0" tIns="0" bIns="0"/>
          <a:lstStyle/>
          <a:p>
            <a:pPr>
              <a:lnSpc>
                <a:spcPct val="116000"/>
              </a:lnSpc>
            </a:pPr>
            <a:r>
              <a:rPr lang="en-US" sz="1700" b="0">
                <a:solidFill>
                  <a:srgbClr val="334155"/>
                </a:solidFill>
                <a:latin typeface="Arial"/>
              </a:rPr>
              <a:t>100% (20/20)</a:t>
            </a:r>
          </a:p>
        </p:txBody>
      </p:sp>
      <p:sp>
        <p:nvSpPr>
          <p:cNvPr id="10027" name="Panel 10027"/>
          <p:cNvSpPr/>
          <p:nvPr/>
        </p:nvSpPr>
        <p:spPr>
          <a:xfrm>
            <a:off x="411480" y="2834639"/>
            <a:ext cx="4096512" cy="566928"/>
          </a:xfrm>
          <a:prstGeom prst="rect">
            <a:avLst/>
          </a:prstGeom>
          <a:solidFill>
            <a:srgbClr val="F8FAFC"/>
          </a:solidFill>
          <a:ln>
            <a:noFill/>
          </a:ln>
        </p:spPr>
      </p:sp>
      <p:sp>
        <p:nvSpPr>
          <p:cNvPr id="10028" name="Text 10028"/>
          <p:cNvSpPr txBox="1"/>
          <p:nvPr/>
        </p:nvSpPr>
        <p:spPr>
          <a:xfrm>
            <a:off x="530352" y="2953511"/>
            <a:ext cx="3895344" cy="411480"/>
          </a:xfrm>
          <a:prstGeom prst="rect">
            <a:avLst/>
          </a:prstGeom>
          <a:noFill/>
          <a:ln>
            <a:noFill/>
          </a:ln>
        </p:spPr>
        <p:txBody>
          <a:bodyPr wrap="square" lIns="0" rIns="0" tIns="0" bIns="0"/>
          <a:lstStyle/>
          <a:p>
            <a:pPr>
              <a:lnSpc>
                <a:spcPct val="116000"/>
              </a:lnSpc>
            </a:pPr>
            <a:r>
              <a:rPr lang="en-US" sz="1700" b="0">
                <a:solidFill>
                  <a:srgbClr val="334155"/>
                </a:solidFill>
                <a:latin typeface="Arial"/>
              </a:rPr>
              <a:t>C false positives</a:t>
            </a:r>
          </a:p>
        </p:txBody>
      </p:sp>
      <p:sp>
        <p:nvSpPr>
          <p:cNvPr id="10029" name="Panel 10029"/>
          <p:cNvSpPr/>
          <p:nvPr/>
        </p:nvSpPr>
        <p:spPr>
          <a:xfrm>
            <a:off x="4526280" y="2834639"/>
            <a:ext cx="2359152" cy="566928"/>
          </a:xfrm>
          <a:prstGeom prst="rect">
            <a:avLst/>
          </a:prstGeom>
          <a:solidFill>
            <a:srgbClr val="F8FAFC"/>
          </a:solidFill>
          <a:ln>
            <a:noFill/>
          </a:ln>
        </p:spPr>
      </p:sp>
      <p:sp>
        <p:nvSpPr>
          <p:cNvPr id="10030" name="Text 10030"/>
          <p:cNvSpPr txBox="1"/>
          <p:nvPr/>
        </p:nvSpPr>
        <p:spPr>
          <a:xfrm>
            <a:off x="4645152" y="2953511"/>
            <a:ext cx="2157984" cy="411480"/>
          </a:xfrm>
          <a:prstGeom prst="rect">
            <a:avLst/>
          </a:prstGeom>
          <a:noFill/>
          <a:ln>
            <a:noFill/>
          </a:ln>
        </p:spPr>
        <p:txBody>
          <a:bodyPr wrap="square" lIns="0" rIns="0" tIns="0" bIns="0"/>
          <a:lstStyle/>
          <a:p>
            <a:pPr>
              <a:lnSpc>
                <a:spcPct val="116000"/>
              </a:lnSpc>
            </a:pPr>
            <a:r>
              <a:rPr lang="en-US" sz="1700" b="0">
                <a:solidFill>
                  <a:srgbClr val="334155"/>
                </a:solidFill>
                <a:latin typeface="Arial"/>
              </a:rPr>
              <a:t>N/A</a:t>
            </a:r>
          </a:p>
        </p:txBody>
      </p:sp>
      <p:sp>
        <p:nvSpPr>
          <p:cNvPr id="10031" name="Panel 10031"/>
          <p:cNvSpPr/>
          <p:nvPr/>
        </p:nvSpPr>
        <p:spPr>
          <a:xfrm>
            <a:off x="6903720" y="2834639"/>
            <a:ext cx="2359152" cy="566928"/>
          </a:xfrm>
          <a:prstGeom prst="rect">
            <a:avLst/>
          </a:prstGeom>
          <a:solidFill>
            <a:srgbClr val="F8FAFC"/>
          </a:solidFill>
          <a:ln>
            <a:noFill/>
          </a:ln>
        </p:spPr>
      </p:sp>
      <p:sp>
        <p:nvSpPr>
          <p:cNvPr id="10032" name="Text 10032"/>
          <p:cNvSpPr txBox="1"/>
          <p:nvPr/>
        </p:nvSpPr>
        <p:spPr>
          <a:xfrm>
            <a:off x="7022592" y="2953511"/>
            <a:ext cx="2157984" cy="411480"/>
          </a:xfrm>
          <a:prstGeom prst="rect">
            <a:avLst/>
          </a:prstGeom>
          <a:noFill/>
          <a:ln>
            <a:noFill/>
          </a:ln>
        </p:spPr>
        <p:txBody>
          <a:bodyPr wrap="square" lIns="0" rIns="0" tIns="0" bIns="0"/>
          <a:lstStyle/>
          <a:p>
            <a:pPr>
              <a:lnSpc>
                <a:spcPct val="116000"/>
              </a:lnSpc>
            </a:pPr>
            <a:r>
              <a:rPr lang="en-US" sz="1700" b="0">
                <a:solidFill>
                  <a:srgbClr val="334155"/>
                </a:solidFill>
                <a:latin typeface="Arial"/>
              </a:rPr>
              <a:t>N/A</a:t>
            </a:r>
          </a:p>
        </p:txBody>
      </p:sp>
      <p:sp>
        <p:nvSpPr>
          <p:cNvPr id="10033" name="Panel 10033"/>
          <p:cNvSpPr/>
          <p:nvPr/>
        </p:nvSpPr>
        <p:spPr>
          <a:xfrm>
            <a:off x="9281160" y="2834639"/>
            <a:ext cx="2450592" cy="566928"/>
          </a:xfrm>
          <a:prstGeom prst="rect">
            <a:avLst/>
          </a:prstGeom>
          <a:solidFill>
            <a:srgbClr val="F8FAFC"/>
          </a:solidFill>
          <a:ln>
            <a:noFill/>
          </a:ln>
        </p:spPr>
      </p:sp>
      <p:sp>
        <p:nvSpPr>
          <p:cNvPr id="10034" name="Text 10034"/>
          <p:cNvSpPr txBox="1"/>
          <p:nvPr/>
        </p:nvSpPr>
        <p:spPr>
          <a:xfrm>
            <a:off x="9400032" y="2953511"/>
            <a:ext cx="2249424" cy="411480"/>
          </a:xfrm>
          <a:prstGeom prst="rect">
            <a:avLst/>
          </a:prstGeom>
          <a:noFill/>
          <a:ln>
            <a:noFill/>
          </a:ln>
        </p:spPr>
        <p:txBody>
          <a:bodyPr wrap="square" lIns="0" rIns="0" tIns="0" bIns="0"/>
          <a:lstStyle/>
          <a:p>
            <a:pPr>
              <a:lnSpc>
                <a:spcPct val="116000"/>
              </a:lnSpc>
            </a:pPr>
            <a:r>
              <a:rPr lang="en-US" sz="1700" b="0">
                <a:solidFill>
                  <a:srgbClr val="334155"/>
                </a:solidFill>
                <a:latin typeface="Arial"/>
              </a:rPr>
              <a:t>0% (0/20)</a:t>
            </a:r>
          </a:p>
        </p:txBody>
      </p:sp>
      <p:sp>
        <p:nvSpPr>
          <p:cNvPr id="10035" name="Panel 10035"/>
          <p:cNvSpPr/>
          <p:nvPr/>
        </p:nvSpPr>
        <p:spPr>
          <a:xfrm>
            <a:off x="411480" y="3419856"/>
            <a:ext cx="4096512" cy="566928"/>
          </a:xfrm>
          <a:prstGeom prst="rect">
            <a:avLst/>
          </a:prstGeom>
          <a:solidFill>
            <a:srgbClr val="FDF2F2"/>
          </a:solidFill>
          <a:ln>
            <a:noFill/>
          </a:ln>
        </p:spPr>
      </p:sp>
      <p:sp>
        <p:nvSpPr>
          <p:cNvPr id="10036" name="Text 10036"/>
          <p:cNvSpPr txBox="1"/>
          <p:nvPr/>
        </p:nvSpPr>
        <p:spPr>
          <a:xfrm>
            <a:off x="530352" y="3538728"/>
            <a:ext cx="3895344" cy="411480"/>
          </a:xfrm>
          <a:prstGeom prst="rect">
            <a:avLst/>
          </a:prstGeom>
          <a:noFill/>
          <a:ln>
            <a:noFill/>
          </a:ln>
        </p:spPr>
        <p:txBody>
          <a:bodyPr wrap="square" lIns="0" rIns="0" tIns="0" bIns="0"/>
          <a:lstStyle/>
          <a:p>
            <a:pPr>
              <a:lnSpc>
                <a:spcPct val="116000"/>
              </a:lnSpc>
            </a:pPr>
            <a:r>
              <a:rPr lang="en-US" sz="1700" b="0">
                <a:solidFill>
                  <a:srgbClr val="334155"/>
                </a:solidFill>
                <a:latin typeface="Arial"/>
              </a:rPr>
              <a:t>Human quality / 4</a:t>
            </a:r>
          </a:p>
        </p:txBody>
      </p:sp>
      <p:sp>
        <p:nvSpPr>
          <p:cNvPr id="10037" name="Panel 10037"/>
          <p:cNvSpPr/>
          <p:nvPr/>
        </p:nvSpPr>
        <p:spPr>
          <a:xfrm>
            <a:off x="4526280" y="3419856"/>
            <a:ext cx="2359152" cy="566928"/>
          </a:xfrm>
          <a:prstGeom prst="rect">
            <a:avLst/>
          </a:prstGeom>
          <a:solidFill>
            <a:srgbClr val="FDF2F2"/>
          </a:solidFill>
          <a:ln>
            <a:noFill/>
          </a:ln>
        </p:spPr>
      </p:sp>
      <p:sp>
        <p:nvSpPr>
          <p:cNvPr id="10038" name="Text 10038"/>
          <p:cNvSpPr txBox="1"/>
          <p:nvPr/>
        </p:nvSpPr>
        <p:spPr>
          <a:xfrm>
            <a:off x="4645152" y="3538728"/>
            <a:ext cx="2157984" cy="411480"/>
          </a:xfrm>
          <a:prstGeom prst="rect">
            <a:avLst/>
          </a:prstGeom>
          <a:noFill/>
          <a:ln>
            <a:noFill/>
          </a:ln>
        </p:spPr>
        <p:txBody>
          <a:bodyPr wrap="square" lIns="0" rIns="0" tIns="0" bIns="0"/>
          <a:lstStyle/>
          <a:p>
            <a:pPr>
              <a:lnSpc>
                <a:spcPct val="116000"/>
              </a:lnSpc>
            </a:pPr>
            <a:r>
              <a:rPr lang="en-US" sz="1700" b="0">
                <a:solidFill>
                  <a:srgbClr val="334155"/>
                </a:solidFill>
                <a:latin typeface="Arial"/>
              </a:rPr>
              <a:t>4.0 (n=2)</a:t>
            </a:r>
          </a:p>
        </p:txBody>
      </p:sp>
      <p:sp>
        <p:nvSpPr>
          <p:cNvPr id="10039" name="Panel 10039"/>
          <p:cNvSpPr/>
          <p:nvPr/>
        </p:nvSpPr>
        <p:spPr>
          <a:xfrm>
            <a:off x="6903720" y="3419856"/>
            <a:ext cx="2359152" cy="566928"/>
          </a:xfrm>
          <a:prstGeom prst="rect">
            <a:avLst/>
          </a:prstGeom>
          <a:solidFill>
            <a:srgbClr val="FDF2F2"/>
          </a:solidFill>
          <a:ln>
            <a:noFill/>
          </a:ln>
        </p:spPr>
      </p:sp>
      <p:sp>
        <p:nvSpPr>
          <p:cNvPr id="10040" name="Text 10040"/>
          <p:cNvSpPr txBox="1"/>
          <p:nvPr/>
        </p:nvSpPr>
        <p:spPr>
          <a:xfrm>
            <a:off x="7022592" y="3538728"/>
            <a:ext cx="2157984" cy="411480"/>
          </a:xfrm>
          <a:prstGeom prst="rect">
            <a:avLst/>
          </a:prstGeom>
          <a:noFill/>
          <a:ln>
            <a:noFill/>
          </a:ln>
        </p:spPr>
        <p:txBody>
          <a:bodyPr wrap="square" lIns="0" rIns="0" tIns="0" bIns="0"/>
          <a:lstStyle/>
          <a:p>
            <a:pPr>
              <a:lnSpc>
                <a:spcPct val="116000"/>
              </a:lnSpc>
            </a:pPr>
            <a:r>
              <a:rPr lang="en-US" sz="1700" b="0">
                <a:solidFill>
                  <a:srgbClr val="334155"/>
                </a:solidFill>
                <a:latin typeface="Arial"/>
              </a:rPr>
              <a:t>4.0 (n=1)</a:t>
            </a:r>
          </a:p>
        </p:txBody>
      </p:sp>
      <p:sp>
        <p:nvSpPr>
          <p:cNvPr id="10041" name="Panel 10041"/>
          <p:cNvSpPr/>
          <p:nvPr/>
        </p:nvSpPr>
        <p:spPr>
          <a:xfrm>
            <a:off x="9281160" y="3419856"/>
            <a:ext cx="2450592" cy="566928"/>
          </a:xfrm>
          <a:prstGeom prst="rect">
            <a:avLst/>
          </a:prstGeom>
          <a:solidFill>
            <a:srgbClr val="FDF2F2"/>
          </a:solidFill>
          <a:ln>
            <a:noFill/>
          </a:ln>
        </p:spPr>
      </p:sp>
      <p:sp>
        <p:nvSpPr>
          <p:cNvPr id="10042" name="Text 10042"/>
          <p:cNvSpPr txBox="1"/>
          <p:nvPr/>
        </p:nvSpPr>
        <p:spPr>
          <a:xfrm>
            <a:off x="9400032" y="3538728"/>
            <a:ext cx="2249424" cy="411480"/>
          </a:xfrm>
          <a:prstGeom prst="rect">
            <a:avLst/>
          </a:prstGeom>
          <a:noFill/>
          <a:ln>
            <a:noFill/>
          </a:ln>
        </p:spPr>
        <p:txBody>
          <a:bodyPr wrap="square" lIns="0" rIns="0" tIns="0" bIns="0"/>
          <a:lstStyle/>
          <a:p>
            <a:pPr>
              <a:lnSpc>
                <a:spcPct val="116000"/>
              </a:lnSpc>
            </a:pPr>
            <a:r>
              <a:rPr lang="en-US" sz="1700" b="0">
                <a:solidFill>
                  <a:srgbClr val="334155"/>
                </a:solidFill>
                <a:latin typeface="Arial"/>
              </a:rPr>
              <a:t>4.0 (n=1)</a:t>
            </a:r>
          </a:p>
        </p:txBody>
      </p:sp>
      <p:sp>
        <p:nvSpPr>
          <p:cNvPr id="10043" name="Panel 10043"/>
          <p:cNvSpPr/>
          <p:nvPr/>
        </p:nvSpPr>
        <p:spPr>
          <a:xfrm>
            <a:off x="411480" y="4005072"/>
            <a:ext cx="4096512" cy="566928"/>
          </a:xfrm>
          <a:prstGeom prst="rect">
            <a:avLst/>
          </a:prstGeom>
          <a:solidFill>
            <a:srgbClr val="F8FAFC"/>
          </a:solidFill>
          <a:ln>
            <a:noFill/>
          </a:ln>
        </p:spPr>
      </p:sp>
      <p:sp>
        <p:nvSpPr>
          <p:cNvPr id="10044" name="Text 10044"/>
          <p:cNvSpPr txBox="1"/>
          <p:nvPr/>
        </p:nvSpPr>
        <p:spPr>
          <a:xfrm>
            <a:off x="530352" y="4123944"/>
            <a:ext cx="3895344" cy="411480"/>
          </a:xfrm>
          <a:prstGeom prst="rect">
            <a:avLst/>
          </a:prstGeom>
          <a:noFill/>
          <a:ln>
            <a:noFill/>
          </a:ln>
        </p:spPr>
        <p:txBody>
          <a:bodyPr wrap="square" lIns="0" rIns="0" tIns="0" bIns="0"/>
          <a:lstStyle/>
          <a:p>
            <a:pPr>
              <a:lnSpc>
                <a:spcPct val="116000"/>
              </a:lnSpc>
            </a:pPr>
            <a:r>
              <a:rPr lang="en-US" sz="1700" b="0">
                <a:solidFill>
                  <a:srgbClr val="334155"/>
                </a:solidFill>
                <a:latin typeface="Arial"/>
              </a:rPr>
              <a:t>Mean latency</a:t>
            </a:r>
          </a:p>
        </p:txBody>
      </p:sp>
      <p:sp>
        <p:nvSpPr>
          <p:cNvPr id="10045" name="Panel 10045"/>
          <p:cNvSpPr/>
          <p:nvPr/>
        </p:nvSpPr>
        <p:spPr>
          <a:xfrm>
            <a:off x="4526280" y="4005072"/>
            <a:ext cx="2359152" cy="566928"/>
          </a:xfrm>
          <a:prstGeom prst="rect">
            <a:avLst/>
          </a:prstGeom>
          <a:solidFill>
            <a:srgbClr val="F8FAFC"/>
          </a:solidFill>
          <a:ln>
            <a:noFill/>
          </a:ln>
        </p:spPr>
      </p:sp>
      <p:sp>
        <p:nvSpPr>
          <p:cNvPr id="10046" name="Text 10046"/>
          <p:cNvSpPr txBox="1"/>
          <p:nvPr/>
        </p:nvSpPr>
        <p:spPr>
          <a:xfrm>
            <a:off x="4645152" y="4123944"/>
            <a:ext cx="2157984" cy="411480"/>
          </a:xfrm>
          <a:prstGeom prst="rect">
            <a:avLst/>
          </a:prstGeom>
          <a:noFill/>
          <a:ln>
            <a:noFill/>
          </a:ln>
        </p:spPr>
        <p:txBody>
          <a:bodyPr wrap="square" lIns="0" rIns="0" tIns="0" bIns="0"/>
          <a:lstStyle/>
          <a:p>
            <a:pPr>
              <a:lnSpc>
                <a:spcPct val="116000"/>
              </a:lnSpc>
            </a:pPr>
            <a:r>
              <a:rPr lang="en-US" sz="1700" b="0">
                <a:solidFill>
                  <a:srgbClr val="334155"/>
                </a:solidFill>
                <a:latin typeface="Arial"/>
              </a:rPr>
              <a:t>3.557 s</a:t>
            </a:r>
          </a:p>
        </p:txBody>
      </p:sp>
      <p:sp>
        <p:nvSpPr>
          <p:cNvPr id="10047" name="Panel 10047"/>
          <p:cNvSpPr/>
          <p:nvPr/>
        </p:nvSpPr>
        <p:spPr>
          <a:xfrm>
            <a:off x="6903720" y="4005072"/>
            <a:ext cx="2359152" cy="566928"/>
          </a:xfrm>
          <a:prstGeom prst="rect">
            <a:avLst/>
          </a:prstGeom>
          <a:solidFill>
            <a:srgbClr val="F8FAFC"/>
          </a:solidFill>
          <a:ln>
            <a:noFill/>
          </a:ln>
        </p:spPr>
      </p:sp>
      <p:sp>
        <p:nvSpPr>
          <p:cNvPr id="10048" name="Text 10048"/>
          <p:cNvSpPr txBox="1"/>
          <p:nvPr/>
        </p:nvSpPr>
        <p:spPr>
          <a:xfrm>
            <a:off x="7022592" y="4123944"/>
            <a:ext cx="2157984" cy="411480"/>
          </a:xfrm>
          <a:prstGeom prst="rect">
            <a:avLst/>
          </a:prstGeom>
          <a:noFill/>
          <a:ln>
            <a:noFill/>
          </a:ln>
        </p:spPr>
        <p:txBody>
          <a:bodyPr wrap="square" lIns="0" rIns="0" tIns="0" bIns="0"/>
          <a:lstStyle/>
          <a:p>
            <a:pPr>
              <a:lnSpc>
                <a:spcPct val="116000"/>
              </a:lnSpc>
            </a:pPr>
            <a:r>
              <a:rPr lang="en-US" sz="1700" b="0">
                <a:solidFill>
                  <a:srgbClr val="334155"/>
                </a:solidFill>
                <a:latin typeface="Arial"/>
              </a:rPr>
              <a:t>3.647 s</a:t>
            </a:r>
          </a:p>
        </p:txBody>
      </p:sp>
      <p:sp>
        <p:nvSpPr>
          <p:cNvPr id="10049" name="Panel 10049"/>
          <p:cNvSpPr/>
          <p:nvPr/>
        </p:nvSpPr>
        <p:spPr>
          <a:xfrm>
            <a:off x="9281160" y="4005072"/>
            <a:ext cx="2450592" cy="566928"/>
          </a:xfrm>
          <a:prstGeom prst="rect">
            <a:avLst/>
          </a:prstGeom>
          <a:solidFill>
            <a:srgbClr val="F8FAFC"/>
          </a:solidFill>
          <a:ln>
            <a:noFill/>
          </a:ln>
        </p:spPr>
      </p:sp>
      <p:sp>
        <p:nvSpPr>
          <p:cNvPr id="10050" name="Text 10050"/>
          <p:cNvSpPr txBox="1"/>
          <p:nvPr/>
        </p:nvSpPr>
        <p:spPr>
          <a:xfrm>
            <a:off x="9400032" y="4123944"/>
            <a:ext cx="2249424" cy="411480"/>
          </a:xfrm>
          <a:prstGeom prst="rect">
            <a:avLst/>
          </a:prstGeom>
          <a:noFill/>
          <a:ln>
            <a:noFill/>
          </a:ln>
        </p:spPr>
        <p:txBody>
          <a:bodyPr wrap="square" lIns="0" rIns="0" tIns="0" bIns="0"/>
          <a:lstStyle/>
          <a:p>
            <a:pPr>
              <a:lnSpc>
                <a:spcPct val="116000"/>
              </a:lnSpc>
            </a:pPr>
            <a:r>
              <a:rPr lang="en-US" sz="1700" b="0">
                <a:solidFill>
                  <a:srgbClr val="334155"/>
                </a:solidFill>
                <a:latin typeface="Arial"/>
              </a:rPr>
              <a:t>5.801 s</a:t>
            </a:r>
          </a:p>
        </p:txBody>
      </p:sp>
      <p:sp>
        <p:nvSpPr>
          <p:cNvPr id="10051" name="Panel 10051"/>
          <p:cNvSpPr/>
          <p:nvPr/>
        </p:nvSpPr>
        <p:spPr>
          <a:xfrm>
            <a:off x="411480" y="4590288"/>
            <a:ext cx="4096512" cy="566928"/>
          </a:xfrm>
          <a:prstGeom prst="rect">
            <a:avLst/>
          </a:prstGeom>
          <a:solidFill>
            <a:srgbClr val="FDF2F2"/>
          </a:solidFill>
          <a:ln>
            <a:noFill/>
          </a:ln>
        </p:spPr>
      </p:sp>
      <p:sp>
        <p:nvSpPr>
          <p:cNvPr id="10052" name="Text 10052"/>
          <p:cNvSpPr txBox="1"/>
          <p:nvPr/>
        </p:nvSpPr>
        <p:spPr>
          <a:xfrm>
            <a:off x="530352" y="4709159"/>
            <a:ext cx="3895344" cy="411480"/>
          </a:xfrm>
          <a:prstGeom prst="rect">
            <a:avLst/>
          </a:prstGeom>
          <a:noFill/>
          <a:ln>
            <a:noFill/>
          </a:ln>
        </p:spPr>
        <p:txBody>
          <a:bodyPr wrap="square" lIns="0" rIns="0" tIns="0" bIns="0"/>
          <a:lstStyle/>
          <a:p>
            <a:pPr>
              <a:lnSpc>
                <a:spcPct val="116000"/>
              </a:lnSpc>
            </a:pPr>
            <a:r>
              <a:rPr lang="en-US" sz="1700" b="0">
                <a:solidFill>
                  <a:srgbClr val="334155"/>
                </a:solidFill>
                <a:latin typeface="Arial"/>
              </a:rPr>
              <a:t>Errors / pending review</a:t>
            </a:r>
          </a:p>
        </p:txBody>
      </p:sp>
      <p:sp>
        <p:nvSpPr>
          <p:cNvPr id="10053" name="Panel 10053"/>
          <p:cNvSpPr/>
          <p:nvPr/>
        </p:nvSpPr>
        <p:spPr>
          <a:xfrm>
            <a:off x="4526280" y="4590288"/>
            <a:ext cx="2359152" cy="566928"/>
          </a:xfrm>
          <a:prstGeom prst="rect">
            <a:avLst/>
          </a:prstGeom>
          <a:solidFill>
            <a:srgbClr val="FDF2F2"/>
          </a:solidFill>
          <a:ln>
            <a:noFill/>
          </a:ln>
        </p:spPr>
      </p:sp>
      <p:sp>
        <p:nvSpPr>
          <p:cNvPr id="10054" name="Text 10054"/>
          <p:cNvSpPr txBox="1"/>
          <p:nvPr/>
        </p:nvSpPr>
        <p:spPr>
          <a:xfrm>
            <a:off x="4645152" y="4709159"/>
            <a:ext cx="2157984" cy="411480"/>
          </a:xfrm>
          <a:prstGeom prst="rect">
            <a:avLst/>
          </a:prstGeom>
          <a:noFill/>
          <a:ln>
            <a:noFill/>
          </a:ln>
        </p:spPr>
        <p:txBody>
          <a:bodyPr wrap="square" lIns="0" rIns="0" tIns="0" bIns="0"/>
          <a:lstStyle/>
          <a:p>
            <a:pPr>
              <a:lnSpc>
                <a:spcPct val="116000"/>
              </a:lnSpc>
            </a:pPr>
            <a:r>
              <a:rPr lang="en-US" sz="1700" b="0">
                <a:solidFill>
                  <a:srgbClr val="334155"/>
                </a:solidFill>
                <a:latin typeface="Arial"/>
              </a:rPr>
              <a:t>4 / 5</a:t>
            </a:r>
          </a:p>
        </p:txBody>
      </p:sp>
      <p:sp>
        <p:nvSpPr>
          <p:cNvPr id="10055" name="Panel 10055"/>
          <p:cNvSpPr/>
          <p:nvPr/>
        </p:nvSpPr>
        <p:spPr>
          <a:xfrm>
            <a:off x="6903720" y="4590288"/>
            <a:ext cx="2359152" cy="566928"/>
          </a:xfrm>
          <a:prstGeom prst="rect">
            <a:avLst/>
          </a:prstGeom>
          <a:solidFill>
            <a:srgbClr val="FDF2F2"/>
          </a:solidFill>
          <a:ln>
            <a:noFill/>
          </a:ln>
        </p:spPr>
      </p:sp>
      <p:sp>
        <p:nvSpPr>
          <p:cNvPr id="10056" name="Text 10056"/>
          <p:cNvSpPr txBox="1"/>
          <p:nvPr/>
        </p:nvSpPr>
        <p:spPr>
          <a:xfrm>
            <a:off x="7022592" y="4709159"/>
            <a:ext cx="2157984" cy="411480"/>
          </a:xfrm>
          <a:prstGeom prst="rect">
            <a:avLst/>
          </a:prstGeom>
          <a:noFill/>
          <a:ln>
            <a:noFill/>
          </a:ln>
        </p:spPr>
        <p:txBody>
          <a:bodyPr wrap="square" lIns="0" rIns="0" tIns="0" bIns="0"/>
          <a:lstStyle/>
          <a:p>
            <a:pPr>
              <a:lnSpc>
                <a:spcPct val="116000"/>
              </a:lnSpc>
            </a:pPr>
            <a:r>
              <a:rPr lang="en-US" sz="1700" b="0">
                <a:solidFill>
                  <a:srgbClr val="334155"/>
                </a:solidFill>
                <a:latin typeface="Arial"/>
              </a:rPr>
              <a:t>4 / 4</a:t>
            </a:r>
          </a:p>
        </p:txBody>
      </p:sp>
      <p:sp>
        <p:nvSpPr>
          <p:cNvPr id="10057" name="Panel 10057"/>
          <p:cNvSpPr/>
          <p:nvPr/>
        </p:nvSpPr>
        <p:spPr>
          <a:xfrm>
            <a:off x="9281160" y="4590288"/>
            <a:ext cx="2450592" cy="566928"/>
          </a:xfrm>
          <a:prstGeom prst="rect">
            <a:avLst/>
          </a:prstGeom>
          <a:solidFill>
            <a:srgbClr val="FDF2F2"/>
          </a:solidFill>
          <a:ln>
            <a:noFill/>
          </a:ln>
        </p:spPr>
      </p:sp>
      <p:sp>
        <p:nvSpPr>
          <p:cNvPr id="10058" name="Text 10058"/>
          <p:cNvSpPr txBox="1"/>
          <p:nvPr/>
        </p:nvSpPr>
        <p:spPr>
          <a:xfrm>
            <a:off x="9400032" y="4709159"/>
            <a:ext cx="2249424" cy="411480"/>
          </a:xfrm>
          <a:prstGeom prst="rect">
            <a:avLst/>
          </a:prstGeom>
          <a:noFill/>
          <a:ln>
            <a:noFill/>
          </a:ln>
        </p:spPr>
        <p:txBody>
          <a:bodyPr wrap="square" lIns="0" rIns="0" tIns="0" bIns="0"/>
          <a:lstStyle/>
          <a:p>
            <a:pPr>
              <a:lnSpc>
                <a:spcPct val="116000"/>
              </a:lnSpc>
            </a:pPr>
            <a:r>
              <a:rPr lang="en-US" sz="1700" b="0">
                <a:solidFill>
                  <a:srgbClr val="334155"/>
                </a:solidFill>
                <a:latin typeface="Arial"/>
              </a:rPr>
              <a:t>5 / 2</a:t>
            </a:r>
          </a:p>
        </p:txBody>
      </p:sp>
      <p:sp>
        <p:nvSpPr>
          <p:cNvPr id="10059" name="Text 10059"/>
          <p:cNvSpPr txBox="1"/>
          <p:nvPr/>
        </p:nvSpPr>
        <p:spPr>
          <a:xfrm>
            <a:off x="502920" y="5422392"/>
            <a:ext cx="11155680" cy="822960"/>
          </a:xfrm>
          <a:prstGeom prst="rect">
            <a:avLst/>
          </a:prstGeom>
          <a:noFill/>
          <a:ln>
            <a:noFill/>
          </a:ln>
        </p:spPr>
        <p:txBody>
          <a:bodyPr wrap="square" lIns="0" rIns="0" tIns="0" bIns="0"/>
          <a:lstStyle/>
          <a:p>
            <a:pPr>
              <a:lnSpc>
                <a:spcPct val="116000"/>
              </a:lnSpc>
            </a:pPr>
            <a:r>
              <a:rPr lang="en-US" sz="2100" b="1">
                <a:solidFill>
                  <a:srgbClr val="E24048"/>
                </a:solidFill>
                <a:latin typeface="Arial"/>
              </a:rPr>
              <a:t>141/141 recorded ≠ 141 successful answers.</a:t>
            </a:r>
          </a:p>
          <a:p>
            <a:pPr>
              <a:lnSpc>
                <a:spcPct val="116000"/>
              </a:lnSpc>
            </a:pPr>
            <a:r>
              <a:rPr lang="en-US" sz="2100" b="1">
                <a:solidFill>
                  <a:srgbClr val="E24048"/>
                </a:solidFill>
                <a:latin typeface="Arial"/>
              </a:rPr>
              <a:t>13 errors • 11 awaiting review • only 4 human quality ratings</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3" name="Shape 2763"/>
        <p:cNvGrpSpPr/>
        <p:nvPr/>
      </p:nvGrpSpPr>
      <p:grpSpPr>
        <a:xfrm>
          <a:off x="0" y="0"/>
          <a:ext cx="0" cy="0"/>
          <a:chOff x="0" y="0"/>
          <a:chExt cx="0" cy="0"/>
        </a:xfrm>
      </p:grpSpPr>
      <p:cxnSp>
        <p:nvCxnSpPr>
          <p:cNvPr id="2765" name="Google Shape;2765;p8"/>
          <p:cNvCxnSpPr/>
          <p:nvPr/>
        </p:nvCxnSpPr>
        <p:spPr>
          <a:xfrm>
            <a:off x="342900" y="699890"/>
            <a:ext cx="11582400" cy="0"/>
          </a:xfrm>
          <a:prstGeom prst="straightConnector1">
            <a:avLst/>
          </a:prstGeom>
          <a:noFill/>
          <a:ln cap="flat" cmpd="sng" w="12700">
            <a:solidFill>
              <a:srgbClr val="E6E6E6"/>
            </a:solidFill>
            <a:prstDash val="solid"/>
            <a:miter lim="8000"/>
            <a:headEnd len="sm" w="sm" type="none"/>
            <a:tailEnd len="sm" w="sm" type="none"/>
          </a:ln>
        </p:spPr>
      </p:cxnSp>
      <p:cxnSp>
        <p:nvCxnSpPr>
          <p:cNvPr id="2766" name="Google Shape;2766;p8"/>
          <p:cNvCxnSpPr/>
          <p:nvPr/>
        </p:nvCxnSpPr>
        <p:spPr>
          <a:xfrm>
            <a:off x="369794" y="699890"/>
            <a:ext cx="800100" cy="0"/>
          </a:xfrm>
          <a:prstGeom prst="straightConnector1">
            <a:avLst/>
          </a:prstGeom>
          <a:noFill/>
          <a:ln cap="rnd" cmpd="sng" w="57150">
            <a:solidFill>
              <a:srgbClr val="E24048"/>
            </a:solidFill>
            <a:prstDash val="solid"/>
            <a:miter lim="8000"/>
            <a:headEnd len="sm" w="sm" type="none"/>
            <a:tailEnd len="sm" w="sm" type="none"/>
          </a:ln>
        </p:spPr>
      </p:cxnSp>
      <p:pic>
        <p:nvPicPr>
          <p:cNvPr id="2767" name="Google Shape;2767;p8"/>
          <p:cNvPicPr preferRelativeResize="0"/>
          <p:nvPr/>
        </p:nvPicPr>
        <p:blipFill rotWithShape="1">
          <a:blip r:embed="rId3">
            <a:alphaModFix/>
          </a:blip>
          <a:srcRect b="0" l="0" r="0" t="0"/>
          <a:stretch/>
        </p:blipFill>
        <p:spPr>
          <a:xfrm>
            <a:off x="11324230" y="6360462"/>
            <a:ext cx="601069" cy="318213"/>
          </a:xfrm>
          <a:prstGeom prst="rect">
            <a:avLst/>
          </a:prstGeom>
          <a:noFill/>
          <a:ln>
            <a:noFill/>
          </a:ln>
        </p:spPr>
      </p:pic>
      <p:sp>
        <p:nvSpPr>
          <p:cNvPr id="10001" name="Text 10001"/>
          <p:cNvSpPr txBox="1"/>
          <p:nvPr/>
        </p:nvSpPr>
        <p:spPr>
          <a:xfrm>
            <a:off x="347472" y="118872"/>
            <a:ext cx="11338560" cy="548640"/>
          </a:xfrm>
          <a:prstGeom prst="rect">
            <a:avLst/>
          </a:prstGeom>
          <a:noFill/>
          <a:ln>
            <a:noFill/>
          </a:ln>
        </p:spPr>
        <p:txBody>
          <a:bodyPr wrap="square" lIns="0" rIns="0" tIns="0" bIns="0"/>
          <a:lstStyle/>
          <a:p>
            <a:pPr>
              <a:lnSpc>
                <a:spcPct val="116000"/>
              </a:lnSpc>
            </a:pPr>
            <a:r>
              <a:rPr lang="en-US" sz="2800" b="1">
                <a:solidFill>
                  <a:srgbClr val="1E3D7D"/>
                </a:solidFill>
                <a:latin typeface="Arial"/>
              </a:rPr>
              <a:t>Conclusion and remaining evaluation</a:t>
            </a:r>
          </a:p>
        </p:txBody>
      </p:sp>
      <p:sp>
        <p:nvSpPr>
          <p:cNvPr id="10002" name="Text 10002"/>
          <p:cNvSpPr txBox="1"/>
          <p:nvPr/>
        </p:nvSpPr>
        <p:spPr>
          <a:xfrm>
            <a:off x="265176" y="6556248"/>
            <a:ext cx="457200" cy="182880"/>
          </a:xfrm>
          <a:prstGeom prst="rect">
            <a:avLst/>
          </a:prstGeom>
          <a:noFill/>
          <a:ln>
            <a:noFill/>
          </a:ln>
        </p:spPr>
        <p:txBody>
          <a:bodyPr wrap="square" lIns="0" rIns="0" tIns="0" bIns="0"/>
          <a:lstStyle/>
          <a:p>
            <a:pPr>
              <a:lnSpc>
                <a:spcPct val="116000"/>
              </a:lnSpc>
            </a:pPr>
            <a:r>
              <a:rPr lang="en-US" sz="900" b="0">
                <a:solidFill>
                  <a:srgbClr val="334155"/>
                </a:solidFill>
                <a:latin typeface="Arial"/>
              </a:rPr>
              <a:t>8</a:t>
            </a:r>
          </a:p>
        </p:txBody>
      </p:sp>
      <p:sp>
        <p:nvSpPr>
          <p:cNvPr id="10003" name="Panel 10003"/>
          <p:cNvSpPr/>
          <p:nvPr/>
        </p:nvSpPr>
        <p:spPr>
          <a:xfrm>
            <a:off x="411480" y="1097280"/>
            <a:ext cx="5486400" cy="4526280"/>
          </a:xfrm>
          <a:prstGeom prst="rect">
            <a:avLst/>
          </a:prstGeom>
          <a:solidFill>
            <a:srgbClr val="F8FAFC"/>
          </a:solidFill>
          <a:ln>
            <a:noFill/>
          </a:ln>
        </p:spPr>
      </p:sp>
      <p:sp>
        <p:nvSpPr>
          <p:cNvPr id="10004" name="Panel 10004"/>
          <p:cNvSpPr/>
          <p:nvPr/>
        </p:nvSpPr>
        <p:spPr>
          <a:xfrm>
            <a:off x="411480" y="1097280"/>
            <a:ext cx="41148" cy="4526280"/>
          </a:xfrm>
          <a:prstGeom prst="rect">
            <a:avLst/>
          </a:prstGeom>
          <a:solidFill>
            <a:srgbClr val="E24048"/>
          </a:solidFill>
          <a:ln>
            <a:noFill/>
          </a:ln>
        </p:spPr>
      </p:sp>
      <p:sp>
        <p:nvSpPr>
          <p:cNvPr id="10005" name="Text 10005"/>
          <p:cNvSpPr txBox="1"/>
          <p:nvPr/>
        </p:nvSpPr>
        <p:spPr>
          <a:xfrm>
            <a:off x="576072" y="1243584"/>
            <a:ext cx="5157216" cy="502920"/>
          </a:xfrm>
          <a:prstGeom prst="rect">
            <a:avLst/>
          </a:prstGeom>
          <a:noFill/>
          <a:ln>
            <a:noFill/>
          </a:ln>
        </p:spPr>
        <p:txBody>
          <a:bodyPr wrap="square" lIns="0" rIns="0" tIns="0" bIns="0"/>
          <a:lstStyle/>
          <a:p>
            <a:pPr>
              <a:lnSpc>
                <a:spcPct val="116000"/>
              </a:lnSpc>
            </a:pPr>
            <a:r>
              <a:rPr lang="en-US" sz="2200" b="1">
                <a:solidFill>
                  <a:srgbClr val="1E3D7D"/>
                </a:solidFill>
                <a:latin typeface="Arial"/>
              </a:rPr>
              <a:t>What the project demonstrates</a:t>
            </a:r>
          </a:p>
        </p:txBody>
      </p:sp>
      <p:sp>
        <p:nvSpPr>
          <p:cNvPr id="10006" name="Text 10006"/>
          <p:cNvSpPr txBox="1"/>
          <p:nvPr/>
        </p:nvSpPr>
        <p:spPr>
          <a:xfrm>
            <a:off x="576072" y="1874519"/>
            <a:ext cx="5157216" cy="3611880"/>
          </a:xfrm>
          <a:prstGeom prst="rect">
            <a:avLst/>
          </a:prstGeom>
          <a:noFill/>
          <a:ln>
            <a:noFill/>
          </a:ln>
        </p:spPr>
        <p:txBody>
          <a:bodyPr wrap="square" lIns="0" rIns="0" tIns="0" bIns="0"/>
          <a:lstStyle/>
          <a:p>
            <a:pPr>
              <a:lnSpc>
                <a:spcPct val="116000"/>
              </a:lnSpc>
            </a:pPr>
            <a:r>
              <a:rPr lang="en-US" sz="1900" b="0">
                <a:solidFill>
                  <a:srgbClr val="334155"/>
                </a:solidFill>
                <a:latin typeface="Arial"/>
              </a:rPr>
              <a:t>A traceable document-to-answer workflow.</a:t>
            </a:r>
          </a:p>
          <a:p>
            <a:pPr>
              <a:lnSpc>
                <a:spcPct val="116000"/>
              </a:lnSpc>
            </a:pPr>
            <a:r>
              <a:rPr lang="en-US" sz="1900" b="0">
                <a:solidFill>
                  <a:srgbClr val="334155"/>
                </a:solidFill>
                <a:latin typeface="Arial"/>
              </a:rPr>
              <a:t>A controlled comparison of three defenses.</a:t>
            </a:r>
          </a:p>
          <a:p>
            <a:pPr>
              <a:lnSpc>
                <a:spcPct val="116000"/>
              </a:lnSpc>
            </a:pPr>
            <a:r>
              <a:rPr lang="en-US" sz="1900" b="0">
                <a:solidFill>
                  <a:srgbClr val="334155"/>
                </a:solidFill>
                <a:latin typeface="Arial"/>
              </a:rPr>
              <a:t>Case-level evidence behind each metric.</a:t>
            </a:r>
          </a:p>
          <a:p>
            <a:pPr>
              <a:lnSpc>
                <a:spcPct val="116000"/>
              </a:lnSpc>
            </a:pPr>
            <a:r>
              <a:rPr lang="en-US" sz="1900" b="0">
                <a:solidFill>
                  <a:srgbClr val="334155"/>
                </a:solidFill>
                <a:latin typeface="Arial"/>
              </a:rPr>
              <a:t>A visible security / usefulness trade-off.</a:t>
            </a:r>
          </a:p>
        </p:txBody>
      </p:sp>
      <p:sp>
        <p:nvSpPr>
          <p:cNvPr id="10007" name="Panel 10007"/>
          <p:cNvSpPr/>
          <p:nvPr/>
        </p:nvSpPr>
        <p:spPr>
          <a:xfrm>
            <a:off x="6172200" y="1097280"/>
            <a:ext cx="5577840" cy="4526280"/>
          </a:xfrm>
          <a:prstGeom prst="rect">
            <a:avLst/>
          </a:prstGeom>
          <a:solidFill>
            <a:srgbClr val="F8FAFC"/>
          </a:solidFill>
          <a:ln>
            <a:noFill/>
          </a:ln>
        </p:spPr>
      </p:sp>
      <p:sp>
        <p:nvSpPr>
          <p:cNvPr id="10008" name="Panel 10008"/>
          <p:cNvSpPr/>
          <p:nvPr/>
        </p:nvSpPr>
        <p:spPr>
          <a:xfrm>
            <a:off x="6172200" y="1097280"/>
            <a:ext cx="41148" cy="4526280"/>
          </a:xfrm>
          <a:prstGeom prst="rect">
            <a:avLst/>
          </a:prstGeom>
          <a:solidFill>
            <a:srgbClr val="E24048"/>
          </a:solidFill>
          <a:ln>
            <a:noFill/>
          </a:ln>
        </p:spPr>
      </p:sp>
      <p:sp>
        <p:nvSpPr>
          <p:cNvPr id="10009" name="Text 10009"/>
          <p:cNvSpPr txBox="1"/>
          <p:nvPr/>
        </p:nvSpPr>
        <p:spPr>
          <a:xfrm>
            <a:off x="6336792" y="1243584"/>
            <a:ext cx="5248655" cy="502920"/>
          </a:xfrm>
          <a:prstGeom prst="rect">
            <a:avLst/>
          </a:prstGeom>
          <a:noFill/>
          <a:ln>
            <a:noFill/>
          </a:ln>
        </p:spPr>
        <p:txBody>
          <a:bodyPr wrap="square" lIns="0" rIns="0" tIns="0" bIns="0"/>
          <a:lstStyle/>
          <a:p>
            <a:pPr>
              <a:lnSpc>
                <a:spcPct val="116000"/>
              </a:lnSpc>
            </a:pPr>
            <a:r>
              <a:rPr lang="en-US" sz="2200" b="1">
                <a:solidFill>
                  <a:srgbClr val="1E3D7D"/>
                </a:solidFill>
                <a:latin typeface="Arial"/>
              </a:rPr>
              <a:t>What remains</a:t>
            </a:r>
          </a:p>
        </p:txBody>
      </p:sp>
      <p:sp>
        <p:nvSpPr>
          <p:cNvPr id="10010" name="Text 10010"/>
          <p:cNvSpPr txBox="1"/>
          <p:nvPr/>
        </p:nvSpPr>
        <p:spPr>
          <a:xfrm>
            <a:off x="6336792" y="1874519"/>
            <a:ext cx="5248655" cy="3611880"/>
          </a:xfrm>
          <a:prstGeom prst="rect">
            <a:avLst/>
          </a:prstGeom>
          <a:noFill/>
          <a:ln>
            <a:noFill/>
          </a:ln>
        </p:spPr>
        <p:txBody>
          <a:bodyPr wrap="square" lIns="0" rIns="0" tIns="0" bIns="0"/>
          <a:lstStyle/>
          <a:p>
            <a:pPr>
              <a:lnSpc>
                <a:spcPct val="116000"/>
              </a:lnSpc>
            </a:pPr>
            <a:r>
              <a:rPr lang="en-US" sz="1900" b="0">
                <a:solidFill>
                  <a:srgbClr val="334155"/>
                </a:solidFill>
                <a:latin typeface="Arial"/>
              </a:rPr>
              <a:t>Resolve 11 pending review rows.</a:t>
            </a:r>
          </a:p>
          <a:p>
            <a:pPr>
              <a:lnSpc>
                <a:spcPct val="116000"/>
              </a:lnSpc>
            </a:pPr>
            <a:r>
              <a:rPr lang="en-US" sz="1900" b="0">
                <a:solidFill>
                  <a:srgbClr val="334155"/>
                </a:solidFill>
                <a:latin typeface="Arial"/>
              </a:rPr>
              <a:t>Complete the planned human-quality sample.</a:t>
            </a:r>
          </a:p>
          <a:p>
            <a:pPr>
              <a:lnSpc>
                <a:spcPct val="116000"/>
              </a:lnSpc>
            </a:pPr>
            <a:r>
              <a:rPr lang="en-US" sz="1900" b="0">
                <a:solidFill>
                  <a:srgbClr val="334155"/>
                </a:solidFill>
                <a:latin typeface="Arial"/>
              </a:rPr>
              <a:t>Explain 13 operational errors.</a:t>
            </a:r>
          </a:p>
          <a:p>
            <a:pPr>
              <a:lnSpc>
                <a:spcPct val="116000"/>
              </a:lnSpc>
            </a:pPr>
            <a:r>
              <a:rPr lang="en-US" sz="1900" b="0">
                <a:solidFill>
                  <a:srgbClr val="334155"/>
                </a:solidFill>
                <a:latin typeface="Arial"/>
              </a:rPr>
              <a:t>Keep implementation provenance visible.</a:t>
            </a:r>
          </a:p>
          <a:p>
            <a:pPr>
              <a:lnSpc>
                <a:spcPct val="116000"/>
              </a:lnSpc>
            </a:pPr>
            <a:r>
              <a:rPr lang="en-US" sz="1900" b="0">
                <a:solidFill>
                  <a:srgbClr val="334155"/>
                </a:solidFill>
                <a:latin typeface="Arial"/>
              </a:rPr>
              <a:t>Avoid claiming a final winner.</a:t>
            </a:r>
          </a:p>
        </p:txBody>
      </p:sp>
      <p:sp>
        <p:nvSpPr>
          <p:cNvPr id="10011" name="Text 10011"/>
          <p:cNvSpPr txBox="1"/>
          <p:nvPr/>
        </p:nvSpPr>
        <p:spPr>
          <a:xfrm>
            <a:off x="594360" y="5852160"/>
            <a:ext cx="10972800" cy="365760"/>
          </a:xfrm>
          <a:prstGeom prst="rect">
            <a:avLst/>
          </a:prstGeom>
          <a:noFill/>
          <a:ln>
            <a:noFill/>
          </a:ln>
        </p:spPr>
        <p:txBody>
          <a:bodyPr wrap="square" lIns="0" rIns="0" tIns="0" bIns="0"/>
          <a:lstStyle/>
          <a:p>
            <a:pPr>
              <a:lnSpc>
                <a:spcPct val="116000"/>
              </a:lnSpc>
            </a:pPr>
            <a:r>
              <a:rPr lang="en-US" sz="2300" b="1">
                <a:solidFill>
                  <a:srgbClr val="E24048"/>
                </a:solidFill>
                <a:latin typeface="Arial"/>
              </a:rPr>
              <a:t>Thank you — questions and case walkthrough</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2021-08-10T05:37:29Z</dcterms:created>
  <dc:creator>Abhishek Sharma</dc:creator>
</cp:coreProperties>
</file>